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2" r:id="rId1"/>
  </p:sldMasterIdLst>
  <p:notesMasterIdLst>
    <p:notesMasterId r:id="rId71"/>
  </p:notesMasterIdLst>
  <p:sldIdLst>
    <p:sldId id="256" r:id="rId2"/>
    <p:sldId id="257" r:id="rId3"/>
    <p:sldId id="258" r:id="rId4"/>
    <p:sldId id="259" r:id="rId5"/>
    <p:sldId id="260" r:id="rId6"/>
    <p:sldId id="332" r:id="rId7"/>
    <p:sldId id="333" r:id="rId8"/>
    <p:sldId id="335" r:id="rId9"/>
    <p:sldId id="322" r:id="rId10"/>
    <p:sldId id="261" r:id="rId11"/>
    <p:sldId id="262" r:id="rId12"/>
    <p:sldId id="263" r:id="rId13"/>
    <p:sldId id="264" r:id="rId14"/>
    <p:sldId id="320" r:id="rId15"/>
    <p:sldId id="330" r:id="rId16"/>
    <p:sldId id="331" r:id="rId17"/>
    <p:sldId id="338" r:id="rId18"/>
    <p:sldId id="339" r:id="rId19"/>
    <p:sldId id="266" r:id="rId20"/>
    <p:sldId id="267" r:id="rId21"/>
    <p:sldId id="340" r:id="rId22"/>
    <p:sldId id="268" r:id="rId23"/>
    <p:sldId id="341"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313" r:id="rId38"/>
    <p:sldId id="282" r:id="rId39"/>
    <p:sldId id="283" r:id="rId40"/>
    <p:sldId id="292" r:id="rId41"/>
    <p:sldId id="284" r:id="rId42"/>
    <p:sldId id="342" r:id="rId43"/>
    <p:sldId id="343" r:id="rId44"/>
    <p:sldId id="285" r:id="rId45"/>
    <p:sldId id="286" r:id="rId46"/>
    <p:sldId id="288" r:id="rId47"/>
    <p:sldId id="302" r:id="rId48"/>
    <p:sldId id="303" r:id="rId49"/>
    <p:sldId id="287" r:id="rId50"/>
    <p:sldId id="304" r:id="rId51"/>
    <p:sldId id="305" r:id="rId52"/>
    <p:sldId id="314" r:id="rId53"/>
    <p:sldId id="315" r:id="rId54"/>
    <p:sldId id="289" r:id="rId55"/>
    <p:sldId id="290" r:id="rId56"/>
    <p:sldId id="296" r:id="rId57"/>
    <p:sldId id="297" r:id="rId58"/>
    <p:sldId id="298" r:id="rId59"/>
    <p:sldId id="291" r:id="rId60"/>
    <p:sldId id="319" r:id="rId61"/>
    <p:sldId id="318" r:id="rId62"/>
    <p:sldId id="295" r:id="rId63"/>
    <p:sldId id="299" r:id="rId64"/>
    <p:sldId id="316" r:id="rId65"/>
    <p:sldId id="317" r:id="rId66"/>
    <p:sldId id="344" r:id="rId67"/>
    <p:sldId id="326" r:id="rId68"/>
    <p:sldId id="323" r:id="rId69"/>
    <p:sldId id="312" r:id="rId70"/>
  </p:sldIdLst>
  <p:sldSz cx="9144000" cy="6858000" type="screen4x3"/>
  <p:notesSz cx="6858000" cy="9144000"/>
  <p:embeddedFontLst>
    <p:embeddedFont>
      <p:font typeface="Consolas" panose="020B0609020204030204" pitchFamily="49" charset="0"/>
      <p:regular r:id="rId72"/>
      <p:bold r:id="rId73"/>
      <p:italic r:id="rId74"/>
      <p:boldItalic r:id="rId75"/>
    </p:embeddedFont>
    <p:embeddedFont>
      <p:font typeface="Georgia" panose="02040502050405020303" pitchFamily="18" charset="0"/>
      <p:regular r:id="rId76"/>
      <p:bold r:id="rId77"/>
      <p:italic r:id="rId78"/>
      <p:boldItalic r:id="rId79"/>
    </p:embeddedFont>
    <p:embeddedFont>
      <p:font typeface="Impact" panose="020B0806030902050204" pitchFamily="34" charset="0"/>
      <p:regular r:id="rId80"/>
    </p:embeddedFont>
    <p:embeddedFont>
      <p:font typeface="Roboto" panose="02000000000000000000" pitchFamily="2" charset="0"/>
      <p:regular r:id="rId81"/>
      <p:bold r:id="rId82"/>
      <p:italic r:id="rId83"/>
      <p:boldItalic r:id="rId84"/>
    </p:embeddedFont>
    <p:embeddedFont>
      <p:font typeface="Segoe UI" panose="020B0502040204020203" pitchFamily="34" charset="0"/>
      <p:regular r:id="rId85"/>
      <p:bold r:id="rId86"/>
      <p:italic r:id="rId87"/>
      <p:boldItalic r:id="rId88"/>
    </p:embeddedFont>
    <p:embeddedFont>
      <p:font typeface="Source Code Pro" panose="020B0509030403020204" pitchFamily="49" charset="0"/>
      <p:regular r:id="rId89"/>
      <p:bold r:id="rId90"/>
      <p:italic r:id="rId91"/>
      <p:boldItalic r:id="rId92"/>
    </p:embeddedFont>
    <p:embeddedFont>
      <p:font typeface="Tahoma" panose="020B0604030504040204" pitchFamily="34" charset="0"/>
      <p:regular r:id="rId93"/>
      <p:bold r:id="rId94"/>
    </p:embeddedFont>
    <p:embeddedFont>
      <p:font typeface="Trebuchet MS" panose="020B0603020202020204" pitchFamily="34" charset="0"/>
      <p:regular r:id="rId95"/>
      <p:bold r:id="rId96"/>
      <p:italic r:id="rId97"/>
      <p:boldItalic r:id="rId9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Jowers" initials="MJ" lastIdx="1" clrIdx="0">
    <p:extLst>
      <p:ext uri="{19B8F6BF-5375-455C-9EA6-DF929625EA0E}">
        <p15:presenceInfo xmlns:p15="http://schemas.microsoft.com/office/powerpoint/2012/main" userId="232d1570e4b3413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F6284E-360F-49C2-B83B-10FF540E03E0}" v="151" dt="2026-06-01T09:43:29.395"/>
  </p1510:revLst>
</p1510:revInfo>
</file>

<file path=ppt/tableStyles.xml><?xml version="1.0" encoding="utf-8"?>
<a:tblStyleLst xmlns:a="http://schemas.openxmlformats.org/drawingml/2006/main" def="{1DB412FF-3A9F-4CAE-B5FB-45894B559091}">
  <a:tblStyle styleId="{1DB412FF-3A9F-4CAE-B5FB-45894B55909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814" autoAdjust="0"/>
    <p:restoredTop sz="97077" autoAdjust="0"/>
  </p:normalViewPr>
  <p:slideViewPr>
    <p:cSldViewPr snapToGrid="0">
      <p:cViewPr varScale="1">
        <p:scale>
          <a:sx n="140" d="100"/>
          <a:sy n="140" d="100"/>
        </p:scale>
        <p:origin x="898" y="96"/>
      </p:cViewPr>
      <p:guideLst/>
    </p:cSldViewPr>
  </p:slideViewPr>
  <p:notesTextViewPr>
    <p:cViewPr>
      <p:scale>
        <a:sx n="100" d="100"/>
        <a:sy n="100" d="100"/>
      </p:scale>
      <p:origin x="0" y="0"/>
    </p:cViewPr>
  </p:notesTextViewPr>
  <p:sorterViewPr>
    <p:cViewPr>
      <p:scale>
        <a:sx n="100" d="100"/>
        <a:sy n="100" d="100"/>
      </p:scale>
      <p:origin x="0" y="-556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3.fntdata"/><Relationship Id="rId89" Type="http://schemas.openxmlformats.org/officeDocument/2006/relationships/font" Target="fonts/font18.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3.fntdata"/><Relationship Id="rId79" Type="http://schemas.openxmlformats.org/officeDocument/2006/relationships/font" Target="fonts/font8.fntdata"/><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font" Target="fonts/font19.fntdata"/><Relationship Id="rId95" Type="http://schemas.openxmlformats.org/officeDocument/2006/relationships/font" Target="fonts/font24.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font" Target="fonts/font9.fntdata"/><Relationship Id="rId85" Type="http://schemas.openxmlformats.org/officeDocument/2006/relationships/font" Target="fonts/font14.fntdata"/><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4.fntdata"/><Relationship Id="rId83" Type="http://schemas.openxmlformats.org/officeDocument/2006/relationships/font" Target="fonts/font12.fntdata"/><Relationship Id="rId88" Type="http://schemas.openxmlformats.org/officeDocument/2006/relationships/font" Target="fonts/font17.fntdata"/><Relationship Id="rId91" Type="http://schemas.openxmlformats.org/officeDocument/2006/relationships/font" Target="fonts/font20.fntdata"/><Relationship Id="rId96" Type="http://schemas.openxmlformats.org/officeDocument/2006/relationships/font" Target="fonts/font2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2.fntdata"/><Relationship Id="rId78" Type="http://schemas.openxmlformats.org/officeDocument/2006/relationships/font" Target="fonts/font7.fntdata"/><Relationship Id="rId81" Type="http://schemas.openxmlformats.org/officeDocument/2006/relationships/font" Target="fonts/font10.fntdata"/><Relationship Id="rId86" Type="http://schemas.openxmlformats.org/officeDocument/2006/relationships/font" Target="fonts/font15.fntdata"/><Relationship Id="rId94" Type="http://schemas.openxmlformats.org/officeDocument/2006/relationships/font" Target="fonts/font23.fntdata"/><Relationship Id="rId99" Type="http://schemas.openxmlformats.org/officeDocument/2006/relationships/commentAuthors" Target="commentAuthors.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5.fntdata"/><Relationship Id="rId97" Type="http://schemas.openxmlformats.org/officeDocument/2006/relationships/font" Target="fonts/font26.fntdata"/><Relationship Id="rId104"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notesMaster" Target="notesMasters/notesMaster1.xml"/><Relationship Id="rId92" Type="http://schemas.openxmlformats.org/officeDocument/2006/relationships/font" Target="fonts/font21.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6.fntdata"/><Relationship Id="rId61" Type="http://schemas.openxmlformats.org/officeDocument/2006/relationships/slide" Target="slides/slide60.xml"/><Relationship Id="rId82" Type="http://schemas.openxmlformats.org/officeDocument/2006/relationships/font" Target="fonts/font11.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font" Target="fonts/font6.fntdata"/><Relationship Id="rId100" Type="http://schemas.openxmlformats.org/officeDocument/2006/relationships/presProps" Target="presProps.xml"/><Relationship Id="rId105"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fntdata"/><Relationship Id="rId93" Type="http://schemas.openxmlformats.org/officeDocument/2006/relationships/font" Target="fonts/font22.fntdata"/><Relationship Id="rId98" Type="http://schemas.openxmlformats.org/officeDocument/2006/relationships/font" Target="fonts/font27.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a Trapani" userId="30b41bef89cfceee" providerId="LiveId" clId="{ADEB5723-9D39-45AE-898F-3FDA33EC1B39}"/>
    <pc:docChg chg="undo redo custSel addSld delSld modSld sldOrd">
      <pc:chgData name="Daniela Trapani" userId="30b41bef89cfceee" providerId="LiveId" clId="{ADEB5723-9D39-45AE-898F-3FDA33EC1B39}" dt="2026-06-01T14:11:20.907" v="9359" actId="20577"/>
      <pc:docMkLst>
        <pc:docMk/>
      </pc:docMkLst>
      <pc:sldChg chg="modSp mod">
        <pc:chgData name="Daniela Trapani" userId="30b41bef89cfceee" providerId="LiveId" clId="{ADEB5723-9D39-45AE-898F-3FDA33EC1B39}" dt="2026-06-01T14:11:20.907" v="9359" actId="20577"/>
        <pc:sldMkLst>
          <pc:docMk/>
          <pc:sldMk cId="0" sldId="256"/>
        </pc:sldMkLst>
        <pc:spChg chg="mod">
          <ac:chgData name="Daniela Trapani" userId="30b41bef89cfceee" providerId="LiveId" clId="{ADEB5723-9D39-45AE-898F-3FDA33EC1B39}" dt="2026-06-01T14:11:20.907" v="9359" actId="20577"/>
          <ac:spMkLst>
            <pc:docMk/>
            <pc:sldMk cId="0" sldId="256"/>
            <ac:spMk id="78" creationId="{00000000-0000-0000-0000-000000000000}"/>
          </ac:spMkLst>
        </pc:spChg>
      </pc:sldChg>
      <pc:sldChg chg="modSp mod">
        <pc:chgData name="Daniela Trapani" userId="30b41bef89cfceee" providerId="LiveId" clId="{ADEB5723-9D39-45AE-898F-3FDA33EC1B39}" dt="2026-05-31T14:19:53.931" v="8297" actId="6549"/>
        <pc:sldMkLst>
          <pc:docMk/>
          <pc:sldMk cId="0" sldId="258"/>
        </pc:sldMkLst>
        <pc:spChg chg="mod">
          <ac:chgData name="Daniela Trapani" userId="30b41bef89cfceee" providerId="LiveId" clId="{ADEB5723-9D39-45AE-898F-3FDA33EC1B39}" dt="2026-05-31T14:19:53.931" v="8297" actId="6549"/>
          <ac:spMkLst>
            <pc:docMk/>
            <pc:sldMk cId="0" sldId="258"/>
            <ac:spMk id="91" creationId="{00000000-0000-0000-0000-000000000000}"/>
          </ac:spMkLst>
        </pc:spChg>
      </pc:sldChg>
      <pc:sldChg chg="addSp delSp modSp mod">
        <pc:chgData name="Daniela Trapani" userId="30b41bef89cfceee" providerId="LiveId" clId="{ADEB5723-9D39-45AE-898F-3FDA33EC1B39}" dt="2026-06-01T09:42:36.156" v="9318"/>
        <pc:sldMkLst>
          <pc:docMk/>
          <pc:sldMk cId="0" sldId="261"/>
        </pc:sldMkLst>
        <pc:spChg chg="add del">
          <ac:chgData name="Daniela Trapani" userId="30b41bef89cfceee" providerId="LiveId" clId="{ADEB5723-9D39-45AE-898F-3FDA33EC1B39}" dt="2026-06-01T09:41:57.497" v="9311" actId="22"/>
          <ac:spMkLst>
            <pc:docMk/>
            <pc:sldMk cId="0" sldId="261"/>
            <ac:spMk id="3" creationId="{CBC382A8-A1BA-FB60-4F27-50E9EB595D14}"/>
          </ac:spMkLst>
        </pc:spChg>
        <pc:spChg chg="add mod">
          <ac:chgData name="Daniela Trapani" userId="30b41bef89cfceee" providerId="LiveId" clId="{ADEB5723-9D39-45AE-898F-3FDA33EC1B39}" dt="2026-06-01T09:42:10.881" v="9313" actId="1076"/>
          <ac:spMkLst>
            <pc:docMk/>
            <pc:sldMk cId="0" sldId="261"/>
            <ac:spMk id="4" creationId="{FFD040A3-BFD3-79B0-28A5-365BF11765DF}"/>
          </ac:spMkLst>
        </pc:spChg>
        <pc:spChg chg="add del mod">
          <ac:chgData name="Daniela Trapani" userId="30b41bef89cfceee" providerId="LiveId" clId="{ADEB5723-9D39-45AE-898F-3FDA33EC1B39}" dt="2026-06-01T09:42:26.581" v="9317" actId="478"/>
          <ac:spMkLst>
            <pc:docMk/>
            <pc:sldMk cId="0" sldId="261"/>
            <ac:spMk id="5" creationId="{CDCFB7B1-D24C-4BB5-A132-F50C58F123C1}"/>
          </ac:spMkLst>
        </pc:spChg>
        <pc:spChg chg="add mod">
          <ac:chgData name="Daniela Trapani" userId="30b41bef89cfceee" providerId="LiveId" clId="{ADEB5723-9D39-45AE-898F-3FDA33EC1B39}" dt="2026-06-01T09:42:36.156" v="9318"/>
          <ac:spMkLst>
            <pc:docMk/>
            <pc:sldMk cId="0" sldId="261"/>
            <ac:spMk id="6" creationId="{3D3C3DA7-FF94-86FB-8D80-92975F1692E8}"/>
          </ac:spMkLst>
        </pc:spChg>
        <pc:spChg chg="del">
          <ac:chgData name="Daniela Trapani" userId="30b41bef89cfceee" providerId="LiveId" clId="{ADEB5723-9D39-45AE-898F-3FDA33EC1B39}" dt="2026-06-01T09:41:51.400" v="9309" actId="478"/>
          <ac:spMkLst>
            <pc:docMk/>
            <pc:sldMk cId="0" sldId="261"/>
            <ac:spMk id="118" creationId="{00000000-0000-0000-0000-000000000000}"/>
          </ac:spMkLst>
        </pc:spChg>
        <pc:spChg chg="del">
          <ac:chgData name="Daniela Trapani" userId="30b41bef89cfceee" providerId="LiveId" clId="{ADEB5723-9D39-45AE-898F-3FDA33EC1B39}" dt="2026-06-01T09:42:19.972" v="9314" actId="478"/>
          <ac:spMkLst>
            <pc:docMk/>
            <pc:sldMk cId="0" sldId="261"/>
            <ac:spMk id="119" creationId="{00000000-0000-0000-0000-000000000000}"/>
          </ac:spMkLst>
        </pc:spChg>
      </pc:sldChg>
      <pc:sldChg chg="addSp delSp modSp mod">
        <pc:chgData name="Daniela Trapani" userId="30b41bef89cfceee" providerId="LiveId" clId="{ADEB5723-9D39-45AE-898F-3FDA33EC1B39}" dt="2026-06-01T09:43:13.787" v="9320"/>
        <pc:sldMkLst>
          <pc:docMk/>
          <pc:sldMk cId="0" sldId="262"/>
        </pc:sldMkLst>
        <pc:spChg chg="add mod">
          <ac:chgData name="Daniela Trapani" userId="30b41bef89cfceee" providerId="LiveId" clId="{ADEB5723-9D39-45AE-898F-3FDA33EC1B39}" dt="2026-06-01T09:43:13.787" v="9320"/>
          <ac:spMkLst>
            <pc:docMk/>
            <pc:sldMk cId="0" sldId="262"/>
            <ac:spMk id="2" creationId="{5B12E551-B4D0-63F0-6895-FD36ED837C9B}"/>
          </ac:spMkLst>
        </pc:spChg>
        <pc:spChg chg="del">
          <ac:chgData name="Daniela Trapani" userId="30b41bef89cfceee" providerId="LiveId" clId="{ADEB5723-9D39-45AE-898F-3FDA33EC1B39}" dt="2026-06-01T09:43:12.892" v="9319" actId="478"/>
          <ac:spMkLst>
            <pc:docMk/>
            <pc:sldMk cId="0" sldId="262"/>
            <ac:spMk id="133" creationId="{00000000-0000-0000-0000-000000000000}"/>
          </ac:spMkLst>
        </pc:spChg>
      </pc:sldChg>
      <pc:sldChg chg="addSp delSp modSp mod">
        <pc:chgData name="Daniela Trapani" userId="30b41bef89cfceee" providerId="LiveId" clId="{ADEB5723-9D39-45AE-898F-3FDA33EC1B39}" dt="2026-06-01T09:43:39.443" v="9323" actId="1076"/>
        <pc:sldMkLst>
          <pc:docMk/>
          <pc:sldMk cId="0" sldId="263"/>
        </pc:sldMkLst>
        <pc:spChg chg="add mod">
          <ac:chgData name="Daniela Trapani" userId="30b41bef89cfceee" providerId="LiveId" clId="{ADEB5723-9D39-45AE-898F-3FDA33EC1B39}" dt="2026-06-01T09:43:39.443" v="9323" actId="1076"/>
          <ac:spMkLst>
            <pc:docMk/>
            <pc:sldMk cId="0" sldId="263"/>
            <ac:spMk id="2" creationId="{21291752-A26E-883D-DCC2-FFEBE1064169}"/>
          </ac:spMkLst>
        </pc:spChg>
        <pc:spChg chg="del">
          <ac:chgData name="Daniela Trapani" userId="30b41bef89cfceee" providerId="LiveId" clId="{ADEB5723-9D39-45AE-898F-3FDA33EC1B39}" dt="2026-06-01T09:43:28.389" v="9321" actId="478"/>
          <ac:spMkLst>
            <pc:docMk/>
            <pc:sldMk cId="0" sldId="263"/>
            <ac:spMk id="146" creationId="{00000000-0000-0000-0000-000000000000}"/>
          </ac:spMkLst>
        </pc:spChg>
      </pc:sldChg>
      <pc:sldChg chg="modSp del mod">
        <pc:chgData name="Daniela Trapani" userId="30b41bef89cfceee" providerId="LiveId" clId="{ADEB5723-9D39-45AE-898F-3FDA33EC1B39}" dt="2026-06-01T09:45:00.693" v="9325" actId="2696"/>
        <pc:sldMkLst>
          <pc:docMk/>
          <pc:sldMk cId="0" sldId="265"/>
        </pc:sldMkLst>
      </pc:sldChg>
      <pc:sldChg chg="modSp mod">
        <pc:chgData name="Daniela Trapani" userId="30b41bef89cfceee" providerId="LiveId" clId="{ADEB5723-9D39-45AE-898F-3FDA33EC1B39}" dt="2026-05-31T15:16:16.521" v="8338" actId="404"/>
        <pc:sldMkLst>
          <pc:docMk/>
          <pc:sldMk cId="0" sldId="266"/>
        </pc:sldMkLst>
        <pc:spChg chg="mod">
          <ac:chgData name="Daniela Trapani" userId="30b41bef89cfceee" providerId="LiveId" clId="{ADEB5723-9D39-45AE-898F-3FDA33EC1B39}" dt="2026-05-31T15:16:16.521" v="8338" actId="404"/>
          <ac:spMkLst>
            <pc:docMk/>
            <pc:sldMk cId="0" sldId="266"/>
            <ac:spMk id="166" creationId="{00000000-0000-0000-0000-000000000000}"/>
          </ac:spMkLst>
        </pc:spChg>
      </pc:sldChg>
      <pc:sldChg chg="modSp mod modNotesTx">
        <pc:chgData name="Daniela Trapani" userId="30b41bef89cfceee" providerId="LiveId" clId="{ADEB5723-9D39-45AE-898F-3FDA33EC1B39}" dt="2026-05-27T10:54:18.866" v="863" actId="404"/>
        <pc:sldMkLst>
          <pc:docMk/>
          <pc:sldMk cId="0" sldId="267"/>
        </pc:sldMkLst>
        <pc:spChg chg="mod">
          <ac:chgData name="Daniela Trapani" userId="30b41bef89cfceee" providerId="LiveId" clId="{ADEB5723-9D39-45AE-898F-3FDA33EC1B39}" dt="2026-05-27T10:54:18.866" v="863" actId="404"/>
          <ac:spMkLst>
            <pc:docMk/>
            <pc:sldMk cId="0" sldId="267"/>
            <ac:spMk id="173" creationId="{00000000-0000-0000-0000-000000000000}"/>
          </ac:spMkLst>
        </pc:spChg>
      </pc:sldChg>
      <pc:sldChg chg="modSp mod">
        <pc:chgData name="Daniela Trapani" userId="30b41bef89cfceee" providerId="LiveId" clId="{ADEB5723-9D39-45AE-898F-3FDA33EC1B39}" dt="2026-05-31T15:23:43.915" v="8365" actId="14100"/>
        <pc:sldMkLst>
          <pc:docMk/>
          <pc:sldMk cId="0" sldId="268"/>
        </pc:sldMkLst>
        <pc:spChg chg="mod">
          <ac:chgData name="Daniela Trapani" userId="30b41bef89cfceee" providerId="LiveId" clId="{ADEB5723-9D39-45AE-898F-3FDA33EC1B39}" dt="2026-05-31T15:23:43.915" v="8365" actId="14100"/>
          <ac:spMkLst>
            <pc:docMk/>
            <pc:sldMk cId="0" sldId="268"/>
            <ac:spMk id="180" creationId="{00000000-0000-0000-0000-000000000000}"/>
          </ac:spMkLst>
        </pc:spChg>
      </pc:sldChg>
      <pc:sldChg chg="addSp modSp mod modNotesTx">
        <pc:chgData name="Daniela Trapani" userId="30b41bef89cfceee" providerId="LiveId" clId="{ADEB5723-9D39-45AE-898F-3FDA33EC1B39}" dt="2026-05-31T15:29:38.833" v="8404" actId="20577"/>
        <pc:sldMkLst>
          <pc:docMk/>
          <pc:sldMk cId="0" sldId="270"/>
        </pc:sldMkLst>
        <pc:spChg chg="add mod">
          <ac:chgData name="Daniela Trapani" userId="30b41bef89cfceee" providerId="LiveId" clId="{ADEB5723-9D39-45AE-898F-3FDA33EC1B39}" dt="2026-05-31T15:27:49.240" v="8374" actId="20577"/>
          <ac:spMkLst>
            <pc:docMk/>
            <pc:sldMk cId="0" sldId="270"/>
            <ac:spMk id="2" creationId="{A46DAC15-D1B5-E2CE-2D68-9F5AD3395130}"/>
          </ac:spMkLst>
        </pc:spChg>
        <pc:spChg chg="add mod">
          <ac:chgData name="Daniela Trapani" userId="30b41bef89cfceee" providerId="LiveId" clId="{ADEB5723-9D39-45AE-898F-3FDA33EC1B39}" dt="2026-05-31T15:28:45.615" v="8395" actId="207"/>
          <ac:spMkLst>
            <pc:docMk/>
            <pc:sldMk cId="0" sldId="270"/>
            <ac:spMk id="3" creationId="{BBA26714-0403-1C75-C70E-12D1E1A83446}"/>
          </ac:spMkLst>
        </pc:spChg>
        <pc:spChg chg="mod">
          <ac:chgData name="Daniela Trapani" userId="30b41bef89cfceee" providerId="LiveId" clId="{ADEB5723-9D39-45AE-898F-3FDA33EC1B39}" dt="2026-05-19T19:43:34.071" v="403" actId="207"/>
          <ac:spMkLst>
            <pc:docMk/>
            <pc:sldMk cId="0" sldId="270"/>
            <ac:spMk id="195" creationId="{00000000-0000-0000-0000-000000000000}"/>
          </ac:spMkLst>
        </pc:spChg>
        <pc:spChg chg="mod">
          <ac:chgData name="Daniela Trapani" userId="30b41bef89cfceee" providerId="LiveId" clId="{ADEB5723-9D39-45AE-898F-3FDA33EC1B39}" dt="2026-05-31T15:29:38.833" v="8404" actId="20577"/>
          <ac:spMkLst>
            <pc:docMk/>
            <pc:sldMk cId="0" sldId="270"/>
            <ac:spMk id="208" creationId="{00000000-0000-0000-0000-000000000000}"/>
          </ac:spMkLst>
        </pc:spChg>
      </pc:sldChg>
      <pc:sldChg chg="addSp modSp mod">
        <pc:chgData name="Daniela Trapani" userId="30b41bef89cfceee" providerId="LiveId" clId="{ADEB5723-9D39-45AE-898F-3FDA33EC1B39}" dt="2026-05-31T15:31:12.639" v="8462" actId="1076"/>
        <pc:sldMkLst>
          <pc:docMk/>
          <pc:sldMk cId="0" sldId="271"/>
        </pc:sldMkLst>
        <pc:spChg chg="add mod">
          <ac:chgData name="Daniela Trapani" userId="30b41bef89cfceee" providerId="LiveId" clId="{ADEB5723-9D39-45AE-898F-3FDA33EC1B39}" dt="2026-05-31T15:31:12.639" v="8462" actId="1076"/>
          <ac:spMkLst>
            <pc:docMk/>
            <pc:sldMk cId="0" sldId="271"/>
            <ac:spMk id="2" creationId="{6754DF24-3FE7-C7E3-A5C2-06BAC6BF83E9}"/>
          </ac:spMkLst>
        </pc:spChg>
        <pc:spChg chg="mod">
          <ac:chgData name="Daniela Trapani" userId="30b41bef89cfceee" providerId="LiveId" clId="{ADEB5723-9D39-45AE-898F-3FDA33EC1B39}" dt="2026-05-31T15:30:27.192" v="8408" actId="1076"/>
          <ac:spMkLst>
            <pc:docMk/>
            <pc:sldMk cId="0" sldId="271"/>
            <ac:spMk id="213" creationId="{00000000-0000-0000-0000-000000000000}"/>
          </ac:spMkLst>
        </pc:spChg>
        <pc:spChg chg="mod">
          <ac:chgData name="Daniela Trapani" userId="30b41bef89cfceee" providerId="LiveId" clId="{ADEB5723-9D39-45AE-898F-3FDA33EC1B39}" dt="2026-05-31T15:30:42.509" v="8457" actId="1035"/>
          <ac:spMkLst>
            <pc:docMk/>
            <pc:sldMk cId="0" sldId="271"/>
            <ac:spMk id="215" creationId="{00000000-0000-0000-0000-000000000000}"/>
          </ac:spMkLst>
        </pc:spChg>
        <pc:spChg chg="mod">
          <ac:chgData name="Daniela Trapani" userId="30b41bef89cfceee" providerId="LiveId" clId="{ADEB5723-9D39-45AE-898F-3FDA33EC1B39}" dt="2026-05-31T15:30:42.509" v="8457" actId="1035"/>
          <ac:spMkLst>
            <pc:docMk/>
            <pc:sldMk cId="0" sldId="271"/>
            <ac:spMk id="216" creationId="{00000000-0000-0000-0000-000000000000}"/>
          </ac:spMkLst>
        </pc:spChg>
        <pc:spChg chg="mod">
          <ac:chgData name="Daniela Trapani" userId="30b41bef89cfceee" providerId="LiveId" clId="{ADEB5723-9D39-45AE-898F-3FDA33EC1B39}" dt="2026-05-31T15:30:42.509" v="8457" actId="1035"/>
          <ac:spMkLst>
            <pc:docMk/>
            <pc:sldMk cId="0" sldId="271"/>
            <ac:spMk id="217" creationId="{00000000-0000-0000-0000-000000000000}"/>
          </ac:spMkLst>
        </pc:spChg>
        <pc:spChg chg="mod">
          <ac:chgData name="Daniela Trapani" userId="30b41bef89cfceee" providerId="LiveId" clId="{ADEB5723-9D39-45AE-898F-3FDA33EC1B39}" dt="2026-05-31T15:30:42.509" v="8457" actId="1035"/>
          <ac:spMkLst>
            <pc:docMk/>
            <pc:sldMk cId="0" sldId="271"/>
            <ac:spMk id="218" creationId="{00000000-0000-0000-0000-000000000000}"/>
          </ac:spMkLst>
        </pc:spChg>
        <pc:spChg chg="mod">
          <ac:chgData name="Daniela Trapani" userId="30b41bef89cfceee" providerId="LiveId" clId="{ADEB5723-9D39-45AE-898F-3FDA33EC1B39}" dt="2026-05-31T15:30:42.509" v="8457" actId="1035"/>
          <ac:spMkLst>
            <pc:docMk/>
            <pc:sldMk cId="0" sldId="271"/>
            <ac:spMk id="223" creationId="{00000000-0000-0000-0000-000000000000}"/>
          </ac:spMkLst>
        </pc:spChg>
        <pc:spChg chg="mod">
          <ac:chgData name="Daniela Trapani" userId="30b41bef89cfceee" providerId="LiveId" clId="{ADEB5723-9D39-45AE-898F-3FDA33EC1B39}" dt="2026-05-31T15:30:42.509" v="8457" actId="1035"/>
          <ac:spMkLst>
            <pc:docMk/>
            <pc:sldMk cId="0" sldId="271"/>
            <ac:spMk id="224" creationId="{00000000-0000-0000-0000-000000000000}"/>
          </ac:spMkLst>
        </pc:spChg>
        <pc:spChg chg="mod">
          <ac:chgData name="Daniela Trapani" userId="30b41bef89cfceee" providerId="LiveId" clId="{ADEB5723-9D39-45AE-898F-3FDA33EC1B39}" dt="2026-05-31T15:30:54.770" v="8459" actId="1076"/>
          <ac:spMkLst>
            <pc:docMk/>
            <pc:sldMk cId="0" sldId="271"/>
            <ac:spMk id="225" creationId="{00000000-0000-0000-0000-000000000000}"/>
          </ac:spMkLst>
        </pc:spChg>
        <pc:spChg chg="mod">
          <ac:chgData name="Daniela Trapani" userId="30b41bef89cfceee" providerId="LiveId" clId="{ADEB5723-9D39-45AE-898F-3FDA33EC1B39}" dt="2026-05-31T15:30:48.979" v="8458" actId="1076"/>
          <ac:spMkLst>
            <pc:docMk/>
            <pc:sldMk cId="0" sldId="271"/>
            <ac:spMk id="226" creationId="{00000000-0000-0000-0000-000000000000}"/>
          </ac:spMkLst>
        </pc:spChg>
        <pc:spChg chg="mod">
          <ac:chgData name="Daniela Trapani" userId="30b41bef89cfceee" providerId="LiveId" clId="{ADEB5723-9D39-45AE-898F-3FDA33EC1B39}" dt="2026-05-31T15:31:08.202" v="8461" actId="1076"/>
          <ac:spMkLst>
            <pc:docMk/>
            <pc:sldMk cId="0" sldId="271"/>
            <ac:spMk id="227" creationId="{00000000-0000-0000-0000-000000000000}"/>
          </ac:spMkLst>
        </pc:spChg>
        <pc:spChg chg="mod">
          <ac:chgData name="Daniela Trapani" userId="30b41bef89cfceee" providerId="LiveId" clId="{ADEB5723-9D39-45AE-898F-3FDA33EC1B39}" dt="2026-05-31T15:30:42.509" v="8457" actId="1035"/>
          <ac:spMkLst>
            <pc:docMk/>
            <pc:sldMk cId="0" sldId="271"/>
            <ac:spMk id="228" creationId="{00000000-0000-0000-0000-000000000000}"/>
          </ac:spMkLst>
        </pc:spChg>
        <pc:cxnChg chg="mod">
          <ac:chgData name="Daniela Trapani" userId="30b41bef89cfceee" providerId="LiveId" clId="{ADEB5723-9D39-45AE-898F-3FDA33EC1B39}" dt="2026-05-31T15:30:42.509" v="8457" actId="1035"/>
          <ac:cxnSpMkLst>
            <pc:docMk/>
            <pc:sldMk cId="0" sldId="271"/>
            <ac:cxnSpMk id="219" creationId="{00000000-0000-0000-0000-000000000000}"/>
          </ac:cxnSpMkLst>
        </pc:cxnChg>
        <pc:cxnChg chg="mod">
          <ac:chgData name="Daniela Trapani" userId="30b41bef89cfceee" providerId="LiveId" clId="{ADEB5723-9D39-45AE-898F-3FDA33EC1B39}" dt="2026-05-31T15:30:42.509" v="8457" actId="1035"/>
          <ac:cxnSpMkLst>
            <pc:docMk/>
            <pc:sldMk cId="0" sldId="271"/>
            <ac:cxnSpMk id="220" creationId="{00000000-0000-0000-0000-000000000000}"/>
          </ac:cxnSpMkLst>
        </pc:cxnChg>
        <pc:cxnChg chg="mod">
          <ac:chgData name="Daniela Trapani" userId="30b41bef89cfceee" providerId="LiveId" clId="{ADEB5723-9D39-45AE-898F-3FDA33EC1B39}" dt="2026-05-31T15:30:42.509" v="8457" actId="1035"/>
          <ac:cxnSpMkLst>
            <pc:docMk/>
            <pc:sldMk cId="0" sldId="271"/>
            <ac:cxnSpMk id="221" creationId="{00000000-0000-0000-0000-000000000000}"/>
          </ac:cxnSpMkLst>
        </pc:cxnChg>
      </pc:sldChg>
      <pc:sldChg chg="addSp modSp mod">
        <pc:chgData name="Daniela Trapani" userId="30b41bef89cfceee" providerId="LiveId" clId="{ADEB5723-9D39-45AE-898F-3FDA33EC1B39}" dt="2026-05-31T15:32:30.358" v="8510" actId="14100"/>
        <pc:sldMkLst>
          <pc:docMk/>
          <pc:sldMk cId="0" sldId="272"/>
        </pc:sldMkLst>
        <pc:spChg chg="add mod">
          <ac:chgData name="Daniela Trapani" userId="30b41bef89cfceee" providerId="LiveId" clId="{ADEB5723-9D39-45AE-898F-3FDA33EC1B39}" dt="2026-05-31T15:32:03.396" v="8467" actId="1076"/>
          <ac:spMkLst>
            <pc:docMk/>
            <pc:sldMk cId="0" sldId="272"/>
            <ac:spMk id="2" creationId="{291B7DD8-11F0-7B96-8CD0-CC1C3C6E6B38}"/>
          </ac:spMkLst>
        </pc:spChg>
        <pc:spChg chg="add mod">
          <ac:chgData name="Daniela Trapani" userId="30b41bef89cfceee" providerId="LiveId" clId="{ADEB5723-9D39-45AE-898F-3FDA33EC1B39}" dt="2026-05-31T15:32:30.358" v="8510" actId="14100"/>
          <ac:spMkLst>
            <pc:docMk/>
            <pc:sldMk cId="0" sldId="272"/>
            <ac:spMk id="3" creationId="{2B06934F-6FA1-32AC-5EAC-34EA66073CAC}"/>
          </ac:spMkLst>
        </pc:spChg>
        <pc:spChg chg="mod">
          <ac:chgData name="Daniela Trapani" userId="30b41bef89cfceee" providerId="LiveId" clId="{ADEB5723-9D39-45AE-898F-3FDA33EC1B39}" dt="2026-05-31T15:32:19.317" v="8508" actId="1036"/>
          <ac:spMkLst>
            <pc:docMk/>
            <pc:sldMk cId="0" sldId="272"/>
            <ac:spMk id="235" creationId="{00000000-0000-0000-0000-000000000000}"/>
          </ac:spMkLst>
        </pc:spChg>
        <pc:spChg chg="mod">
          <ac:chgData name="Daniela Trapani" userId="30b41bef89cfceee" providerId="LiveId" clId="{ADEB5723-9D39-45AE-898F-3FDA33EC1B39}" dt="2026-05-31T15:32:19.317" v="8508" actId="1036"/>
          <ac:spMkLst>
            <pc:docMk/>
            <pc:sldMk cId="0" sldId="272"/>
            <ac:spMk id="236" creationId="{00000000-0000-0000-0000-000000000000}"/>
          </ac:spMkLst>
        </pc:spChg>
        <pc:spChg chg="mod">
          <ac:chgData name="Daniela Trapani" userId="30b41bef89cfceee" providerId="LiveId" clId="{ADEB5723-9D39-45AE-898F-3FDA33EC1B39}" dt="2026-05-31T15:32:19.317" v="8508" actId="1036"/>
          <ac:spMkLst>
            <pc:docMk/>
            <pc:sldMk cId="0" sldId="272"/>
            <ac:spMk id="237" creationId="{00000000-0000-0000-0000-000000000000}"/>
          </ac:spMkLst>
        </pc:spChg>
        <pc:spChg chg="mod">
          <ac:chgData name="Daniela Trapani" userId="30b41bef89cfceee" providerId="LiveId" clId="{ADEB5723-9D39-45AE-898F-3FDA33EC1B39}" dt="2026-05-31T15:32:19.317" v="8508" actId="1036"/>
          <ac:spMkLst>
            <pc:docMk/>
            <pc:sldMk cId="0" sldId="272"/>
            <ac:spMk id="238" creationId="{00000000-0000-0000-0000-000000000000}"/>
          </ac:spMkLst>
        </pc:spChg>
        <pc:spChg chg="mod">
          <ac:chgData name="Daniela Trapani" userId="30b41bef89cfceee" providerId="LiveId" clId="{ADEB5723-9D39-45AE-898F-3FDA33EC1B39}" dt="2026-05-31T15:32:19.317" v="8508" actId="1036"/>
          <ac:spMkLst>
            <pc:docMk/>
            <pc:sldMk cId="0" sldId="272"/>
            <ac:spMk id="243" creationId="{00000000-0000-0000-0000-000000000000}"/>
          </ac:spMkLst>
        </pc:spChg>
        <pc:spChg chg="mod">
          <ac:chgData name="Daniela Trapani" userId="30b41bef89cfceee" providerId="LiveId" clId="{ADEB5723-9D39-45AE-898F-3FDA33EC1B39}" dt="2026-05-31T15:32:19.317" v="8508" actId="1036"/>
          <ac:spMkLst>
            <pc:docMk/>
            <pc:sldMk cId="0" sldId="272"/>
            <ac:spMk id="244" creationId="{00000000-0000-0000-0000-000000000000}"/>
          </ac:spMkLst>
        </pc:spChg>
        <pc:spChg chg="mod">
          <ac:chgData name="Daniela Trapani" userId="30b41bef89cfceee" providerId="LiveId" clId="{ADEB5723-9D39-45AE-898F-3FDA33EC1B39}" dt="2026-05-31T15:32:19.317" v="8508" actId="1036"/>
          <ac:spMkLst>
            <pc:docMk/>
            <pc:sldMk cId="0" sldId="272"/>
            <ac:spMk id="245" creationId="{00000000-0000-0000-0000-000000000000}"/>
          </ac:spMkLst>
        </pc:spChg>
        <pc:spChg chg="mod">
          <ac:chgData name="Daniela Trapani" userId="30b41bef89cfceee" providerId="LiveId" clId="{ADEB5723-9D39-45AE-898F-3FDA33EC1B39}" dt="2026-05-31T15:32:19.317" v="8508" actId="1036"/>
          <ac:spMkLst>
            <pc:docMk/>
            <pc:sldMk cId="0" sldId="272"/>
            <ac:spMk id="246" creationId="{00000000-0000-0000-0000-000000000000}"/>
          </ac:spMkLst>
        </pc:spChg>
        <pc:spChg chg="mod">
          <ac:chgData name="Daniela Trapani" userId="30b41bef89cfceee" providerId="LiveId" clId="{ADEB5723-9D39-45AE-898F-3FDA33EC1B39}" dt="2026-05-31T15:32:19.317" v="8508" actId="1036"/>
          <ac:spMkLst>
            <pc:docMk/>
            <pc:sldMk cId="0" sldId="272"/>
            <ac:spMk id="247" creationId="{00000000-0000-0000-0000-000000000000}"/>
          </ac:spMkLst>
        </pc:spChg>
        <pc:spChg chg="mod">
          <ac:chgData name="Daniela Trapani" userId="30b41bef89cfceee" providerId="LiveId" clId="{ADEB5723-9D39-45AE-898F-3FDA33EC1B39}" dt="2026-05-31T15:32:19.317" v="8508" actId="1036"/>
          <ac:spMkLst>
            <pc:docMk/>
            <pc:sldMk cId="0" sldId="272"/>
            <ac:spMk id="248" creationId="{00000000-0000-0000-0000-000000000000}"/>
          </ac:spMkLst>
        </pc:spChg>
      </pc:sldChg>
      <pc:sldChg chg="addSp delSp modSp mod">
        <pc:chgData name="Daniela Trapani" userId="30b41bef89cfceee" providerId="LiveId" clId="{ADEB5723-9D39-45AE-898F-3FDA33EC1B39}" dt="2026-05-31T15:33:45.555" v="8513"/>
        <pc:sldMkLst>
          <pc:docMk/>
          <pc:sldMk cId="0" sldId="273"/>
        </pc:sldMkLst>
        <pc:graphicFrameChg chg="add mod">
          <ac:chgData name="Daniela Trapani" userId="30b41bef89cfceee" providerId="LiveId" clId="{ADEB5723-9D39-45AE-898F-3FDA33EC1B39}" dt="2026-05-31T15:33:45.555" v="8513"/>
          <ac:graphicFrameMkLst>
            <pc:docMk/>
            <pc:sldMk cId="0" sldId="273"/>
            <ac:graphicFrameMk id="2" creationId="{0CBF8F78-8E97-2BF8-1315-37DCDD9E46A8}"/>
          </ac:graphicFrameMkLst>
        </pc:graphicFrameChg>
        <pc:graphicFrameChg chg="del modGraphic">
          <ac:chgData name="Daniela Trapani" userId="30b41bef89cfceee" providerId="LiveId" clId="{ADEB5723-9D39-45AE-898F-3FDA33EC1B39}" dt="2026-05-31T15:33:39.807" v="8512" actId="478"/>
          <ac:graphicFrameMkLst>
            <pc:docMk/>
            <pc:sldMk cId="0" sldId="273"/>
            <ac:graphicFrameMk id="255" creationId="{00000000-0000-0000-0000-000000000000}"/>
          </ac:graphicFrameMkLst>
        </pc:graphicFrameChg>
      </pc:sldChg>
      <pc:sldChg chg="modSp mod">
        <pc:chgData name="Daniela Trapani" userId="30b41bef89cfceee" providerId="LiveId" clId="{ADEB5723-9D39-45AE-898F-3FDA33EC1B39}" dt="2026-05-31T15:35:55.146" v="8516"/>
        <pc:sldMkLst>
          <pc:docMk/>
          <pc:sldMk cId="0" sldId="275"/>
        </pc:sldMkLst>
        <pc:spChg chg="mod">
          <ac:chgData name="Daniela Trapani" userId="30b41bef89cfceee" providerId="LiveId" clId="{ADEB5723-9D39-45AE-898F-3FDA33EC1B39}" dt="2026-05-31T15:35:55.146" v="8516"/>
          <ac:spMkLst>
            <pc:docMk/>
            <pc:sldMk cId="0" sldId="275"/>
            <ac:spMk id="268" creationId="{00000000-0000-0000-0000-000000000000}"/>
          </ac:spMkLst>
        </pc:spChg>
      </pc:sldChg>
      <pc:sldChg chg="modSp mod modNotesTx">
        <pc:chgData name="Daniela Trapani" userId="30b41bef89cfceee" providerId="LiveId" clId="{ADEB5723-9D39-45AE-898F-3FDA33EC1B39}" dt="2026-05-31T15:37:17.886" v="8537" actId="20577"/>
        <pc:sldMkLst>
          <pc:docMk/>
          <pc:sldMk cId="0" sldId="276"/>
        </pc:sldMkLst>
        <pc:spChg chg="mod">
          <ac:chgData name="Daniela Trapani" userId="30b41bef89cfceee" providerId="LiveId" clId="{ADEB5723-9D39-45AE-898F-3FDA33EC1B39}" dt="2026-05-31T15:37:17.886" v="8537" actId="20577"/>
          <ac:spMkLst>
            <pc:docMk/>
            <pc:sldMk cId="0" sldId="276"/>
            <ac:spMk id="273" creationId="{00000000-0000-0000-0000-000000000000}"/>
          </ac:spMkLst>
        </pc:spChg>
        <pc:spChg chg="mod">
          <ac:chgData name="Daniela Trapani" userId="30b41bef89cfceee" providerId="LiveId" clId="{ADEB5723-9D39-45AE-898F-3FDA33EC1B39}" dt="2026-05-31T15:36:58.699" v="8528" actId="20577"/>
          <ac:spMkLst>
            <pc:docMk/>
            <pc:sldMk cId="0" sldId="276"/>
            <ac:spMk id="274" creationId="{00000000-0000-0000-0000-000000000000}"/>
          </ac:spMkLst>
        </pc:spChg>
      </pc:sldChg>
      <pc:sldChg chg="modSp mod">
        <pc:chgData name="Daniela Trapani" userId="30b41bef89cfceee" providerId="LiveId" clId="{ADEB5723-9D39-45AE-898F-3FDA33EC1B39}" dt="2026-05-31T15:39:31.962" v="8566" actId="20577"/>
        <pc:sldMkLst>
          <pc:docMk/>
          <pc:sldMk cId="0" sldId="277"/>
        </pc:sldMkLst>
        <pc:spChg chg="mod">
          <ac:chgData name="Daniela Trapani" userId="30b41bef89cfceee" providerId="LiveId" clId="{ADEB5723-9D39-45AE-898F-3FDA33EC1B39}" dt="2026-05-31T15:37:41.442" v="8547" actId="20577"/>
          <ac:spMkLst>
            <pc:docMk/>
            <pc:sldMk cId="0" sldId="277"/>
            <ac:spMk id="280" creationId="{00000000-0000-0000-0000-000000000000}"/>
          </ac:spMkLst>
        </pc:spChg>
        <pc:spChg chg="mod">
          <ac:chgData name="Daniela Trapani" userId="30b41bef89cfceee" providerId="LiveId" clId="{ADEB5723-9D39-45AE-898F-3FDA33EC1B39}" dt="2026-05-31T15:39:31.962" v="8566" actId="20577"/>
          <ac:spMkLst>
            <pc:docMk/>
            <pc:sldMk cId="0" sldId="277"/>
            <ac:spMk id="281" creationId="{00000000-0000-0000-0000-000000000000}"/>
          </ac:spMkLst>
        </pc:spChg>
      </pc:sldChg>
      <pc:sldChg chg="addSp modSp mod">
        <pc:chgData name="Daniela Trapani" userId="30b41bef89cfceee" providerId="LiveId" clId="{ADEB5723-9D39-45AE-898F-3FDA33EC1B39}" dt="2026-05-31T18:13:14.537" v="8578" actId="1076"/>
        <pc:sldMkLst>
          <pc:docMk/>
          <pc:sldMk cId="0" sldId="278"/>
        </pc:sldMkLst>
        <pc:spChg chg="add mod">
          <ac:chgData name="Daniela Trapani" userId="30b41bef89cfceee" providerId="LiveId" clId="{ADEB5723-9D39-45AE-898F-3FDA33EC1B39}" dt="2026-05-31T18:13:14.537" v="8578" actId="1076"/>
          <ac:spMkLst>
            <pc:docMk/>
            <pc:sldMk cId="0" sldId="278"/>
            <ac:spMk id="2" creationId="{42A142E6-D184-52CD-F6E1-220FF92B3744}"/>
          </ac:spMkLst>
        </pc:spChg>
        <pc:spChg chg="mod">
          <ac:chgData name="Daniela Trapani" userId="30b41bef89cfceee" providerId="LiveId" clId="{ADEB5723-9D39-45AE-898F-3FDA33EC1B39}" dt="2026-05-31T15:39:47.187" v="8575" actId="20577"/>
          <ac:spMkLst>
            <pc:docMk/>
            <pc:sldMk cId="0" sldId="278"/>
            <ac:spMk id="287" creationId="{00000000-0000-0000-0000-000000000000}"/>
          </ac:spMkLst>
        </pc:spChg>
        <pc:spChg chg="mod">
          <ac:chgData name="Daniela Trapani" userId="30b41bef89cfceee" providerId="LiveId" clId="{ADEB5723-9D39-45AE-898F-3FDA33EC1B39}" dt="2026-05-31T18:12:57.115" v="8576"/>
          <ac:spMkLst>
            <pc:docMk/>
            <pc:sldMk cId="0" sldId="278"/>
            <ac:spMk id="288" creationId="{00000000-0000-0000-0000-000000000000}"/>
          </ac:spMkLst>
        </pc:spChg>
      </pc:sldChg>
      <pc:sldChg chg="modSp mod">
        <pc:chgData name="Daniela Trapani" userId="30b41bef89cfceee" providerId="LiveId" clId="{ADEB5723-9D39-45AE-898F-3FDA33EC1B39}" dt="2026-05-31T18:14:30.039" v="8590" actId="20577"/>
        <pc:sldMkLst>
          <pc:docMk/>
          <pc:sldMk cId="0" sldId="279"/>
        </pc:sldMkLst>
        <pc:spChg chg="mod">
          <ac:chgData name="Daniela Trapani" userId="30b41bef89cfceee" providerId="LiveId" clId="{ADEB5723-9D39-45AE-898F-3FDA33EC1B39}" dt="2026-05-31T18:14:30.039" v="8590" actId="20577"/>
          <ac:spMkLst>
            <pc:docMk/>
            <pc:sldMk cId="0" sldId="279"/>
            <ac:spMk id="294" creationId="{00000000-0000-0000-0000-000000000000}"/>
          </ac:spMkLst>
        </pc:spChg>
      </pc:sldChg>
      <pc:sldChg chg="modSp mod">
        <pc:chgData name="Daniela Trapani" userId="30b41bef89cfceee" providerId="LiveId" clId="{ADEB5723-9D39-45AE-898F-3FDA33EC1B39}" dt="2026-05-31T18:15:20.153" v="8603"/>
        <pc:sldMkLst>
          <pc:docMk/>
          <pc:sldMk cId="0" sldId="280"/>
        </pc:sldMkLst>
        <pc:spChg chg="mod">
          <ac:chgData name="Daniela Trapani" userId="30b41bef89cfceee" providerId="LiveId" clId="{ADEB5723-9D39-45AE-898F-3FDA33EC1B39}" dt="2026-05-31T18:14:52.527" v="8598" actId="20577"/>
          <ac:spMkLst>
            <pc:docMk/>
            <pc:sldMk cId="0" sldId="280"/>
            <ac:spMk id="301" creationId="{00000000-0000-0000-0000-000000000000}"/>
          </ac:spMkLst>
        </pc:spChg>
        <pc:spChg chg="mod">
          <ac:chgData name="Daniela Trapani" userId="30b41bef89cfceee" providerId="LiveId" clId="{ADEB5723-9D39-45AE-898F-3FDA33EC1B39}" dt="2026-05-31T18:15:20.153" v="8603"/>
          <ac:spMkLst>
            <pc:docMk/>
            <pc:sldMk cId="0" sldId="280"/>
            <ac:spMk id="302" creationId="{00000000-0000-0000-0000-000000000000}"/>
          </ac:spMkLst>
        </pc:spChg>
      </pc:sldChg>
      <pc:sldChg chg="modSp mod">
        <pc:chgData name="Daniela Trapani" userId="30b41bef89cfceee" providerId="LiveId" clId="{ADEB5723-9D39-45AE-898F-3FDA33EC1B39}" dt="2026-06-01T09:55:15.318" v="9355" actId="1037"/>
        <pc:sldMkLst>
          <pc:docMk/>
          <pc:sldMk cId="0" sldId="281"/>
        </pc:sldMkLst>
        <pc:spChg chg="mod">
          <ac:chgData name="Daniela Trapani" userId="30b41bef89cfceee" providerId="LiveId" clId="{ADEB5723-9D39-45AE-898F-3FDA33EC1B39}" dt="2026-05-31T18:15:35" v="8612" actId="20577"/>
          <ac:spMkLst>
            <pc:docMk/>
            <pc:sldMk cId="0" sldId="281"/>
            <ac:spMk id="308" creationId="{00000000-0000-0000-0000-000000000000}"/>
          </ac:spMkLst>
        </pc:spChg>
        <pc:spChg chg="mod">
          <ac:chgData name="Daniela Trapani" userId="30b41bef89cfceee" providerId="LiveId" clId="{ADEB5723-9D39-45AE-898F-3FDA33EC1B39}" dt="2026-06-01T09:55:15.318" v="9355" actId="1037"/>
          <ac:spMkLst>
            <pc:docMk/>
            <pc:sldMk cId="0" sldId="281"/>
            <ac:spMk id="309" creationId="{00000000-0000-0000-0000-000000000000}"/>
          </ac:spMkLst>
        </pc:spChg>
      </pc:sldChg>
      <pc:sldChg chg="addSp modSp mod modNotesTx">
        <pc:chgData name="Daniela Trapani" userId="30b41bef89cfceee" providerId="LiveId" clId="{ADEB5723-9D39-45AE-898F-3FDA33EC1B39}" dt="2026-05-31T18:22:49.082" v="8828" actId="1076"/>
        <pc:sldMkLst>
          <pc:docMk/>
          <pc:sldMk cId="0" sldId="282"/>
        </pc:sldMkLst>
        <pc:spChg chg="mod">
          <ac:chgData name="Daniela Trapani" userId="30b41bef89cfceee" providerId="LiveId" clId="{ADEB5723-9D39-45AE-898F-3FDA33EC1B39}" dt="2026-05-31T18:21:31.599" v="8808" actId="20577"/>
          <ac:spMkLst>
            <pc:docMk/>
            <pc:sldMk cId="0" sldId="282"/>
            <ac:spMk id="315" creationId="{00000000-0000-0000-0000-000000000000}"/>
          </ac:spMkLst>
        </pc:spChg>
        <pc:spChg chg="mod">
          <ac:chgData name="Daniela Trapani" userId="30b41bef89cfceee" providerId="LiveId" clId="{ADEB5723-9D39-45AE-898F-3FDA33EC1B39}" dt="2026-05-31T18:22:40.826" v="8826" actId="404"/>
          <ac:spMkLst>
            <pc:docMk/>
            <pc:sldMk cId="0" sldId="282"/>
            <ac:spMk id="316" creationId="{00000000-0000-0000-0000-000000000000}"/>
          </ac:spMkLst>
        </pc:spChg>
        <pc:picChg chg="add mod">
          <ac:chgData name="Daniela Trapani" userId="30b41bef89cfceee" providerId="LiveId" clId="{ADEB5723-9D39-45AE-898F-3FDA33EC1B39}" dt="2026-05-31T18:22:49.082" v="8828" actId="1076"/>
          <ac:picMkLst>
            <pc:docMk/>
            <pc:sldMk cId="0" sldId="282"/>
            <ac:picMk id="2" creationId="{8D0D809D-683E-E4CE-FEF8-56E41AA6A256}"/>
          </ac:picMkLst>
        </pc:picChg>
      </pc:sldChg>
      <pc:sldChg chg="modSp mod modNotesTx">
        <pc:chgData name="Daniela Trapani" userId="30b41bef89cfceee" providerId="LiveId" clId="{ADEB5723-9D39-45AE-898F-3FDA33EC1B39}" dt="2026-05-31T18:23:42.112" v="8838" actId="20577"/>
        <pc:sldMkLst>
          <pc:docMk/>
          <pc:sldMk cId="0" sldId="283"/>
        </pc:sldMkLst>
        <pc:spChg chg="mod">
          <ac:chgData name="Daniela Trapani" userId="30b41bef89cfceee" providerId="LiveId" clId="{ADEB5723-9D39-45AE-898F-3FDA33EC1B39}" dt="2026-05-31T18:23:21.016" v="8837" actId="20577"/>
          <ac:spMkLst>
            <pc:docMk/>
            <pc:sldMk cId="0" sldId="283"/>
            <ac:spMk id="322" creationId="{00000000-0000-0000-0000-000000000000}"/>
          </ac:spMkLst>
        </pc:spChg>
        <pc:spChg chg="mod">
          <ac:chgData name="Daniela Trapani" userId="30b41bef89cfceee" providerId="LiveId" clId="{ADEB5723-9D39-45AE-898F-3FDA33EC1B39}" dt="2026-05-31T18:23:42.112" v="8838" actId="20577"/>
          <ac:spMkLst>
            <pc:docMk/>
            <pc:sldMk cId="0" sldId="283"/>
            <ac:spMk id="323" creationId="{00000000-0000-0000-0000-000000000000}"/>
          </ac:spMkLst>
        </pc:spChg>
      </pc:sldChg>
      <pc:sldChg chg="modSp mod">
        <pc:chgData name="Daniela Trapani" userId="30b41bef89cfceee" providerId="LiveId" clId="{ADEB5723-9D39-45AE-898F-3FDA33EC1B39}" dt="2026-05-31T18:25:18.258" v="8857" actId="20577"/>
        <pc:sldMkLst>
          <pc:docMk/>
          <pc:sldMk cId="0" sldId="284"/>
        </pc:sldMkLst>
        <pc:spChg chg="mod">
          <ac:chgData name="Daniela Trapani" userId="30b41bef89cfceee" providerId="LiveId" clId="{ADEB5723-9D39-45AE-898F-3FDA33EC1B39}" dt="2026-05-31T18:25:18.258" v="8857" actId="20577"/>
          <ac:spMkLst>
            <pc:docMk/>
            <pc:sldMk cId="0" sldId="284"/>
            <ac:spMk id="329" creationId="{00000000-0000-0000-0000-000000000000}"/>
          </ac:spMkLst>
        </pc:spChg>
      </pc:sldChg>
      <pc:sldChg chg="modSp mod">
        <pc:chgData name="Daniela Trapani" userId="30b41bef89cfceee" providerId="LiveId" clId="{ADEB5723-9D39-45AE-898F-3FDA33EC1B39}" dt="2026-05-31T18:26:00.594" v="8866" actId="20577"/>
        <pc:sldMkLst>
          <pc:docMk/>
          <pc:sldMk cId="0" sldId="285"/>
        </pc:sldMkLst>
        <pc:spChg chg="mod">
          <ac:chgData name="Daniela Trapani" userId="30b41bef89cfceee" providerId="LiveId" clId="{ADEB5723-9D39-45AE-898F-3FDA33EC1B39}" dt="2026-05-31T18:26:00.594" v="8866" actId="20577"/>
          <ac:spMkLst>
            <pc:docMk/>
            <pc:sldMk cId="0" sldId="285"/>
            <ac:spMk id="336" creationId="{00000000-0000-0000-0000-000000000000}"/>
          </ac:spMkLst>
        </pc:spChg>
        <pc:spChg chg="mod">
          <ac:chgData name="Daniela Trapani" userId="30b41bef89cfceee" providerId="LiveId" clId="{ADEB5723-9D39-45AE-898F-3FDA33EC1B39}" dt="2026-05-29T10:37:10.872" v="7868" actId="20577"/>
          <ac:spMkLst>
            <pc:docMk/>
            <pc:sldMk cId="0" sldId="285"/>
            <ac:spMk id="337" creationId="{00000000-0000-0000-0000-000000000000}"/>
          </ac:spMkLst>
        </pc:spChg>
      </pc:sldChg>
      <pc:sldChg chg="modSp mod">
        <pc:chgData name="Daniela Trapani" userId="30b41bef89cfceee" providerId="LiveId" clId="{ADEB5723-9D39-45AE-898F-3FDA33EC1B39}" dt="2026-05-31T21:14:48.280" v="9065" actId="20577"/>
        <pc:sldMkLst>
          <pc:docMk/>
          <pc:sldMk cId="0" sldId="286"/>
        </pc:sldMkLst>
        <pc:spChg chg="mod">
          <ac:chgData name="Daniela Trapani" userId="30b41bef89cfceee" providerId="LiveId" clId="{ADEB5723-9D39-45AE-898F-3FDA33EC1B39}" dt="2026-05-31T18:26:16.597" v="8875" actId="20577"/>
          <ac:spMkLst>
            <pc:docMk/>
            <pc:sldMk cId="0" sldId="286"/>
            <ac:spMk id="343" creationId="{00000000-0000-0000-0000-000000000000}"/>
          </ac:spMkLst>
        </pc:spChg>
        <pc:spChg chg="mod">
          <ac:chgData name="Daniela Trapani" userId="30b41bef89cfceee" providerId="LiveId" clId="{ADEB5723-9D39-45AE-898F-3FDA33EC1B39}" dt="2026-05-31T21:14:48.280" v="9065" actId="20577"/>
          <ac:spMkLst>
            <pc:docMk/>
            <pc:sldMk cId="0" sldId="286"/>
            <ac:spMk id="344" creationId="{00000000-0000-0000-0000-000000000000}"/>
          </ac:spMkLst>
        </pc:spChg>
      </pc:sldChg>
      <pc:sldChg chg="addSp delSp modSp mod ord">
        <pc:chgData name="Daniela Trapani" userId="30b41bef89cfceee" providerId="LiveId" clId="{ADEB5723-9D39-45AE-898F-3FDA33EC1B39}" dt="2026-05-27T13:22:44.614" v="3510" actId="20577"/>
        <pc:sldMkLst>
          <pc:docMk/>
          <pc:sldMk cId="0" sldId="287"/>
        </pc:sldMkLst>
        <pc:spChg chg="mod">
          <ac:chgData name="Daniela Trapani" userId="30b41bef89cfceee" providerId="LiveId" clId="{ADEB5723-9D39-45AE-898F-3FDA33EC1B39}" dt="2026-05-27T13:22:44.614" v="3510" actId="20577"/>
          <ac:spMkLst>
            <pc:docMk/>
            <pc:sldMk cId="0" sldId="287"/>
            <ac:spMk id="350" creationId="{00000000-0000-0000-0000-000000000000}"/>
          </ac:spMkLst>
        </pc:spChg>
      </pc:sldChg>
      <pc:sldChg chg="modSp mod modNotesTx">
        <pc:chgData name="Daniela Trapani" userId="30b41bef89cfceee" providerId="LiveId" clId="{ADEB5723-9D39-45AE-898F-3FDA33EC1B39}" dt="2026-05-31T21:21:45.409" v="9069" actId="20577"/>
        <pc:sldMkLst>
          <pc:docMk/>
          <pc:sldMk cId="0" sldId="288"/>
        </pc:sldMkLst>
        <pc:spChg chg="mod">
          <ac:chgData name="Daniela Trapani" userId="30b41bef89cfceee" providerId="LiveId" clId="{ADEB5723-9D39-45AE-898F-3FDA33EC1B39}" dt="2026-05-28T12:13:14.411" v="4244" actId="20577"/>
          <ac:spMkLst>
            <pc:docMk/>
            <pc:sldMk cId="0" sldId="288"/>
            <ac:spMk id="357" creationId="{00000000-0000-0000-0000-000000000000}"/>
          </ac:spMkLst>
        </pc:spChg>
        <pc:spChg chg="mod">
          <ac:chgData name="Daniela Trapani" userId="30b41bef89cfceee" providerId="LiveId" clId="{ADEB5723-9D39-45AE-898F-3FDA33EC1B39}" dt="2026-05-27T13:47:46.040" v="3634" actId="20577"/>
          <ac:spMkLst>
            <pc:docMk/>
            <pc:sldMk cId="0" sldId="288"/>
            <ac:spMk id="359" creationId="{00000000-0000-0000-0000-000000000000}"/>
          </ac:spMkLst>
        </pc:spChg>
      </pc:sldChg>
      <pc:sldChg chg="modSp mod ord modNotesTx">
        <pc:chgData name="Daniela Trapani" userId="30b41bef89cfceee" providerId="LiveId" clId="{ADEB5723-9D39-45AE-898F-3FDA33EC1B39}" dt="2026-05-31T21:29:32.787" v="9102" actId="6549"/>
        <pc:sldMkLst>
          <pc:docMk/>
          <pc:sldMk cId="0" sldId="289"/>
        </pc:sldMkLst>
        <pc:spChg chg="mod">
          <ac:chgData name="Daniela Trapani" userId="30b41bef89cfceee" providerId="LiveId" clId="{ADEB5723-9D39-45AE-898F-3FDA33EC1B39}" dt="2026-05-31T21:29:32.787" v="9102" actId="6549"/>
          <ac:spMkLst>
            <pc:docMk/>
            <pc:sldMk cId="0" sldId="289"/>
            <ac:spMk id="364" creationId="{00000000-0000-0000-0000-000000000000}"/>
          </ac:spMkLst>
        </pc:spChg>
        <pc:spChg chg="mod">
          <ac:chgData name="Daniela Trapani" userId="30b41bef89cfceee" providerId="LiveId" clId="{ADEB5723-9D39-45AE-898F-3FDA33EC1B39}" dt="2026-05-28T11:32:13.994" v="3933" actId="20577"/>
          <ac:spMkLst>
            <pc:docMk/>
            <pc:sldMk cId="0" sldId="289"/>
            <ac:spMk id="366" creationId="{00000000-0000-0000-0000-000000000000}"/>
          </ac:spMkLst>
        </pc:spChg>
      </pc:sldChg>
      <pc:sldChg chg="modSp mod ord modNotesTx">
        <pc:chgData name="Daniela Trapani" userId="30b41bef89cfceee" providerId="LiveId" clId="{ADEB5723-9D39-45AE-898F-3FDA33EC1B39}" dt="2026-05-31T21:37:57.842" v="9104" actId="20577"/>
        <pc:sldMkLst>
          <pc:docMk/>
          <pc:sldMk cId="0" sldId="290"/>
        </pc:sldMkLst>
        <pc:spChg chg="mod">
          <ac:chgData name="Daniela Trapani" userId="30b41bef89cfceee" providerId="LiveId" clId="{ADEB5723-9D39-45AE-898F-3FDA33EC1B39}" dt="2026-05-31T21:37:57.842" v="9104" actId="20577"/>
          <ac:spMkLst>
            <pc:docMk/>
            <pc:sldMk cId="0" sldId="290"/>
            <ac:spMk id="371" creationId="{00000000-0000-0000-0000-000000000000}"/>
          </ac:spMkLst>
        </pc:spChg>
        <pc:spChg chg="mod">
          <ac:chgData name="Daniela Trapani" userId="30b41bef89cfceee" providerId="LiveId" clId="{ADEB5723-9D39-45AE-898F-3FDA33EC1B39}" dt="2026-05-28T11:32:18.130" v="3935" actId="20577"/>
          <ac:spMkLst>
            <pc:docMk/>
            <pc:sldMk cId="0" sldId="290"/>
            <ac:spMk id="373" creationId="{00000000-0000-0000-0000-000000000000}"/>
          </ac:spMkLst>
        </pc:spChg>
      </pc:sldChg>
      <pc:sldChg chg="modSp mod ord">
        <pc:chgData name="Daniela Trapani" userId="30b41bef89cfceee" providerId="LiveId" clId="{ADEB5723-9D39-45AE-898F-3FDA33EC1B39}" dt="2026-05-31T21:45:26.081" v="9130" actId="20577"/>
        <pc:sldMkLst>
          <pc:docMk/>
          <pc:sldMk cId="0" sldId="291"/>
        </pc:sldMkLst>
        <pc:spChg chg="mod">
          <ac:chgData name="Daniela Trapani" userId="30b41bef89cfceee" providerId="LiveId" clId="{ADEB5723-9D39-45AE-898F-3FDA33EC1B39}" dt="2026-05-31T18:33:35.004" v="8967" actId="20577"/>
          <ac:spMkLst>
            <pc:docMk/>
            <pc:sldMk cId="0" sldId="291"/>
            <ac:spMk id="378" creationId="{00000000-0000-0000-0000-000000000000}"/>
          </ac:spMkLst>
        </pc:spChg>
        <pc:spChg chg="mod">
          <ac:chgData name="Daniela Trapani" userId="30b41bef89cfceee" providerId="LiveId" clId="{ADEB5723-9D39-45AE-898F-3FDA33EC1B39}" dt="2026-05-31T21:45:26.081" v="9130" actId="20577"/>
          <ac:spMkLst>
            <pc:docMk/>
            <pc:sldMk cId="0" sldId="291"/>
            <ac:spMk id="379" creationId="{00000000-0000-0000-0000-000000000000}"/>
          </ac:spMkLst>
        </pc:spChg>
      </pc:sldChg>
      <pc:sldChg chg="modSp mod ord">
        <pc:chgData name="Daniela Trapani" userId="30b41bef89cfceee" providerId="LiveId" clId="{ADEB5723-9D39-45AE-898F-3FDA33EC1B39}" dt="2026-05-31T18:24:58.452" v="8848" actId="20577"/>
        <pc:sldMkLst>
          <pc:docMk/>
          <pc:sldMk cId="0" sldId="292"/>
        </pc:sldMkLst>
        <pc:spChg chg="mod">
          <ac:chgData name="Daniela Trapani" userId="30b41bef89cfceee" providerId="LiveId" clId="{ADEB5723-9D39-45AE-898F-3FDA33EC1B39}" dt="2026-05-31T18:24:25.131" v="8847" actId="20577"/>
          <ac:spMkLst>
            <pc:docMk/>
            <pc:sldMk cId="0" sldId="292"/>
            <ac:spMk id="385" creationId="{00000000-0000-0000-0000-000000000000}"/>
          </ac:spMkLst>
        </pc:spChg>
        <pc:spChg chg="mod">
          <ac:chgData name="Daniela Trapani" userId="30b41bef89cfceee" providerId="LiveId" clId="{ADEB5723-9D39-45AE-898F-3FDA33EC1B39}" dt="2026-05-31T18:24:58.452" v="8848" actId="20577"/>
          <ac:spMkLst>
            <pc:docMk/>
            <pc:sldMk cId="0" sldId="292"/>
            <ac:spMk id="386" creationId="{00000000-0000-0000-0000-000000000000}"/>
          </ac:spMkLst>
        </pc:spChg>
      </pc:sldChg>
      <pc:sldChg chg="del">
        <pc:chgData name="Daniela Trapani" userId="30b41bef89cfceee" providerId="LiveId" clId="{ADEB5723-9D39-45AE-898F-3FDA33EC1B39}" dt="2026-05-31T15:37:33.054" v="8538" actId="2696"/>
        <pc:sldMkLst>
          <pc:docMk/>
          <pc:sldMk cId="0" sldId="294"/>
        </pc:sldMkLst>
      </pc:sldChg>
      <pc:sldChg chg="ord">
        <pc:chgData name="Daniela Trapani" userId="30b41bef89cfceee" providerId="LiveId" clId="{ADEB5723-9D39-45AE-898F-3FDA33EC1B39}" dt="2026-05-27T13:18:42.712" v="3495"/>
        <pc:sldMkLst>
          <pc:docMk/>
          <pc:sldMk cId="0" sldId="295"/>
        </pc:sldMkLst>
      </pc:sldChg>
      <pc:sldChg chg="add">
        <pc:chgData name="Daniela Trapani" userId="30b41bef89cfceee" providerId="LiveId" clId="{ADEB5723-9D39-45AE-898F-3FDA33EC1B39}" dt="2026-05-27T13:17:36.443" v="3493"/>
        <pc:sldMkLst>
          <pc:docMk/>
          <pc:sldMk cId="2405818473" sldId="296"/>
        </pc:sldMkLst>
      </pc:sldChg>
      <pc:sldChg chg="modSp add mod">
        <pc:chgData name="Daniela Trapani" userId="30b41bef89cfceee" providerId="LiveId" clId="{ADEB5723-9D39-45AE-898F-3FDA33EC1B39}" dt="2026-05-29T10:48:19.741" v="8148" actId="20577"/>
        <pc:sldMkLst>
          <pc:docMk/>
          <pc:sldMk cId="1800618443" sldId="297"/>
        </pc:sldMkLst>
        <pc:spChg chg="mod">
          <ac:chgData name="Daniela Trapani" userId="30b41bef89cfceee" providerId="LiveId" clId="{ADEB5723-9D39-45AE-898F-3FDA33EC1B39}" dt="2026-05-29T10:48:19.741" v="8148" actId="20577"/>
          <ac:spMkLst>
            <pc:docMk/>
            <pc:sldMk cId="1800618443" sldId="297"/>
            <ac:spMk id="420" creationId="{00000000-0000-0000-0000-000000000000}"/>
          </ac:spMkLst>
        </pc:spChg>
      </pc:sldChg>
      <pc:sldChg chg="modSp add mod">
        <pc:chgData name="Daniela Trapani" userId="30b41bef89cfceee" providerId="LiveId" clId="{ADEB5723-9D39-45AE-898F-3FDA33EC1B39}" dt="2026-05-31T18:32:23.070" v="8958" actId="20577"/>
        <pc:sldMkLst>
          <pc:docMk/>
          <pc:sldMk cId="3821098460" sldId="298"/>
        </pc:sldMkLst>
        <pc:spChg chg="mod">
          <ac:chgData name="Daniela Trapani" userId="30b41bef89cfceee" providerId="LiveId" clId="{ADEB5723-9D39-45AE-898F-3FDA33EC1B39}" dt="2026-05-31T18:31:02.060" v="8918" actId="20577"/>
          <ac:spMkLst>
            <pc:docMk/>
            <pc:sldMk cId="3821098460" sldId="298"/>
            <ac:spMk id="426" creationId="{00000000-0000-0000-0000-000000000000}"/>
          </ac:spMkLst>
        </pc:spChg>
        <pc:spChg chg="mod">
          <ac:chgData name="Daniela Trapani" userId="30b41bef89cfceee" providerId="LiveId" clId="{ADEB5723-9D39-45AE-898F-3FDA33EC1B39}" dt="2026-05-31T18:32:23.070" v="8958" actId="20577"/>
          <ac:spMkLst>
            <pc:docMk/>
            <pc:sldMk cId="3821098460" sldId="298"/>
            <ac:spMk id="427" creationId="{00000000-0000-0000-0000-000000000000}"/>
          </ac:spMkLst>
        </pc:spChg>
      </pc:sldChg>
      <pc:sldChg chg="add modNotesTx">
        <pc:chgData name="Daniela Trapani" userId="30b41bef89cfceee" providerId="LiveId" clId="{ADEB5723-9D39-45AE-898F-3FDA33EC1B39}" dt="2026-05-28T17:40:04.743" v="4251" actId="6549"/>
        <pc:sldMkLst>
          <pc:docMk/>
          <pc:sldMk cId="2284176382" sldId="299"/>
        </pc:sldMkLst>
      </pc:sldChg>
      <pc:sldChg chg="ord">
        <pc:chgData name="Daniela Trapani" userId="30b41bef89cfceee" providerId="LiveId" clId="{ADEB5723-9D39-45AE-898F-3FDA33EC1B39}" dt="2026-05-27T13:21:37.112" v="3503"/>
        <pc:sldMkLst>
          <pc:docMk/>
          <pc:sldMk cId="0" sldId="304"/>
        </pc:sldMkLst>
      </pc:sldChg>
      <pc:sldChg chg="ord">
        <pc:chgData name="Daniela Trapani" userId="30b41bef89cfceee" providerId="LiveId" clId="{ADEB5723-9D39-45AE-898F-3FDA33EC1B39}" dt="2026-05-27T13:22:15.472" v="3507"/>
        <pc:sldMkLst>
          <pc:docMk/>
          <pc:sldMk cId="0" sldId="305"/>
        </pc:sldMkLst>
      </pc:sldChg>
      <pc:sldChg chg="modSp add mod modNotesTx">
        <pc:chgData name="Daniela Trapani" userId="30b41bef89cfceee" providerId="LiveId" clId="{ADEB5723-9D39-45AE-898F-3FDA33EC1B39}" dt="2026-05-31T20:48:16.325" v="9060" actId="20577"/>
        <pc:sldMkLst>
          <pc:docMk/>
          <pc:sldMk cId="3524723368" sldId="313"/>
        </pc:sldMkLst>
        <pc:spChg chg="mod">
          <ac:chgData name="Daniela Trapani" userId="30b41bef89cfceee" providerId="LiveId" clId="{ADEB5723-9D39-45AE-898F-3FDA33EC1B39}" dt="2026-05-31T20:41:39.835" v="9047" actId="20577"/>
          <ac:spMkLst>
            <pc:docMk/>
            <pc:sldMk cId="3524723368" sldId="313"/>
            <ac:spMk id="357" creationId="{B9D56012-DC25-0220-2CFF-5592D070762E}"/>
          </ac:spMkLst>
        </pc:spChg>
        <pc:spChg chg="mod">
          <ac:chgData name="Daniela Trapani" userId="30b41bef89cfceee" providerId="LiveId" clId="{ADEB5723-9D39-45AE-898F-3FDA33EC1B39}" dt="2026-05-27T11:28:02.743" v="934" actId="20577"/>
          <ac:spMkLst>
            <pc:docMk/>
            <pc:sldMk cId="3524723368" sldId="313"/>
            <ac:spMk id="359" creationId="{12C987F2-182D-DB17-7DF2-E092A45787D1}"/>
          </ac:spMkLst>
        </pc:spChg>
      </pc:sldChg>
      <pc:sldChg chg="addSp modSp add mod ord">
        <pc:chgData name="Daniela Trapani" userId="30b41bef89cfceee" providerId="LiveId" clId="{ADEB5723-9D39-45AE-898F-3FDA33EC1B39}" dt="2026-05-27T13:21:08.504" v="3501"/>
        <pc:sldMkLst>
          <pc:docMk/>
          <pc:sldMk cId="2491472136" sldId="314"/>
        </pc:sldMkLst>
        <pc:spChg chg="mod">
          <ac:chgData name="Daniela Trapani" userId="30b41bef89cfceee" providerId="LiveId" clId="{ADEB5723-9D39-45AE-898F-3FDA33EC1B39}" dt="2026-05-27T12:43:36.739" v="2830" actId="20577"/>
          <ac:spMkLst>
            <pc:docMk/>
            <pc:sldMk cId="2491472136" sldId="314"/>
            <ac:spMk id="350" creationId="{AD6B4430-0252-612C-F72A-8A9F7ECE01E0}"/>
          </ac:spMkLst>
        </pc:spChg>
        <pc:spChg chg="mod">
          <ac:chgData name="Daniela Trapani" userId="30b41bef89cfceee" providerId="LiveId" clId="{ADEB5723-9D39-45AE-898F-3FDA33EC1B39}" dt="2026-05-27T12:46:23.418" v="2859" actId="14100"/>
          <ac:spMkLst>
            <pc:docMk/>
            <pc:sldMk cId="2491472136" sldId="314"/>
            <ac:spMk id="351" creationId="{492D3D56-2737-6354-8DC6-635936C6DC47}"/>
          </ac:spMkLst>
        </pc:spChg>
        <pc:picChg chg="add mod">
          <ac:chgData name="Daniela Trapani" userId="30b41bef89cfceee" providerId="LiveId" clId="{ADEB5723-9D39-45AE-898F-3FDA33EC1B39}" dt="2026-05-27T12:45:50.537" v="2854" actId="1076"/>
          <ac:picMkLst>
            <pc:docMk/>
            <pc:sldMk cId="2491472136" sldId="314"/>
            <ac:picMk id="3" creationId="{8496DD50-71B2-7A3A-D972-91AC1E7FA2CC}"/>
          </ac:picMkLst>
        </pc:picChg>
      </pc:sldChg>
      <pc:sldChg chg="addSp delSp modSp add mod ord">
        <pc:chgData name="Daniela Trapani" userId="30b41bef89cfceee" providerId="LiveId" clId="{ADEB5723-9D39-45AE-898F-3FDA33EC1B39}" dt="2026-05-27T13:21:08.504" v="3501"/>
        <pc:sldMkLst>
          <pc:docMk/>
          <pc:sldMk cId="290896871" sldId="315"/>
        </pc:sldMkLst>
        <pc:spChg chg="mod">
          <ac:chgData name="Daniela Trapani" userId="30b41bef89cfceee" providerId="LiveId" clId="{ADEB5723-9D39-45AE-898F-3FDA33EC1B39}" dt="2026-05-27T12:47:09.397" v="2890" actId="20577"/>
          <ac:spMkLst>
            <pc:docMk/>
            <pc:sldMk cId="290896871" sldId="315"/>
            <ac:spMk id="350" creationId="{5158A3AF-F4D9-071F-30D2-8ABDEEEE7864}"/>
          </ac:spMkLst>
        </pc:spChg>
        <pc:spChg chg="mod">
          <ac:chgData name="Daniela Trapani" userId="30b41bef89cfceee" providerId="LiveId" clId="{ADEB5723-9D39-45AE-898F-3FDA33EC1B39}" dt="2026-05-27T12:50:26.216" v="2989" actId="6549"/>
          <ac:spMkLst>
            <pc:docMk/>
            <pc:sldMk cId="290896871" sldId="315"/>
            <ac:spMk id="351" creationId="{4CA08ED7-FEBA-414F-B52A-5466C34EC3AC}"/>
          </ac:spMkLst>
        </pc:spChg>
      </pc:sldChg>
      <pc:sldChg chg="modSp add mod modNotesTx">
        <pc:chgData name="Daniela Trapani" userId="30b41bef89cfceee" providerId="LiveId" clId="{ADEB5723-9D39-45AE-898F-3FDA33EC1B39}" dt="2026-05-31T22:02:18.707" v="9195" actId="20577"/>
        <pc:sldMkLst>
          <pc:docMk/>
          <pc:sldMk cId="916398728" sldId="316"/>
        </pc:sldMkLst>
        <pc:spChg chg="mod">
          <ac:chgData name="Daniela Trapani" userId="30b41bef89cfceee" providerId="LiveId" clId="{ADEB5723-9D39-45AE-898F-3FDA33EC1B39}" dt="2026-05-31T22:02:18.707" v="9195" actId="20577"/>
          <ac:spMkLst>
            <pc:docMk/>
            <pc:sldMk cId="916398728" sldId="316"/>
            <ac:spMk id="357" creationId="{BDFDFD40-D3E6-058B-C4B6-7526323BE255}"/>
          </ac:spMkLst>
        </pc:spChg>
        <pc:spChg chg="mod">
          <ac:chgData name="Daniela Trapani" userId="30b41bef89cfceee" providerId="LiveId" clId="{ADEB5723-9D39-45AE-898F-3FDA33EC1B39}" dt="2026-05-28T19:28:36.163" v="4949" actId="20577"/>
          <ac:spMkLst>
            <pc:docMk/>
            <pc:sldMk cId="916398728" sldId="316"/>
            <ac:spMk id="359" creationId="{3B463BED-DCF4-8391-F2B1-FA7280E91FCB}"/>
          </ac:spMkLst>
        </pc:spChg>
      </pc:sldChg>
      <pc:sldChg chg="modSp add mod modNotesTx">
        <pc:chgData name="Daniela Trapani" userId="30b41bef89cfceee" providerId="LiveId" clId="{ADEB5723-9D39-45AE-898F-3FDA33EC1B39}" dt="2026-05-31T22:26:47.386" v="9308" actId="20577"/>
        <pc:sldMkLst>
          <pc:docMk/>
          <pc:sldMk cId="3848624810" sldId="317"/>
        </pc:sldMkLst>
        <pc:spChg chg="mod">
          <ac:chgData name="Daniela Trapani" userId="30b41bef89cfceee" providerId="LiveId" clId="{ADEB5723-9D39-45AE-898F-3FDA33EC1B39}" dt="2026-05-31T22:26:47.386" v="9308" actId="20577"/>
          <ac:spMkLst>
            <pc:docMk/>
            <pc:sldMk cId="3848624810" sldId="317"/>
            <ac:spMk id="357" creationId="{230AFA6A-8366-0C68-EB98-F324BAE7BA17}"/>
          </ac:spMkLst>
        </pc:spChg>
        <pc:spChg chg="mod">
          <ac:chgData name="Daniela Trapani" userId="30b41bef89cfceee" providerId="LiveId" clId="{ADEB5723-9D39-45AE-898F-3FDA33EC1B39}" dt="2026-05-28T19:35:50.971" v="5228" actId="20577"/>
          <ac:spMkLst>
            <pc:docMk/>
            <pc:sldMk cId="3848624810" sldId="317"/>
            <ac:spMk id="359" creationId="{2113DED8-CC95-9323-DBF3-14DF94286945}"/>
          </ac:spMkLst>
        </pc:spChg>
      </pc:sldChg>
      <pc:sldChg chg="addSp modSp add mod modNotesTx">
        <pc:chgData name="Daniela Trapani" userId="30b41bef89cfceee" providerId="LiveId" clId="{ADEB5723-9D39-45AE-898F-3FDA33EC1B39}" dt="2026-05-31T18:34:35.532" v="9034" actId="404"/>
        <pc:sldMkLst>
          <pc:docMk/>
          <pc:sldMk cId="409260084" sldId="318"/>
        </pc:sldMkLst>
        <pc:spChg chg="add mod">
          <ac:chgData name="Daniela Trapani" userId="30b41bef89cfceee" providerId="LiveId" clId="{ADEB5723-9D39-45AE-898F-3FDA33EC1B39}" dt="2026-05-29T09:33:36.028" v="7210" actId="208"/>
          <ac:spMkLst>
            <pc:docMk/>
            <pc:sldMk cId="409260084" sldId="318"/>
            <ac:spMk id="2" creationId="{92866870-F93A-48B3-7680-59F5D3B63B2D}"/>
          </ac:spMkLst>
        </pc:spChg>
        <pc:spChg chg="add mod">
          <ac:chgData name="Daniela Trapani" userId="30b41bef89cfceee" providerId="LiveId" clId="{ADEB5723-9D39-45AE-898F-3FDA33EC1B39}" dt="2026-05-29T09:38:17.873" v="7292" actId="1076"/>
          <ac:spMkLst>
            <pc:docMk/>
            <pc:sldMk cId="409260084" sldId="318"/>
            <ac:spMk id="3" creationId="{EFF31F5C-E29F-2C18-860B-6322627CE808}"/>
          </ac:spMkLst>
        </pc:spChg>
        <pc:spChg chg="mod">
          <ac:chgData name="Daniela Trapani" userId="30b41bef89cfceee" providerId="LiveId" clId="{ADEB5723-9D39-45AE-898F-3FDA33EC1B39}" dt="2026-05-31T18:34:35.532" v="9034" actId="404"/>
          <ac:spMkLst>
            <pc:docMk/>
            <pc:sldMk cId="409260084" sldId="318"/>
            <ac:spMk id="378" creationId="{D938A61E-E0DC-B180-C4D0-C251E6DB58FE}"/>
          </ac:spMkLst>
        </pc:spChg>
        <pc:spChg chg="mod">
          <ac:chgData name="Daniela Trapani" userId="30b41bef89cfceee" providerId="LiveId" clId="{ADEB5723-9D39-45AE-898F-3FDA33EC1B39}" dt="2026-05-29T09:32:31.767" v="7202" actId="20577"/>
          <ac:spMkLst>
            <pc:docMk/>
            <pc:sldMk cId="409260084" sldId="318"/>
            <ac:spMk id="379" creationId="{0EC9C990-E475-FFB6-AEEC-BEFB48D1D006}"/>
          </ac:spMkLst>
        </pc:spChg>
      </pc:sldChg>
      <pc:sldChg chg="modSp add mod modNotesTx">
        <pc:chgData name="Daniela Trapani" userId="30b41bef89cfceee" providerId="LiveId" clId="{ADEB5723-9D39-45AE-898F-3FDA33EC1B39}" dt="2026-05-31T21:46:06.723" v="9141" actId="20577"/>
        <pc:sldMkLst>
          <pc:docMk/>
          <pc:sldMk cId="1119043307" sldId="319"/>
        </pc:sldMkLst>
        <pc:spChg chg="mod">
          <ac:chgData name="Daniela Trapani" userId="30b41bef89cfceee" providerId="LiveId" clId="{ADEB5723-9D39-45AE-898F-3FDA33EC1B39}" dt="2026-05-31T18:33:42.131" v="8976" actId="20577"/>
          <ac:spMkLst>
            <pc:docMk/>
            <pc:sldMk cId="1119043307" sldId="319"/>
            <ac:spMk id="378" creationId="{98EE9CB0-8221-D86F-A986-3F5AC662007D}"/>
          </ac:spMkLst>
        </pc:spChg>
        <pc:spChg chg="mod">
          <ac:chgData name="Daniela Trapani" userId="30b41bef89cfceee" providerId="LiveId" clId="{ADEB5723-9D39-45AE-898F-3FDA33EC1B39}" dt="2026-05-31T21:46:06.723" v="9141" actId="20577"/>
          <ac:spMkLst>
            <pc:docMk/>
            <pc:sldMk cId="1119043307" sldId="319"/>
            <ac:spMk id="379" creationId="{AD718DC3-08B3-A69D-B533-EE809C94041A}"/>
          </ac:spMkLst>
        </pc:spChg>
      </pc:sldChg>
      <pc:sldChg chg="addSp modSp add mod modNotesTx">
        <pc:chgData name="Daniela Trapani" userId="30b41bef89cfceee" providerId="LiveId" clId="{ADEB5723-9D39-45AE-898F-3FDA33EC1B39}" dt="2026-05-31T15:00:39.608" v="8331" actId="115"/>
        <pc:sldMkLst>
          <pc:docMk/>
          <pc:sldMk cId="4155567498" sldId="320"/>
        </pc:sldMkLst>
        <pc:spChg chg="mod">
          <ac:chgData name="Daniela Trapani" userId="30b41bef89cfceee" providerId="LiveId" clId="{ADEB5723-9D39-45AE-898F-3FDA33EC1B39}" dt="2026-05-29T10:27:47.860" v="7393" actId="20577"/>
          <ac:spMkLst>
            <pc:docMk/>
            <pc:sldMk cId="4155567498" sldId="320"/>
            <ac:spMk id="158" creationId="{889C79BA-CCA4-10CB-2F31-C2496C946F66}"/>
          </ac:spMkLst>
        </pc:spChg>
        <pc:spChg chg="mod">
          <ac:chgData name="Daniela Trapani" userId="30b41bef89cfceee" providerId="LiveId" clId="{ADEB5723-9D39-45AE-898F-3FDA33EC1B39}" dt="2026-05-31T15:00:39.608" v="8331" actId="115"/>
          <ac:spMkLst>
            <pc:docMk/>
            <pc:sldMk cId="4155567498" sldId="320"/>
            <ac:spMk id="159" creationId="{E9A09BDB-0648-99F3-6649-A54ABD927361}"/>
          </ac:spMkLst>
        </pc:spChg>
      </pc:sldChg>
      <pc:sldChg chg="delSp modSp add mod">
        <pc:chgData name="Daniela Trapani" userId="30b41bef89cfceee" providerId="LiveId" clId="{ADEB5723-9D39-45AE-898F-3FDA33EC1B39}" dt="2026-05-31T14:26:02.616" v="8329" actId="14100"/>
        <pc:sldMkLst>
          <pc:docMk/>
          <pc:sldMk cId="1451127451" sldId="322"/>
        </pc:sldMkLst>
        <pc:spChg chg="del">
          <ac:chgData name="Daniela Trapani" userId="30b41bef89cfceee" providerId="LiveId" clId="{ADEB5723-9D39-45AE-898F-3FDA33EC1B39}" dt="2026-05-31T14:23:03.873" v="8307" actId="478"/>
          <ac:spMkLst>
            <pc:docMk/>
            <pc:sldMk cId="1451127451" sldId="322"/>
            <ac:spMk id="2" creationId="{5453742C-D0AB-E38F-9019-846F3CB8F7C6}"/>
          </ac:spMkLst>
        </pc:spChg>
        <pc:spChg chg="mod">
          <ac:chgData name="Daniela Trapani" userId="30b41bef89cfceee" providerId="LiveId" clId="{ADEB5723-9D39-45AE-898F-3FDA33EC1B39}" dt="2026-05-31T14:26:02.616" v="8329" actId="14100"/>
          <ac:spMkLst>
            <pc:docMk/>
            <pc:sldMk cId="1451127451" sldId="322"/>
            <ac:spMk id="5" creationId="{39B57709-4107-4E55-803F-CC10D7628050}"/>
          </ac:spMkLst>
        </pc:spChg>
        <pc:spChg chg="del mod">
          <ac:chgData name="Daniela Trapani" userId="30b41bef89cfceee" providerId="LiveId" clId="{ADEB5723-9D39-45AE-898F-3FDA33EC1B39}" dt="2026-05-31T14:23:02.683" v="8306" actId="478"/>
          <ac:spMkLst>
            <pc:docMk/>
            <pc:sldMk cId="1451127451" sldId="322"/>
            <ac:spMk id="19" creationId="{3C56A22D-8322-FFC8-CF47-AABAE9FEA635}"/>
          </ac:spMkLst>
        </pc:spChg>
        <pc:spChg chg="mod">
          <ac:chgData name="Daniela Trapani" userId="30b41bef89cfceee" providerId="LiveId" clId="{ADEB5723-9D39-45AE-898F-3FDA33EC1B39}" dt="2026-05-31T14:24:45.526" v="8319" actId="1076"/>
          <ac:spMkLst>
            <pc:docMk/>
            <pc:sldMk cId="1451127451" sldId="322"/>
            <ac:spMk id="22" creationId="{47BC3C39-C535-4AD5-98B1-3353AC8FCA9A}"/>
          </ac:spMkLst>
        </pc:spChg>
        <pc:spChg chg="mod">
          <ac:chgData name="Daniela Trapani" userId="30b41bef89cfceee" providerId="LiveId" clId="{ADEB5723-9D39-45AE-898F-3FDA33EC1B39}" dt="2026-05-31T14:24:20.686" v="8315" actId="1076"/>
          <ac:spMkLst>
            <pc:docMk/>
            <pc:sldMk cId="1451127451" sldId="322"/>
            <ac:spMk id="24" creationId="{037C25D6-8D98-47BA-B03C-A5A7E3733546}"/>
          </ac:spMkLst>
        </pc:spChg>
        <pc:spChg chg="del mod">
          <ac:chgData name="Daniela Trapani" userId="30b41bef89cfceee" providerId="LiveId" clId="{ADEB5723-9D39-45AE-898F-3FDA33EC1B39}" dt="2026-05-31T14:22:58.616" v="8303" actId="478"/>
          <ac:spMkLst>
            <pc:docMk/>
            <pc:sldMk cId="1451127451" sldId="322"/>
            <ac:spMk id="27" creationId="{38E4FABC-694D-493A-AD67-36CD0E7407A1}"/>
          </ac:spMkLst>
        </pc:spChg>
        <pc:spChg chg="mod">
          <ac:chgData name="Daniela Trapani" userId="30b41bef89cfceee" providerId="LiveId" clId="{ADEB5723-9D39-45AE-898F-3FDA33EC1B39}" dt="2026-05-31T14:24:49.438" v="8320" actId="1076"/>
          <ac:spMkLst>
            <pc:docMk/>
            <pc:sldMk cId="1451127451" sldId="322"/>
            <ac:spMk id="30" creationId="{F0A36E6C-2302-E496-9AF1-14996CE8ABE8}"/>
          </ac:spMkLst>
        </pc:spChg>
        <pc:spChg chg="mod">
          <ac:chgData name="Daniela Trapani" userId="30b41bef89cfceee" providerId="LiveId" clId="{ADEB5723-9D39-45AE-898F-3FDA33EC1B39}" dt="2026-05-31T14:25:39.520" v="8325" actId="1076"/>
          <ac:spMkLst>
            <pc:docMk/>
            <pc:sldMk cId="1451127451" sldId="322"/>
            <ac:spMk id="71" creationId="{6FAD2C96-723E-4E4C-8435-CA46F152A6C1}"/>
          </ac:spMkLst>
        </pc:spChg>
        <pc:spChg chg="mod">
          <ac:chgData name="Daniela Trapani" userId="30b41bef89cfceee" providerId="LiveId" clId="{ADEB5723-9D39-45AE-898F-3FDA33EC1B39}" dt="2026-05-31T14:25:47.305" v="8326" actId="1076"/>
          <ac:spMkLst>
            <pc:docMk/>
            <pc:sldMk cId="1451127451" sldId="322"/>
            <ac:spMk id="75" creationId="{E4E16FA0-2E8A-45FD-A5E7-818AD7D89FC3}"/>
          </ac:spMkLst>
        </pc:spChg>
        <pc:spChg chg="mod">
          <ac:chgData name="Daniela Trapani" userId="30b41bef89cfceee" providerId="LiveId" clId="{ADEB5723-9D39-45AE-898F-3FDA33EC1B39}" dt="2026-05-31T14:25:31.222" v="8322" actId="1076"/>
          <ac:spMkLst>
            <pc:docMk/>
            <pc:sldMk cId="1451127451" sldId="322"/>
            <ac:spMk id="77" creationId="{064B77A2-ACA5-4016-9C71-AF19E78F77DD}"/>
          </ac:spMkLst>
        </pc:spChg>
        <pc:spChg chg="mod">
          <ac:chgData name="Daniela Trapani" userId="30b41bef89cfceee" providerId="LiveId" clId="{ADEB5723-9D39-45AE-898F-3FDA33EC1B39}" dt="2026-05-31T14:25:28.478" v="8321" actId="1076"/>
          <ac:spMkLst>
            <pc:docMk/>
            <pc:sldMk cId="1451127451" sldId="322"/>
            <ac:spMk id="79" creationId="{79560AB1-4301-48EA-B694-0E231321E512}"/>
          </ac:spMkLst>
        </pc:spChg>
        <pc:picChg chg="mod">
          <ac:chgData name="Daniela Trapani" userId="30b41bef89cfceee" providerId="LiveId" clId="{ADEB5723-9D39-45AE-898F-3FDA33EC1B39}" dt="2026-05-31T14:24:26.730" v="8317" actId="1076"/>
          <ac:picMkLst>
            <pc:docMk/>
            <pc:sldMk cId="1451127451" sldId="322"/>
            <ac:picMk id="26" creationId="{3A30E55A-8EE2-483A-A156-F06CC95A39A6}"/>
          </ac:picMkLst>
        </pc:picChg>
        <pc:cxnChg chg="del">
          <ac:chgData name="Daniela Trapani" userId="30b41bef89cfceee" providerId="LiveId" clId="{ADEB5723-9D39-45AE-898F-3FDA33EC1B39}" dt="2026-05-31T14:23:04.902" v="8308" actId="478"/>
          <ac:cxnSpMkLst>
            <pc:docMk/>
            <pc:sldMk cId="1451127451" sldId="322"/>
            <ac:cxnSpMk id="3" creationId="{BBBFE51B-0DDD-54A8-3FA1-10F74C7FB800}"/>
          </ac:cxnSpMkLst>
        </pc:cxnChg>
        <pc:cxnChg chg="mod">
          <ac:chgData name="Daniela Trapani" userId="30b41bef89cfceee" providerId="LiveId" clId="{ADEB5723-9D39-45AE-898F-3FDA33EC1B39}" dt="2026-05-31T14:26:02.616" v="8329" actId="14100"/>
          <ac:cxnSpMkLst>
            <pc:docMk/>
            <pc:sldMk cId="1451127451" sldId="322"/>
            <ac:cxnSpMk id="14" creationId="{D0922506-D3B6-4F8C-852F-5266480A453F}"/>
          </ac:cxnSpMkLst>
        </pc:cxnChg>
        <pc:cxnChg chg="mod">
          <ac:chgData name="Daniela Trapani" userId="30b41bef89cfceee" providerId="LiveId" clId="{ADEB5723-9D39-45AE-898F-3FDA33EC1B39}" dt="2026-05-31T14:26:02.616" v="8329" actId="14100"/>
          <ac:cxnSpMkLst>
            <pc:docMk/>
            <pc:sldMk cId="1451127451" sldId="322"/>
            <ac:cxnSpMk id="20" creationId="{B16CD02F-EFE6-4450-8186-325DD7519EED}"/>
          </ac:cxnSpMkLst>
        </pc:cxnChg>
        <pc:cxnChg chg="del">
          <ac:chgData name="Daniela Trapani" userId="30b41bef89cfceee" providerId="LiveId" clId="{ADEB5723-9D39-45AE-898F-3FDA33EC1B39}" dt="2026-05-31T14:23:01.832" v="8305" actId="478"/>
          <ac:cxnSpMkLst>
            <pc:docMk/>
            <pc:sldMk cId="1451127451" sldId="322"/>
            <ac:cxnSpMk id="21" creationId="{E3D57B38-8BAF-6FE6-FBB3-693FA5835120}"/>
          </ac:cxnSpMkLst>
        </pc:cxnChg>
        <pc:cxnChg chg="mod">
          <ac:chgData name="Daniela Trapani" userId="30b41bef89cfceee" providerId="LiveId" clId="{ADEB5723-9D39-45AE-898F-3FDA33EC1B39}" dt="2026-05-31T14:26:02.616" v="8329" actId="14100"/>
          <ac:cxnSpMkLst>
            <pc:docMk/>
            <pc:sldMk cId="1451127451" sldId="322"/>
            <ac:cxnSpMk id="23" creationId="{C691F214-8E7E-4D47-8CB6-2B3A18E9AB1A}"/>
          </ac:cxnSpMkLst>
        </pc:cxnChg>
        <pc:cxnChg chg="mod">
          <ac:chgData name="Daniela Trapani" userId="30b41bef89cfceee" providerId="LiveId" clId="{ADEB5723-9D39-45AE-898F-3FDA33EC1B39}" dt="2026-05-31T14:26:02.616" v="8329" actId="14100"/>
          <ac:cxnSpMkLst>
            <pc:docMk/>
            <pc:sldMk cId="1451127451" sldId="322"/>
            <ac:cxnSpMk id="34" creationId="{D0236697-43DD-4EA1-B17B-95E9BCABB258}"/>
          </ac:cxnSpMkLst>
        </pc:cxnChg>
        <pc:cxnChg chg="del mod">
          <ac:chgData name="Daniela Trapani" userId="30b41bef89cfceee" providerId="LiveId" clId="{ADEB5723-9D39-45AE-898F-3FDA33EC1B39}" dt="2026-05-31T14:23:06.207" v="8309" actId="478"/>
          <ac:cxnSpMkLst>
            <pc:docMk/>
            <pc:sldMk cId="1451127451" sldId="322"/>
            <ac:cxnSpMk id="37" creationId="{7AD58EF3-DA27-451A-9F47-7F1DCA50A28B}"/>
          </ac:cxnSpMkLst>
        </pc:cxnChg>
        <pc:cxnChg chg="mod">
          <ac:chgData name="Daniela Trapani" userId="30b41bef89cfceee" providerId="LiveId" clId="{ADEB5723-9D39-45AE-898F-3FDA33EC1B39}" dt="2026-05-31T14:24:45.526" v="8319" actId="1076"/>
          <ac:cxnSpMkLst>
            <pc:docMk/>
            <pc:sldMk cId="1451127451" sldId="322"/>
            <ac:cxnSpMk id="40" creationId="{46D8AE5A-83DC-4FFF-9B94-608EC8508DB6}"/>
          </ac:cxnSpMkLst>
        </pc:cxnChg>
        <pc:cxnChg chg="mod">
          <ac:chgData name="Daniela Trapani" userId="30b41bef89cfceee" providerId="LiveId" clId="{ADEB5723-9D39-45AE-898F-3FDA33EC1B39}" dt="2026-05-31T14:24:45.526" v="8319" actId="1076"/>
          <ac:cxnSpMkLst>
            <pc:docMk/>
            <pc:sldMk cId="1451127451" sldId="322"/>
            <ac:cxnSpMk id="43" creationId="{7E0AA42D-9E88-4B8A-AD53-038AB4F75A51}"/>
          </ac:cxnSpMkLst>
        </pc:cxnChg>
        <pc:cxnChg chg="del mod">
          <ac:chgData name="Daniela Trapani" userId="30b41bef89cfceee" providerId="LiveId" clId="{ADEB5723-9D39-45AE-898F-3FDA33EC1B39}" dt="2026-05-31T14:23:08.663" v="8310" actId="478"/>
          <ac:cxnSpMkLst>
            <pc:docMk/>
            <pc:sldMk cId="1451127451" sldId="322"/>
            <ac:cxnSpMk id="46" creationId="{EA5BAFB1-6898-4785-832E-39AB6A2FA03B}"/>
          </ac:cxnSpMkLst>
        </pc:cxnChg>
        <pc:cxnChg chg="del mod">
          <ac:chgData name="Daniela Trapani" userId="30b41bef89cfceee" providerId="LiveId" clId="{ADEB5723-9D39-45AE-898F-3FDA33EC1B39}" dt="2026-05-31T14:23:09.847" v="8311" actId="478"/>
          <ac:cxnSpMkLst>
            <pc:docMk/>
            <pc:sldMk cId="1451127451" sldId="322"/>
            <ac:cxnSpMk id="49" creationId="{C4328D17-A224-4CF9-BF1B-7F85EA872094}"/>
          </ac:cxnSpMkLst>
        </pc:cxnChg>
        <pc:cxnChg chg="mod">
          <ac:chgData name="Daniela Trapani" userId="30b41bef89cfceee" providerId="LiveId" clId="{ADEB5723-9D39-45AE-898F-3FDA33EC1B39}" dt="2026-05-31T14:25:54.972" v="8328" actId="14100"/>
          <ac:cxnSpMkLst>
            <pc:docMk/>
            <pc:sldMk cId="1451127451" sldId="322"/>
            <ac:cxnSpMk id="69" creationId="{52D71D6E-81B9-4741-80E3-A127EF20AAFD}"/>
          </ac:cxnSpMkLst>
        </pc:cxnChg>
        <pc:cxnChg chg="mod">
          <ac:chgData name="Daniela Trapani" userId="30b41bef89cfceee" providerId="LiveId" clId="{ADEB5723-9D39-45AE-898F-3FDA33EC1B39}" dt="2026-05-31T14:25:47.305" v="8326" actId="1076"/>
          <ac:cxnSpMkLst>
            <pc:docMk/>
            <pc:sldMk cId="1451127451" sldId="322"/>
            <ac:cxnSpMk id="76" creationId="{6A3F610D-F9ED-40BB-85B9-0206AB9223B1}"/>
          </ac:cxnSpMkLst>
        </pc:cxnChg>
        <pc:cxnChg chg="mod">
          <ac:chgData name="Daniela Trapani" userId="30b41bef89cfceee" providerId="LiveId" clId="{ADEB5723-9D39-45AE-898F-3FDA33EC1B39}" dt="2026-05-31T14:25:31.222" v="8322" actId="1076"/>
          <ac:cxnSpMkLst>
            <pc:docMk/>
            <pc:sldMk cId="1451127451" sldId="322"/>
            <ac:cxnSpMk id="78" creationId="{8A48244E-66E0-4A71-B4B2-21A67DBF2709}"/>
          </ac:cxnSpMkLst>
        </pc:cxnChg>
        <pc:cxnChg chg="mod">
          <ac:chgData name="Daniela Trapani" userId="30b41bef89cfceee" providerId="LiveId" clId="{ADEB5723-9D39-45AE-898F-3FDA33EC1B39}" dt="2026-05-31T14:25:28.478" v="8321" actId="1076"/>
          <ac:cxnSpMkLst>
            <pc:docMk/>
            <pc:sldMk cId="1451127451" sldId="322"/>
            <ac:cxnSpMk id="80" creationId="{8A1AAAFE-8610-4B23-9518-F8BCBAF9E3F0}"/>
          </ac:cxnSpMkLst>
        </pc:cxnChg>
      </pc:sldChg>
      <pc:sldChg chg="add">
        <pc:chgData name="Daniela Trapani" userId="30b41bef89cfceee" providerId="LiveId" clId="{ADEB5723-9D39-45AE-898F-3FDA33EC1B39}" dt="2026-05-31T18:36:06.939" v="9035"/>
        <pc:sldMkLst>
          <pc:docMk/>
          <pc:sldMk cId="3466597900" sldId="323"/>
        </pc:sldMkLst>
      </pc:sldChg>
      <pc:sldChg chg="modSp add mod">
        <pc:chgData name="Daniela Trapani" userId="30b41bef89cfceee" providerId="LiveId" clId="{ADEB5723-9D39-45AE-898F-3FDA33EC1B39}" dt="2026-06-01T10:46:31.032" v="9356" actId="20577"/>
        <pc:sldMkLst>
          <pc:docMk/>
          <pc:sldMk cId="2800760635" sldId="326"/>
        </pc:sldMkLst>
        <pc:spChg chg="mod">
          <ac:chgData name="Daniela Trapani" userId="30b41bef89cfceee" providerId="LiveId" clId="{ADEB5723-9D39-45AE-898F-3FDA33EC1B39}" dt="2026-06-01T10:46:31.032" v="9356" actId="20577"/>
          <ac:spMkLst>
            <pc:docMk/>
            <pc:sldMk cId="2800760635" sldId="326"/>
            <ac:spMk id="3" creationId="{E9B5D139-947B-46FE-8082-C68008FAB30E}"/>
          </ac:spMkLst>
        </pc:spChg>
      </pc:sldChg>
      <pc:sldChg chg="modSp add mod">
        <pc:chgData name="Daniela Trapani" userId="30b41bef89cfceee" providerId="LiveId" clId="{ADEB5723-9D39-45AE-898F-3FDA33EC1B39}" dt="2026-05-31T20:39:13.767" v="9038" actId="12"/>
        <pc:sldMkLst>
          <pc:docMk/>
          <pc:sldMk cId="4241666223" sldId="330"/>
        </pc:sldMkLst>
        <pc:spChg chg="mod">
          <ac:chgData name="Daniela Trapani" userId="30b41bef89cfceee" providerId="LiveId" clId="{ADEB5723-9D39-45AE-898F-3FDA33EC1B39}" dt="2026-05-31T20:39:13.767" v="9038" actId="12"/>
          <ac:spMkLst>
            <pc:docMk/>
            <pc:sldMk cId="4241666223" sldId="330"/>
            <ac:spMk id="3" creationId="{A2B3363C-5712-4D30-820B-111EB25E4FD3}"/>
          </ac:spMkLst>
        </pc:spChg>
      </pc:sldChg>
      <pc:sldChg chg="delSp add mod">
        <pc:chgData name="Daniela Trapani" userId="30b41bef89cfceee" providerId="LiveId" clId="{ADEB5723-9D39-45AE-898F-3FDA33EC1B39}" dt="2026-06-01T09:44:45.960" v="9324" actId="478"/>
        <pc:sldMkLst>
          <pc:docMk/>
          <pc:sldMk cId="3716793993" sldId="331"/>
        </pc:sldMkLst>
        <pc:spChg chg="del">
          <ac:chgData name="Daniela Trapani" userId="30b41bef89cfceee" providerId="LiveId" clId="{ADEB5723-9D39-45AE-898F-3FDA33EC1B39}" dt="2026-06-01T09:44:45.960" v="9324" actId="478"/>
          <ac:spMkLst>
            <pc:docMk/>
            <pc:sldMk cId="3716793993" sldId="331"/>
            <ac:spMk id="2" creationId="{9F770D5F-B784-40D6-B72F-908DE022905C}"/>
          </ac:spMkLst>
        </pc:spChg>
      </pc:sldChg>
      <pc:sldChg chg="modSp add mod">
        <pc:chgData name="Daniela Trapani" userId="30b41bef89cfceee" providerId="LiveId" clId="{ADEB5723-9D39-45AE-898F-3FDA33EC1B39}" dt="2026-05-31T14:21:17.308" v="8300" actId="20577"/>
        <pc:sldMkLst>
          <pc:docMk/>
          <pc:sldMk cId="1885891557" sldId="332"/>
        </pc:sldMkLst>
        <pc:spChg chg="mod">
          <ac:chgData name="Daniela Trapani" userId="30b41bef89cfceee" providerId="LiveId" clId="{ADEB5723-9D39-45AE-898F-3FDA33EC1B39}" dt="2026-05-31T14:21:17.308" v="8300" actId="20577"/>
          <ac:spMkLst>
            <pc:docMk/>
            <pc:sldMk cId="1885891557" sldId="332"/>
            <ac:spMk id="105" creationId="{754DAB34-5240-B7CA-BF10-97FC538EFEE1}"/>
          </ac:spMkLst>
        </pc:spChg>
      </pc:sldChg>
      <pc:sldChg chg="add">
        <pc:chgData name="Daniela Trapani" userId="30b41bef89cfceee" providerId="LiveId" clId="{ADEB5723-9D39-45AE-898F-3FDA33EC1B39}" dt="2026-05-31T14:20:53.418" v="8299"/>
        <pc:sldMkLst>
          <pc:docMk/>
          <pc:sldMk cId="2260997963" sldId="333"/>
        </pc:sldMkLst>
      </pc:sldChg>
      <pc:sldChg chg="add">
        <pc:chgData name="Daniela Trapani" userId="30b41bef89cfceee" providerId="LiveId" clId="{ADEB5723-9D39-45AE-898F-3FDA33EC1B39}" dt="2026-05-31T14:59:18.923" v="8330"/>
        <pc:sldMkLst>
          <pc:docMk/>
          <pc:sldMk cId="2897244362" sldId="335"/>
        </pc:sldMkLst>
      </pc:sldChg>
      <pc:sldChg chg="modSp add mod">
        <pc:chgData name="Daniela Trapani" userId="30b41bef89cfceee" providerId="LiveId" clId="{ADEB5723-9D39-45AE-898F-3FDA33EC1B39}" dt="2026-06-01T09:52:36.016" v="9337" actId="20577"/>
        <pc:sldMkLst>
          <pc:docMk/>
          <pc:sldMk cId="1439454327" sldId="338"/>
        </pc:sldMkLst>
        <pc:spChg chg="mod">
          <ac:chgData name="Daniela Trapani" userId="30b41bef89cfceee" providerId="LiveId" clId="{ADEB5723-9D39-45AE-898F-3FDA33EC1B39}" dt="2026-06-01T09:52:36.016" v="9337" actId="20577"/>
          <ac:spMkLst>
            <pc:docMk/>
            <pc:sldMk cId="1439454327" sldId="338"/>
            <ac:spMk id="3" creationId="{55BC1444-E260-1056-6815-C721101CD00C}"/>
          </ac:spMkLst>
        </pc:spChg>
      </pc:sldChg>
      <pc:sldChg chg="modSp add mod">
        <pc:chgData name="Daniela Trapani" userId="30b41bef89cfceee" providerId="LiveId" clId="{ADEB5723-9D39-45AE-898F-3FDA33EC1B39}" dt="2026-05-31T15:18:25.217" v="8341" actId="20577"/>
        <pc:sldMkLst>
          <pc:docMk/>
          <pc:sldMk cId="3602568807" sldId="339"/>
        </pc:sldMkLst>
        <pc:spChg chg="mod">
          <ac:chgData name="Daniela Trapani" userId="30b41bef89cfceee" providerId="LiveId" clId="{ADEB5723-9D39-45AE-898F-3FDA33EC1B39}" dt="2026-05-31T15:18:25.217" v="8341" actId="20577"/>
          <ac:spMkLst>
            <pc:docMk/>
            <pc:sldMk cId="3602568807" sldId="339"/>
            <ac:spMk id="159" creationId="{00000000-0000-0000-0000-000000000000}"/>
          </ac:spMkLst>
        </pc:spChg>
      </pc:sldChg>
      <pc:sldChg chg="add">
        <pc:chgData name="Daniela Trapani" userId="30b41bef89cfceee" providerId="LiveId" clId="{ADEB5723-9D39-45AE-898F-3FDA33EC1B39}" dt="2026-05-31T15:20:24.299" v="8342"/>
        <pc:sldMkLst>
          <pc:docMk/>
          <pc:sldMk cId="0" sldId="340"/>
        </pc:sldMkLst>
      </pc:sldChg>
      <pc:sldChg chg="add">
        <pc:chgData name="Daniela Trapani" userId="30b41bef89cfceee" providerId="LiveId" clId="{ADEB5723-9D39-45AE-898F-3FDA33EC1B39}" dt="2026-05-31T15:24:24.448" v="8366"/>
        <pc:sldMkLst>
          <pc:docMk/>
          <pc:sldMk cId="1295645281" sldId="341"/>
        </pc:sldMkLst>
      </pc:sldChg>
      <pc:sldChg chg="add">
        <pc:chgData name="Daniela Trapani" userId="30b41bef89cfceee" providerId="LiveId" clId="{ADEB5723-9D39-45AE-898F-3FDA33EC1B39}" dt="2026-05-31T18:28:05.452" v="8910"/>
        <pc:sldMkLst>
          <pc:docMk/>
          <pc:sldMk cId="1300225890" sldId="342"/>
        </pc:sldMkLst>
      </pc:sldChg>
      <pc:sldChg chg="modSp add mod">
        <pc:chgData name="Daniela Trapani" userId="30b41bef89cfceee" providerId="LiveId" clId="{ADEB5723-9D39-45AE-898F-3FDA33EC1B39}" dt="2026-05-31T20:57:32.310" v="9062" actId="20577"/>
        <pc:sldMkLst>
          <pc:docMk/>
          <pc:sldMk cId="1022362532" sldId="343"/>
        </pc:sldMkLst>
        <pc:spChg chg="mod">
          <ac:chgData name="Daniela Trapani" userId="30b41bef89cfceee" providerId="LiveId" clId="{ADEB5723-9D39-45AE-898F-3FDA33EC1B39}" dt="2026-05-31T20:57:32.310" v="9062" actId="20577"/>
          <ac:spMkLst>
            <pc:docMk/>
            <pc:sldMk cId="1022362532" sldId="343"/>
            <ac:spMk id="330" creationId="{D3802CC3-0401-2F9D-CA1D-1C87A0B2C30F}"/>
          </ac:spMkLst>
        </pc:spChg>
      </pc:sldChg>
      <pc:sldChg chg="add">
        <pc:chgData name="Daniela Trapani" userId="30b41bef89cfceee" providerId="LiveId" clId="{ADEB5723-9D39-45AE-898F-3FDA33EC1B39}" dt="2026-05-31T18:36:06.939" v="9035"/>
        <pc:sldMkLst>
          <pc:docMk/>
          <pc:sldMk cId="405268787" sldId="34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Introduce Git and GitHub as Source Control Management technologies that work together to provide a comprehensive SCM solution for developers. More about what SCM is will follow.</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You can ask if any in the class have ever used Git or GitHub or any other SCM system</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Transition: Let’s see the prerequisites needed for learning Git and GitHub</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08746525f_0_6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08746525f_0_6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There are no requirements for learning Git and GitHub.</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If a student has used SCM previously, knowing the concepts of SCM will be helpful learning Git and Git Hub</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b0d7cdec9_1_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b0d7cdec9_1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slide details information about the “repos” fold. This has little to do with learning Git and GitHub. Rather, this is describing how students should organize the project files on their disk. There is nothing technically wrong with storing new projects anywhere on disk, but it will be much harder to find projects previously created if they are not well organized.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folder should be created in the root of the C: drive so it will be accessible as C:\repos in Windows and /c/repos in the Git Bash Shell. All the project files that will be stored in the Git repository will be stored in the repos folder. Laptops provided by MAX to students should already have this folder. For students using their own laptops, this folder can be created after downloading Git at git-</a:t>
            </a:r>
            <a:r>
              <a:rPr lang="en-US" dirty="0" err="1"/>
              <a:t>scm.com</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NOTE!: You should warn the students that this repos folder should never be initialized as a Git repository. If this happens, it will cause problems access all the projects within the repos folder. If it is initialized accidentally, it can be fixed by the following steps in the Git Bash shell:</a:t>
            </a:r>
            <a:br>
              <a:rPr lang="en-US" dirty="0"/>
            </a:br>
            <a:br>
              <a:rPr lang="en-US" dirty="0"/>
            </a:br>
            <a:r>
              <a:rPr lang="en-US" dirty="0"/>
              <a:t>1) cd /c/repos</a:t>
            </a:r>
          </a:p>
          <a:p>
            <a:pPr marL="0" lvl="0" indent="0" algn="l" rtl="0">
              <a:spcBef>
                <a:spcPts val="0"/>
              </a:spcBef>
              <a:spcAft>
                <a:spcPts val="0"/>
              </a:spcAft>
              <a:buNone/>
            </a:pPr>
            <a:r>
              <a:rPr lang="en-US" dirty="0"/>
              <a:t>2) rm –rf .git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will remove the repository folder created by Git and the repos folder will no longer be a repository.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Transition: Let’s move to an overview of what Source Control Management is.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08746525f_0_7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08746525f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Now we’re going to do a short overview of just what source control management is and how Git performs this important function.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Transition: Let’s explain what source control management is.</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a91a4ec1d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a91a4ec1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Just what is source control management?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 programmers create programs by creating text files that are turned into runnable programs. Those text files are the important assets in order to be able to fix bug and create enhancements to the programs. If the text files would be lost, the program code would have to be rewritten from scratch which may not even be possible. Therefore, we must protect those source files from being inadvertently deleted or corrupted. Source control management does that. It stores every version of a source file in a repository. Plus, it keeps track of which version is the most current. So if a source file is saved three times, SCM will save all three versions and keeps track of the order they were saved. This allows going back to a previous version if needed. There is an example of this in the next couple of slides.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Transition: Let’s look at an example of how SCM controls the versions of a source file.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a:extLst>
            <a:ext uri="{FF2B5EF4-FFF2-40B4-BE49-F238E27FC236}">
              <a16:creationId xmlns:a16="http://schemas.microsoft.com/office/drawing/2014/main" id="{951355E8-406A-5D43-5A60-69D51489C398}"/>
            </a:ext>
          </a:extLst>
        </p:cNvPr>
        <p:cNvGrpSpPr/>
        <p:nvPr/>
      </p:nvGrpSpPr>
      <p:grpSpPr>
        <a:xfrm>
          <a:off x="0" y="0"/>
          <a:ext cx="0" cy="0"/>
          <a:chOff x="0" y="0"/>
          <a:chExt cx="0" cy="0"/>
        </a:xfrm>
      </p:grpSpPr>
      <p:sp>
        <p:nvSpPr>
          <p:cNvPr id="100" name="Google Shape;100;g3a91a4ec1d_0_0:notes">
            <a:extLst>
              <a:ext uri="{FF2B5EF4-FFF2-40B4-BE49-F238E27FC236}">
                <a16:creationId xmlns:a16="http://schemas.microsoft.com/office/drawing/2014/main" id="{C00A63A9-68AC-7BE4-723E-0D2BC0803A4C}"/>
              </a:ext>
            </a:extLst>
          </p:cNvPr>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a91a4ec1d_0_0:notes">
            <a:extLst>
              <a:ext uri="{FF2B5EF4-FFF2-40B4-BE49-F238E27FC236}">
                <a16:creationId xmlns:a16="http://schemas.microsoft.com/office/drawing/2014/main" id="{C1287576-9B7E-7535-9058-6DB9ECC929D6}"/>
              </a:ext>
            </a:extLst>
          </p:cNvPr>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r>
              <a:rPr lang="en-US" dirty="0"/>
              <a:t>Just what is source control management?</a:t>
            </a:r>
          </a:p>
          <a:p>
            <a:pPr marL="0" indent="0">
              <a:buNone/>
            </a:pPr>
            <a:endParaRPr lang="en-US" dirty="0"/>
          </a:p>
          <a:p>
            <a:pPr marL="0" indent="0">
              <a:buNone/>
            </a:pPr>
            <a:r>
              <a:rPr lang="en-US" dirty="0"/>
              <a:t>We programmers create programs by creating text files that are turned into runnable programs. Those text files are the important assets in order to be able to fix bug and create enhancements to the programs. If the text files would be lost, the program code would have to be rewritten from scratch which may not even be possible. Therefore, we must protect those source files from being inadvertently deleted or corrupted. Source control management does that. It stores every version of a source file in a repository. Plus, it keeps track of which version is the most current. So if a source file is saved three times, SCM will save all three versions and keeps track of the order they were saved. This allows going back to a previous version if needed. There is an example of this in the next couple of slides.</a:t>
            </a:r>
          </a:p>
          <a:p>
            <a:pPr marL="0" indent="0">
              <a:buNone/>
            </a:pPr>
            <a:endParaRPr lang="en-US" dirty="0"/>
          </a:p>
          <a:p>
            <a:pPr marL="0" indent="0">
              <a:buNone/>
            </a:pPr>
            <a:r>
              <a:rPr lang="en-US" dirty="0"/>
              <a:t>Transition: Let’s look at an example of how SCM controls the versions of a source file.</a:t>
            </a:r>
          </a:p>
        </p:txBody>
      </p:sp>
    </p:spTree>
    <p:extLst>
      <p:ext uri="{BB962C8B-B14F-4D97-AF65-F5344CB8AC3E}">
        <p14:creationId xmlns:p14="http://schemas.microsoft.com/office/powerpoint/2010/main" val="20868425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a:extLst>
            <a:ext uri="{FF2B5EF4-FFF2-40B4-BE49-F238E27FC236}">
              <a16:creationId xmlns:a16="http://schemas.microsoft.com/office/drawing/2014/main" id="{5FDFF71D-DEFA-3DD2-F55B-F990F71E5E96}"/>
            </a:ext>
          </a:extLst>
        </p:cNvPr>
        <p:cNvGrpSpPr/>
        <p:nvPr/>
      </p:nvGrpSpPr>
      <p:grpSpPr>
        <a:xfrm>
          <a:off x="0" y="0"/>
          <a:ext cx="0" cy="0"/>
          <a:chOff x="0" y="0"/>
          <a:chExt cx="0" cy="0"/>
        </a:xfrm>
      </p:grpSpPr>
      <p:sp>
        <p:nvSpPr>
          <p:cNvPr id="100" name="Google Shape;100;g3a91a4ec1d_0_0:notes">
            <a:extLst>
              <a:ext uri="{FF2B5EF4-FFF2-40B4-BE49-F238E27FC236}">
                <a16:creationId xmlns:a16="http://schemas.microsoft.com/office/drawing/2014/main" id="{F9284592-32CA-302E-1145-18B12234AAD2}"/>
              </a:ext>
            </a:extLst>
          </p:cNvPr>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a91a4ec1d_0_0:notes">
            <a:extLst>
              <a:ext uri="{FF2B5EF4-FFF2-40B4-BE49-F238E27FC236}">
                <a16:creationId xmlns:a16="http://schemas.microsoft.com/office/drawing/2014/main" id="{02257F2E-CE44-36E4-8453-35047CB35061}"/>
              </a:ext>
            </a:extLst>
          </p:cNvPr>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r>
              <a:rPr lang="en-US" dirty="0"/>
              <a:t>Just what is source control management?</a:t>
            </a:r>
          </a:p>
          <a:p>
            <a:pPr marL="0" indent="0">
              <a:buNone/>
            </a:pPr>
            <a:endParaRPr lang="en-US" dirty="0"/>
          </a:p>
          <a:p>
            <a:pPr marL="0" indent="0">
              <a:buNone/>
            </a:pPr>
            <a:r>
              <a:rPr lang="en-US" dirty="0"/>
              <a:t>We programmers create programs by creating text files that are turned into runnable programs. Those text files are the important assets in order to be able to fix bug and create enhancements to the programs. If the text files would be lost, the program code would have to be rewritten from scratch which may not even be possible. Therefore, we must protect those source files from being inadvertently deleted or corrupted. Source control management does that. It stores every version of a source file in a repository. Plus, it keeps track of which version is the most current. So if a source file is saved three times, SCM will save all three versions and keeps track of the order they were saved. This allows going back to a previous version if needed. There is an example of this in the next couple of slides.</a:t>
            </a:r>
          </a:p>
          <a:p>
            <a:pPr marL="0" indent="0">
              <a:buNone/>
            </a:pPr>
            <a:endParaRPr lang="en-US" dirty="0"/>
          </a:p>
          <a:p>
            <a:pPr marL="0" indent="0">
              <a:buNone/>
            </a:pPr>
            <a:r>
              <a:rPr lang="en-US" dirty="0"/>
              <a:t>Transition: Let’s look at an example of how SCM controls the versions of a source file.</a:t>
            </a:r>
          </a:p>
        </p:txBody>
      </p:sp>
    </p:spTree>
    <p:extLst>
      <p:ext uri="{BB962C8B-B14F-4D97-AF65-F5344CB8AC3E}">
        <p14:creationId xmlns:p14="http://schemas.microsoft.com/office/powerpoint/2010/main" val="12427226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a:extLst>
            <a:ext uri="{FF2B5EF4-FFF2-40B4-BE49-F238E27FC236}">
              <a16:creationId xmlns:a16="http://schemas.microsoft.com/office/drawing/2014/main" id="{07E00A43-7724-1906-D591-3A862EB40C79}"/>
            </a:ext>
          </a:extLst>
        </p:cNvPr>
        <p:cNvGrpSpPr/>
        <p:nvPr/>
      </p:nvGrpSpPr>
      <p:grpSpPr>
        <a:xfrm>
          <a:off x="0" y="0"/>
          <a:ext cx="0" cy="0"/>
          <a:chOff x="0" y="0"/>
          <a:chExt cx="0" cy="0"/>
        </a:xfrm>
      </p:grpSpPr>
      <p:sp>
        <p:nvSpPr>
          <p:cNvPr id="100" name="Google Shape;100;g3a91a4ec1d_0_0:notes">
            <a:extLst>
              <a:ext uri="{FF2B5EF4-FFF2-40B4-BE49-F238E27FC236}">
                <a16:creationId xmlns:a16="http://schemas.microsoft.com/office/drawing/2014/main" id="{6F4F634B-7048-08BF-9A84-D6522B07B3AD}"/>
              </a:ext>
            </a:extLst>
          </p:cNvPr>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a91a4ec1d_0_0:notes">
            <a:extLst>
              <a:ext uri="{FF2B5EF4-FFF2-40B4-BE49-F238E27FC236}">
                <a16:creationId xmlns:a16="http://schemas.microsoft.com/office/drawing/2014/main" id="{CBAB42A0-05A3-E87D-30BB-65942EDDCFFF}"/>
              </a:ext>
            </a:extLst>
          </p:cNvPr>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r>
              <a:rPr lang="en-US" dirty="0"/>
              <a:t>Just what is source control management?</a:t>
            </a:r>
          </a:p>
          <a:p>
            <a:pPr marL="0" indent="0">
              <a:buNone/>
            </a:pPr>
            <a:endParaRPr lang="en-US" dirty="0"/>
          </a:p>
          <a:p>
            <a:pPr marL="0" indent="0">
              <a:buNone/>
            </a:pPr>
            <a:r>
              <a:rPr lang="en-US" dirty="0"/>
              <a:t>We programmers create programs by creating text files that are turned into runnable programs. Those text files are the important assets in order to be able to fix bug and create enhancements to the programs. If the text files would be lost, the program code would have to be rewritten from scratch which may not even be possible. Therefore, we must protect those source files from being inadvertently deleted or corrupted. Source control management does that. It stores every version of a source file in a repository. Plus, it keeps track of which version is the most current. So if a source file is saved three times, SCM will save all three versions and keeps track of the order they were saved. This allows going back to a previous version if needed. There is an example of this in the next couple of slides.</a:t>
            </a:r>
          </a:p>
          <a:p>
            <a:pPr marL="0" indent="0">
              <a:buNone/>
            </a:pPr>
            <a:endParaRPr lang="en-US" dirty="0"/>
          </a:p>
          <a:p>
            <a:pPr marL="0" indent="0">
              <a:buNone/>
            </a:pPr>
            <a:r>
              <a:rPr lang="en-US" dirty="0"/>
              <a:t>Transition: Let’s look at an example of how SCM controls the versions of a source file.</a:t>
            </a:r>
          </a:p>
        </p:txBody>
      </p:sp>
    </p:spTree>
    <p:extLst>
      <p:ext uri="{BB962C8B-B14F-4D97-AF65-F5344CB8AC3E}">
        <p14:creationId xmlns:p14="http://schemas.microsoft.com/office/powerpoint/2010/main" val="21826757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a91a4ec1d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a91a4ec1d_0_0: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r>
              <a:rPr lang="en-US" dirty="0"/>
              <a:t>Just what is source control management?</a:t>
            </a:r>
          </a:p>
          <a:p>
            <a:pPr marL="0" indent="0">
              <a:buNone/>
            </a:pPr>
            <a:endParaRPr lang="en-US" dirty="0"/>
          </a:p>
          <a:p>
            <a:pPr marL="0" indent="0">
              <a:buNone/>
            </a:pPr>
            <a:r>
              <a:rPr lang="en-US" dirty="0"/>
              <a:t>We programmers create programs by creating text files that are turned into runnable programs. Those text files are the important assets in order to be able to fix bug and create enhancements to the programs. If the text files would be lost, the program code would have to be rewritten from scratch which may not even be possible. Therefore, we must protect those source files from being inadvertently deleted or corrupted. Source control management does that. It stores every version of a source file in a repository. Plus, it keeps track of which version is the most current. So if a source file is saved three times, SCM will save all three versions and keeps track of the order they were saved. This allows going back to a previous version if needed. There is an example of this in the next couple of slides.</a:t>
            </a:r>
          </a:p>
          <a:p>
            <a:pPr marL="0" indent="0">
              <a:buNone/>
            </a:pPr>
            <a:endParaRPr lang="en-US" dirty="0"/>
          </a:p>
          <a:p>
            <a:pPr marL="0" indent="0">
              <a:buNone/>
            </a:pPr>
            <a:r>
              <a:rPr lang="en-US" dirty="0"/>
              <a:t>Transition: Let’s look at an example of how SCM controls the versions of a source file.</a:t>
            </a:r>
          </a:p>
        </p:txBody>
      </p:sp>
    </p:spTree>
    <p:extLst>
      <p:ext uri="{BB962C8B-B14F-4D97-AF65-F5344CB8AC3E}">
        <p14:creationId xmlns:p14="http://schemas.microsoft.com/office/powerpoint/2010/main" val="2678130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a91a4ec1d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a91a4ec1d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SCM saves the work into a database for documents called a repository.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 this example, a file is created and the contents of the file are represented as ABC. The file is saved in SCM which tags it as the first version of the file. Then the file is changed and more text is added to the file before it is saved. SCM tags this as version 2 and keeps the original version 1. The source file gets another revision adding more text and is saved in SCM as version 3 while still retaining all the previous versions.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Transition: Now let’s see how SCM helps when there is a problem with the current version of the source file</a:t>
            </a:r>
          </a:p>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a91a4ec1d_0_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a91a4ec1d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Let’s suppose that the last changes to the source file caused a very difficult bug in the source. A bug that was going to take quite some time to fix. This is represented as the lined-out text in the version 3 code. One option is to go back to the previous version, which did not have the problem. This is only possible because of the way that SCM manages source files and keeps track of ALL the versions of the file.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Transition: Let’s look at what happens when we roll back the version. </a:t>
            </a: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a91a4ec1d_0_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a91a4ec1d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When we discover that the current version (version 3) of the file is bad, we issue a command to SCM to change the most current version of the source file back to version 2. This does NOT automatically delete version 3. We choose to keep it so that we can fix the bug that was introduced and keep any other changes that were made in that version. When version 3 is fixed and saved, it will create version 4 and we can remove version 3 if we choose.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Without SCM, these steps would not be possible.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Transition: Now let’s talk about how to use Git.</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a91a4ec1d_0_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a91a4ec1d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Now let’s talk about the program Git.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Transition: Here are the topics</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AAAC73ED-B812-71DA-02DA-F46695CAC1CE}"/>
            </a:ext>
          </a:extLst>
        </p:cNvPr>
        <p:cNvGrpSpPr/>
        <p:nvPr/>
      </p:nvGrpSpPr>
      <p:grpSpPr>
        <a:xfrm>
          <a:off x="0" y="0"/>
          <a:ext cx="0" cy="0"/>
          <a:chOff x="0" y="0"/>
          <a:chExt cx="0" cy="0"/>
        </a:xfrm>
      </p:grpSpPr>
      <p:sp>
        <p:nvSpPr>
          <p:cNvPr id="155" name="Google Shape;155;g3a91a4ec1d_0_51:notes">
            <a:extLst>
              <a:ext uri="{FF2B5EF4-FFF2-40B4-BE49-F238E27FC236}">
                <a16:creationId xmlns:a16="http://schemas.microsoft.com/office/drawing/2014/main" id="{9FE81874-08B3-91CF-374B-467B229E864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a91a4ec1d_0_51:notes">
            <a:extLst>
              <a:ext uri="{FF2B5EF4-FFF2-40B4-BE49-F238E27FC236}">
                <a16:creationId xmlns:a16="http://schemas.microsoft.com/office/drawing/2014/main" id="{1C735222-13AC-CE59-C24B-EE6CE47C63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Git is an open-source tool maintained by the community</a:t>
            </a:r>
          </a:p>
          <a:p>
            <a:pPr marL="0" lvl="0" indent="0" algn="l" rtl="0">
              <a:spcBef>
                <a:spcPts val="0"/>
              </a:spcBef>
              <a:spcAft>
                <a:spcPts val="0"/>
              </a:spcAft>
              <a:buNone/>
            </a:pPr>
            <a:r>
              <a:rPr lang="en-US" dirty="0"/>
              <a:t>GitHub is the platform that hosts Git repositories</a:t>
            </a:r>
          </a:p>
        </p:txBody>
      </p:sp>
    </p:spTree>
    <p:extLst>
      <p:ext uri="{BB962C8B-B14F-4D97-AF65-F5344CB8AC3E}">
        <p14:creationId xmlns:p14="http://schemas.microsoft.com/office/powerpoint/2010/main" val="17990045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a91a4ec1d_0_5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a91a4ec1d_0_51: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lang="en-US" dirty="0"/>
          </a:p>
        </p:txBody>
      </p:sp>
    </p:spTree>
    <p:extLst>
      <p:ext uri="{BB962C8B-B14F-4D97-AF65-F5344CB8AC3E}">
        <p14:creationId xmlns:p14="http://schemas.microsoft.com/office/powerpoint/2010/main" val="195448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a91a4ec1d_0_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a91a4ec1d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Bash Shell in which Git runs in is simply a program that emulates the terminal in either Linux or MAC. It means the commands are different from those used in the Windows command prompt. Here are a couple of examples:</a:t>
            </a:r>
          </a:p>
          <a:p>
            <a:pPr marL="0" lvl="0" indent="0" algn="l" rtl="0">
              <a:spcBef>
                <a:spcPts val="0"/>
              </a:spcBef>
              <a:spcAft>
                <a:spcPts val="0"/>
              </a:spcAft>
              <a:buNone/>
            </a:pPr>
            <a:endParaRPr lang="en-US" dirty="0"/>
          </a:p>
          <a:p>
            <a:pPr marL="171450" lvl="0" indent="-171450" algn="l" rtl="0">
              <a:spcBef>
                <a:spcPts val="0"/>
              </a:spcBef>
              <a:spcAft>
                <a:spcPts val="0"/>
              </a:spcAft>
              <a:buFont typeface="Arial" panose="020B0604020202020204" pitchFamily="34" charset="0"/>
              <a:buChar char="•"/>
            </a:pPr>
            <a:r>
              <a:rPr lang="en-US" dirty="0"/>
              <a:t>To display the files in a folder, the command is ls or ll. These are equivalent to the Windows’ command dir.</a:t>
            </a:r>
          </a:p>
          <a:p>
            <a:pPr marL="171450" lvl="0" indent="-171450" algn="l" rtl="0">
              <a:spcBef>
                <a:spcPts val="0"/>
              </a:spcBef>
              <a:spcAft>
                <a:spcPts val="0"/>
              </a:spcAft>
              <a:buFont typeface="Arial" panose="020B0604020202020204" pitchFamily="34" charset="0"/>
              <a:buChar char="•"/>
            </a:pPr>
            <a:endParaRPr lang="en-US" dirty="0"/>
          </a:p>
          <a:p>
            <a:pPr marL="171450" lvl="0" indent="-171450" algn="l" rtl="0">
              <a:spcBef>
                <a:spcPts val="0"/>
              </a:spcBef>
              <a:spcAft>
                <a:spcPts val="0"/>
              </a:spcAft>
              <a:buFont typeface="Arial" panose="020B0604020202020204" pitchFamily="34" charset="0"/>
              <a:buChar char="•"/>
            </a:pPr>
            <a:r>
              <a:rPr lang="en-US" dirty="0"/>
              <a:t>To make a new directory, the command is </a:t>
            </a:r>
            <a:r>
              <a:rPr lang="en-US" dirty="0" err="1"/>
              <a:t>mkdir</a:t>
            </a:r>
            <a:r>
              <a:rPr lang="en-US" dirty="0"/>
              <a:t> [name] followed by the name of the new directory. The new directory is created in the current directory. The current directory is not changed by creating a new directory.</a:t>
            </a:r>
          </a:p>
          <a:p>
            <a:pPr marL="171450" lvl="0" indent="-171450" algn="l" rtl="0">
              <a:spcBef>
                <a:spcPts val="0"/>
              </a:spcBef>
              <a:spcAft>
                <a:spcPts val="0"/>
              </a:spcAft>
              <a:buFont typeface="Arial" panose="020B0604020202020204" pitchFamily="34" charset="0"/>
              <a:buChar char="•"/>
            </a:pPr>
            <a:endParaRPr lang="en-US" dirty="0"/>
          </a:p>
          <a:p>
            <a:pPr marL="171450" lvl="0" indent="-171450" algn="l" rtl="0">
              <a:spcBef>
                <a:spcPts val="0"/>
              </a:spcBef>
              <a:spcAft>
                <a:spcPts val="0"/>
              </a:spcAft>
              <a:buFont typeface="Arial" panose="020B0604020202020204" pitchFamily="34" charset="0"/>
              <a:buChar char="•"/>
            </a:pPr>
            <a:r>
              <a:rPr lang="en-US" dirty="0"/>
              <a:t>To remove a directory, be sure the directory to be removed is not the current directory. Use the </a:t>
            </a:r>
            <a:r>
              <a:rPr lang="en-US" dirty="0" err="1"/>
              <a:t>rmdir</a:t>
            </a:r>
            <a:r>
              <a:rPr lang="en-US" dirty="0"/>
              <a:t> [name] to remove it.</a:t>
            </a:r>
          </a:p>
          <a:p>
            <a:pPr marL="171450" lvl="0" indent="-171450" algn="l" rtl="0">
              <a:spcBef>
                <a:spcPts val="0"/>
              </a:spcBef>
              <a:spcAft>
                <a:spcPts val="0"/>
              </a:spcAft>
              <a:buFont typeface="Arial" panose="020B0604020202020204" pitchFamily="34" charset="0"/>
              <a:buChar char="•"/>
            </a:pPr>
            <a:endParaRPr lang="en-US" dirty="0"/>
          </a:p>
          <a:p>
            <a:pPr marL="171450" lvl="0" indent="-171450" algn="l" rtl="0">
              <a:spcBef>
                <a:spcPts val="0"/>
              </a:spcBef>
              <a:spcAft>
                <a:spcPts val="0"/>
              </a:spcAft>
              <a:buFont typeface="Arial" panose="020B0604020202020204" pitchFamily="34" charset="0"/>
              <a:buChar char="•"/>
            </a:pPr>
            <a:r>
              <a:rPr lang="en-US" dirty="0"/>
              <a:t>A quick way to create a file on disk without any data, is to use the touch [name] command.</a:t>
            </a:r>
          </a:p>
          <a:p>
            <a:pPr marL="171450" lvl="0" indent="-171450" algn="l" rtl="0">
              <a:spcBef>
                <a:spcPts val="0"/>
              </a:spcBef>
              <a:spcAft>
                <a:spcPts val="0"/>
              </a:spcAft>
              <a:buFont typeface="Arial" panose="020B0604020202020204" pitchFamily="34" charset="0"/>
              <a:buChar char="•"/>
            </a:pPr>
            <a:endParaRPr lang="en-US" dirty="0"/>
          </a:p>
          <a:p>
            <a:pPr marL="0" lvl="0" indent="0" algn="l" rtl="0">
              <a:spcBef>
                <a:spcPts val="0"/>
              </a:spcBef>
              <a:spcAft>
                <a:spcPts val="0"/>
              </a:spcAft>
              <a:buFont typeface="Arial" panose="020B0604020202020204" pitchFamily="34" charset="0"/>
              <a:buNone/>
            </a:pPr>
            <a:r>
              <a:rPr lang="en-US" dirty="0"/>
              <a:t>If you do lots of programming and push your work into repositories, you’ll become very familiar with the bash shell and may find yourself using it even when you’re not using Git</a:t>
            </a:r>
          </a:p>
          <a:p>
            <a:pPr marL="0" lvl="0" indent="0" algn="l" rtl="0">
              <a:spcBef>
                <a:spcPts val="0"/>
              </a:spcBef>
              <a:spcAft>
                <a:spcPts val="0"/>
              </a:spcAft>
              <a:buFont typeface="Arial" panose="020B0604020202020204" pitchFamily="34" charset="0"/>
              <a:buNone/>
            </a:pPr>
            <a:endParaRPr lang="en-US" dirty="0"/>
          </a:p>
          <a:p>
            <a:pPr marL="0" lvl="0" indent="0" algn="l" rtl="0">
              <a:spcBef>
                <a:spcPts val="0"/>
              </a:spcBef>
              <a:spcAft>
                <a:spcPts val="0"/>
              </a:spcAft>
              <a:buNone/>
            </a:pPr>
            <a:r>
              <a:rPr lang="en-US" dirty="0"/>
              <a:t>Transition: Let’s look at a few more commands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80911ceef3_0_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80911ceef3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To change the current directory, use the cd [name] command to change into the [name] folder.</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There is a simple way to change to the parent folder. Type cd .. will move to the current folder’s parent.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To remove a file, execute the command rm [name].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c:\repos folder is a grouping mechanism for projects. This folder should NOT be initialized as a repository, but it gets initialized by mistake. It should be fixed as it will impact accessing all the subfolders. To remove the repository from this folder, go to the c:\repos folder and issue the command: rm –rf .git. Be careful not to forget to include the .git at the end. </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NOTE:</a:t>
            </a:r>
            <a:r>
              <a:rPr lang="en-US" dirty="0"/>
              <a:t> -rf is a force delete command that will delete the entire git folder and everything in it. </a:t>
            </a:r>
          </a:p>
          <a:p>
            <a:pPr marL="0" lvl="0" indent="0" algn="l" rtl="0">
              <a:spcBef>
                <a:spcPts val="0"/>
              </a:spcBef>
              <a:spcAft>
                <a:spcPts val="0"/>
              </a:spcAft>
              <a:buNone/>
            </a:pPr>
            <a:r>
              <a:rPr lang="en-US" dirty="0"/>
              <a:t>–r flag = </a:t>
            </a:r>
            <a:r>
              <a:rPr lang="en-US" b="1" dirty="0"/>
              <a:t>recursive</a:t>
            </a:r>
            <a:r>
              <a:rPr lang="en-US" dirty="0"/>
              <a:t> and tells rm to delete folders and everything in them. Without –r, rm can only delete files.</a:t>
            </a:r>
          </a:p>
          <a:p>
            <a:pPr marL="0" lvl="0" indent="0" algn="l" rtl="0">
              <a:spcBef>
                <a:spcPts val="0"/>
              </a:spcBef>
              <a:spcAft>
                <a:spcPts val="0"/>
              </a:spcAft>
              <a:buNone/>
            </a:pPr>
            <a:r>
              <a:rPr lang="en-US" dirty="0"/>
              <a:t>-f flag = </a:t>
            </a:r>
            <a:r>
              <a:rPr lang="en-US" b="1" dirty="0"/>
              <a:t>force</a:t>
            </a:r>
            <a:r>
              <a:rPr lang="en-US" dirty="0"/>
              <a:t> and tells rm to delete without asking and ignores warnings.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If you type in 3-4 characters (enough to be unique) hit tab and it will fill in the rest of the name when changing directories.</a:t>
            </a:r>
          </a:p>
          <a:p>
            <a:pPr marL="0" lvl="0" indent="0" algn="l" rtl="0">
              <a:spcBef>
                <a:spcPts val="0"/>
              </a:spcBef>
              <a:spcAft>
                <a:spcPts val="0"/>
              </a:spcAft>
              <a:buNone/>
            </a:pPr>
            <a:r>
              <a:rPr lang="en-US" dirty="0"/>
              <a:t>Ctrl L clears the screen.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Transition: What is a command line interface or CLI?</a:t>
            </a: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80911ceef3_0_68: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80911ceef3_0_68: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r>
              <a:rPr lang="en-US" dirty="0"/>
              <a:t>To change the current directory, use the cd [name] command to change into the [name] folder.</a:t>
            </a:r>
          </a:p>
          <a:p>
            <a:pPr marL="0" indent="0">
              <a:buNone/>
            </a:pPr>
            <a:endParaRPr lang="en-US" dirty="0"/>
          </a:p>
          <a:p>
            <a:pPr marL="0" indent="0">
              <a:buNone/>
            </a:pPr>
            <a:r>
              <a:rPr lang="en-US" dirty="0"/>
              <a:t>There is a simple way to change to the parent folder. Type cd .. will move to the current folder’s parent.</a:t>
            </a:r>
          </a:p>
          <a:p>
            <a:pPr marL="0" indent="0">
              <a:buNone/>
            </a:pPr>
            <a:endParaRPr lang="en-US" dirty="0"/>
          </a:p>
          <a:p>
            <a:pPr marL="0" indent="0">
              <a:buNone/>
            </a:pPr>
            <a:r>
              <a:rPr lang="en-US" dirty="0"/>
              <a:t>To remove a file, execute the command rm [name].</a:t>
            </a:r>
          </a:p>
          <a:p>
            <a:pPr marL="0" indent="0">
              <a:buNone/>
            </a:pPr>
            <a:endParaRPr lang="en-US" dirty="0"/>
          </a:p>
          <a:p>
            <a:pPr marL="0" indent="0">
              <a:buNone/>
            </a:pPr>
            <a:r>
              <a:rPr lang="en-US" dirty="0"/>
              <a:t>The c:\repos folder is a grouping mechanism for projects. This folder should NOT be initialized as a repository but it gets initialized by mistake. It should be fixed as it will impact accessing all the subfolders. To remove the repository from this folder, go to the c:\repos folder and issue the command: rm –rf .git. Be careful not to forget to include the .git at the end. </a:t>
            </a:r>
          </a:p>
          <a:p>
            <a:pPr marL="0" indent="0">
              <a:buNone/>
            </a:pPr>
            <a:endParaRPr lang="en-US" dirty="0"/>
          </a:p>
          <a:p>
            <a:pPr marL="0" indent="0">
              <a:buNone/>
            </a:pPr>
            <a:r>
              <a:rPr lang="en-US" dirty="0"/>
              <a:t>If you type in 3-4 characters (enough to be unique) hit tab and it will fill in the rest of the name when changing directories.</a:t>
            </a:r>
          </a:p>
          <a:p>
            <a:pPr marL="0" indent="0">
              <a:buNone/>
            </a:pPr>
            <a:r>
              <a:rPr lang="en-US" dirty="0"/>
              <a:t>Ctrl L clears the screen.</a:t>
            </a:r>
          </a:p>
          <a:p>
            <a:pPr marL="0" indent="0">
              <a:buNone/>
            </a:pPr>
            <a:endParaRPr lang="en-US" dirty="0"/>
          </a:p>
          <a:p>
            <a:pPr marL="0" indent="0">
              <a:buNone/>
            </a:pPr>
            <a:r>
              <a:rPr lang="en-US" dirty="0"/>
              <a:t>Transition: What is a command line interface or CLI?</a:t>
            </a: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a91a4ec1d_0_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3a91a4ec1d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 command line interface program is one that runs as a console application displaying a prompt for the user to type into, press enter then the program may display a message and await for the next command to be typed.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Every command for git begins with typing the program name git (all lowercase) followed by at least one space then the command to be executed also typed in lowercase. Some commands may accept additional input which must be separated from the command by at least one space.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“git status –s” is an example of a git command “status” that accepts an optional switch “-s” which modifies the message that returns.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Status tells the status of the repository. –s gives the short story version.</a:t>
            </a: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a:extLst>
            <a:ext uri="{FF2B5EF4-FFF2-40B4-BE49-F238E27FC236}">
              <a16:creationId xmlns:a16="http://schemas.microsoft.com/office/drawing/2014/main" id="{65F8CE30-EE93-F6E6-7155-C5D13DADCA5B}"/>
            </a:ext>
          </a:extLst>
        </p:cNvPr>
        <p:cNvGrpSpPr/>
        <p:nvPr/>
      </p:nvGrpSpPr>
      <p:grpSpPr>
        <a:xfrm>
          <a:off x="0" y="0"/>
          <a:ext cx="0" cy="0"/>
          <a:chOff x="0" y="0"/>
          <a:chExt cx="0" cy="0"/>
        </a:xfrm>
      </p:grpSpPr>
      <p:sp>
        <p:nvSpPr>
          <p:cNvPr id="176" name="Google Shape;176;g3a91a4ec1d_0_57:notes">
            <a:extLst>
              <a:ext uri="{FF2B5EF4-FFF2-40B4-BE49-F238E27FC236}">
                <a16:creationId xmlns:a16="http://schemas.microsoft.com/office/drawing/2014/main" id="{C7D40DE5-BB20-0567-6298-3E69DD1D8A0D}"/>
              </a:ext>
            </a:extLst>
          </p:cNvPr>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3a91a4ec1d_0_57:notes">
            <a:extLst>
              <a:ext uri="{FF2B5EF4-FFF2-40B4-BE49-F238E27FC236}">
                <a16:creationId xmlns:a16="http://schemas.microsoft.com/office/drawing/2014/main" id="{FA4F6B73-9F8E-FE42-0088-970F5DD75502}"/>
              </a:ext>
            </a:extLst>
          </p:cNvPr>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r>
              <a:rPr lang="en-US" dirty="0"/>
              <a:t>A command line interface program is one that runs as a console application displaying a prompt for the user to type into, press enter then the program may display a message and await for the next command to be typed.</a:t>
            </a:r>
          </a:p>
          <a:p>
            <a:pPr marL="0" indent="0">
              <a:buNone/>
            </a:pPr>
            <a:endParaRPr lang="en-US" dirty="0"/>
          </a:p>
          <a:p>
            <a:pPr marL="0" indent="0">
              <a:buNone/>
            </a:pPr>
            <a:r>
              <a:rPr lang="en-US" dirty="0"/>
              <a:t>Every command for git beings with typing the program name git (all lowercase) followed by at least one space then the command to be executed also typed in lowercase. Some commands may accept additional input which must be separated from the command by at least one space. </a:t>
            </a:r>
          </a:p>
          <a:p>
            <a:pPr marL="0" indent="0">
              <a:buNone/>
            </a:pPr>
            <a:endParaRPr lang="en-US" dirty="0"/>
          </a:p>
          <a:p>
            <a:pPr marL="0" indent="0">
              <a:buNone/>
            </a:pPr>
            <a:r>
              <a:rPr lang="en-US" dirty="0"/>
              <a:t>“git status –s” is an example of a git command “status” that accepts an optional switch “-s” which modifies the message that returns.</a:t>
            </a:r>
          </a:p>
          <a:p>
            <a:pPr marL="0" indent="0">
              <a:buNone/>
            </a:pPr>
            <a:endParaRPr lang="en-US" dirty="0"/>
          </a:p>
          <a:p>
            <a:pPr marL="0" indent="0">
              <a:buNone/>
            </a:pPr>
            <a:r>
              <a:rPr lang="en-US" dirty="0"/>
              <a:t>Status tells the status of the repository. –s gives the short story version.</a:t>
            </a:r>
            <a:endParaRPr dirty="0"/>
          </a:p>
        </p:txBody>
      </p:sp>
    </p:spTree>
    <p:extLst>
      <p:ext uri="{BB962C8B-B14F-4D97-AF65-F5344CB8AC3E}">
        <p14:creationId xmlns:p14="http://schemas.microsoft.com/office/powerpoint/2010/main" val="19207436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a91a4ec1d_0_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a91a4ec1d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a91a4ec1d_0_1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3a91a4ec1d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Workspace is what you see on your disk</a:t>
            </a:r>
          </a:p>
          <a:p>
            <a:pPr marL="0" lvl="0" indent="0" algn="l" rtl="0">
              <a:spcBef>
                <a:spcPts val="0"/>
              </a:spcBef>
              <a:spcAft>
                <a:spcPts val="0"/>
              </a:spcAft>
              <a:buNone/>
            </a:pPr>
            <a:r>
              <a:rPr lang="en-US" dirty="0"/>
              <a:t>The 3 lower boxes are working behind the scenes</a:t>
            </a:r>
          </a:p>
          <a:p>
            <a:pPr marL="0" lvl="0" indent="0" algn="l" rtl="0">
              <a:spcBef>
                <a:spcPts val="0"/>
              </a:spcBef>
              <a:spcAft>
                <a:spcPts val="0"/>
              </a:spcAft>
              <a:buNone/>
            </a:pPr>
            <a:r>
              <a:rPr lang="en-US" dirty="0"/>
              <a:t>Switching branches – git takes care of everything for you</a:t>
            </a:r>
          </a:p>
          <a:p>
            <a:pPr marL="0" lvl="0" indent="0" algn="l" rtl="0">
              <a:spcBef>
                <a:spcPts val="0"/>
              </a:spcBef>
              <a:spcAft>
                <a:spcPts val="0"/>
              </a:spcAft>
              <a:buNone/>
            </a:pPr>
            <a:r>
              <a:rPr lang="en-US" dirty="0"/>
              <a:t>Always know where you are before you git </a:t>
            </a:r>
            <a:r>
              <a:rPr lang="en-US" dirty="0" err="1"/>
              <a:t>init.</a:t>
            </a:r>
            <a:r>
              <a:rPr lang="en-US" dirty="0"/>
              <a: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“main” is just the default branch, otherwise is just another branch.</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73ba6c2099_0_10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73ba6c2099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73ba6c2099_0_1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73ba6c2099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a91a4ec1d_0_8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a91a4ec1d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a91a4ec1d_0_18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3a91a4ec1d_0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a91a4ec1d_0_18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a91a4ec1d_0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a91a4ec1d_0_19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3a91a4ec1d_0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dirty="0"/>
              <a:t>When you run </a:t>
            </a:r>
            <a:r>
              <a:rPr lang="en-US" sz="1100" b="0" i="0" u="none" strike="noStrike" cap="none" dirty="0">
                <a:solidFill>
                  <a:srgbClr val="000000"/>
                </a:solidFill>
                <a:latin typeface="Arial"/>
                <a:ea typeface="Arial"/>
                <a:cs typeface="Arial"/>
                <a:sym typeface="Arial"/>
              </a:rPr>
              <a:t>git </a:t>
            </a:r>
            <a:r>
              <a:rPr lang="en-US" sz="1100" b="0" i="0" u="none" strike="noStrike" cap="none" dirty="0" err="1">
                <a:solidFill>
                  <a:srgbClr val="000000"/>
                </a:solidFill>
                <a:latin typeface="Arial"/>
                <a:ea typeface="Arial"/>
                <a:cs typeface="Arial"/>
                <a:sym typeface="Arial"/>
              </a:rPr>
              <a:t>init</a:t>
            </a:r>
            <a:r>
              <a:rPr lang="en-US" dirty="0"/>
              <a:t> inside a folder that’s already part of a Git repo, you create a </a:t>
            </a:r>
            <a:r>
              <a:rPr lang="en-US" b="1" dirty="0"/>
              <a:t>nested repository</a:t>
            </a:r>
            <a:r>
              <a:rPr lang="en-US" dirty="0"/>
              <a:t> — a repo inside a repo.</a:t>
            </a:r>
          </a:p>
          <a:p>
            <a:pPr marL="158750" indent="0">
              <a:buNone/>
            </a:pPr>
            <a:r>
              <a:rPr lang="en-US" dirty="0"/>
              <a:t>This causes problems because:</a:t>
            </a:r>
          </a:p>
          <a:p>
            <a:r>
              <a:rPr lang="en-US" dirty="0"/>
              <a:t>Git doesn’t track nested repos the way people expect</a:t>
            </a:r>
          </a:p>
          <a:p>
            <a:r>
              <a:rPr lang="en-US" dirty="0"/>
              <a:t>The inner repo becomes a </a:t>
            </a:r>
            <a:r>
              <a:rPr lang="en-US" b="1" dirty="0"/>
              <a:t>black box</a:t>
            </a:r>
            <a:r>
              <a:rPr lang="en-US" dirty="0"/>
              <a:t> to the outer repo</a:t>
            </a:r>
          </a:p>
          <a:p>
            <a:r>
              <a:rPr lang="en-US" dirty="0"/>
              <a:t>Commits won’t show up where they think they should</a:t>
            </a:r>
          </a:p>
          <a:p>
            <a:r>
              <a:rPr lang="en-US" dirty="0"/>
              <a:t>Pushing/pulling becomes a mess</a:t>
            </a:r>
          </a:p>
          <a:p>
            <a:r>
              <a:rPr lang="en-US" dirty="0"/>
              <a:t>It’s extremely hard to fix without deleting </a:t>
            </a:r>
            <a:r>
              <a:rPr lang="en-US" sz="1100" b="0" i="0" u="none" strike="noStrike" cap="none" dirty="0">
                <a:solidFill>
                  <a:srgbClr val="000000"/>
                </a:solidFill>
                <a:latin typeface="Arial"/>
                <a:ea typeface="Arial"/>
                <a:cs typeface="Arial"/>
                <a:sym typeface="Arial"/>
              </a:rPr>
              <a:t>.git</a:t>
            </a:r>
            <a:r>
              <a:rPr lang="en-US" dirty="0"/>
              <a:t> folders</a:t>
            </a:r>
          </a:p>
          <a:p>
            <a:pPr marL="158750" indent="0">
              <a:buNone/>
            </a:pPr>
            <a:r>
              <a:rPr lang="en-US" dirty="0"/>
              <a:t>In short: </a:t>
            </a:r>
            <a:r>
              <a:rPr lang="en-US" b="1" dirty="0"/>
              <a:t>nested repos break the mental model</a:t>
            </a:r>
            <a:r>
              <a:rPr lang="en-US" dirty="0"/>
              <a:t>.</a:t>
            </a:r>
          </a:p>
          <a:p>
            <a:pPr marL="158750" indent="0">
              <a:buNone/>
            </a:pPr>
            <a:r>
              <a:rPr lang="en-US" b="1" dirty="0"/>
              <a:t>You should only run </a:t>
            </a:r>
            <a:r>
              <a:rPr lang="en-US" sz="1100" b="1" i="0" u="none" strike="noStrike" cap="none" dirty="0">
                <a:solidFill>
                  <a:srgbClr val="000000"/>
                </a:solidFill>
                <a:latin typeface="Arial"/>
                <a:ea typeface="Arial"/>
                <a:cs typeface="Arial"/>
                <a:sym typeface="Arial"/>
              </a:rPr>
              <a:t>git </a:t>
            </a:r>
            <a:r>
              <a:rPr lang="en-US" sz="1100" b="1" i="0" u="none" strike="noStrike" cap="none" dirty="0" err="1">
                <a:solidFill>
                  <a:srgbClr val="000000"/>
                </a:solidFill>
                <a:latin typeface="Arial"/>
                <a:ea typeface="Arial"/>
                <a:cs typeface="Arial"/>
                <a:sym typeface="Arial"/>
              </a:rPr>
              <a:t>init</a:t>
            </a:r>
            <a:r>
              <a:rPr lang="en-US" b="1" dirty="0"/>
              <a:t> at the top level of a project — never inside a subfolder.</a:t>
            </a:r>
            <a:endParaRPr lang="en-US" dirty="0"/>
          </a:p>
          <a:p>
            <a:pPr marL="0" lvl="0" indent="0" algn="l" rtl="0">
              <a:spcBef>
                <a:spcPts val="0"/>
              </a:spcBef>
              <a:spcAft>
                <a:spcPts val="0"/>
              </a:spcAft>
              <a:buNone/>
            </a:pPr>
            <a:endParaRP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a91a4ec1d_0_19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3a91a4ec1d_0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Need to create a GitHub account.</a:t>
            </a:r>
          </a:p>
          <a:p>
            <a:pPr marL="0" lvl="0" indent="0" algn="l" rtl="0">
              <a:spcBef>
                <a:spcPts val="0"/>
              </a:spcBef>
              <a:spcAft>
                <a:spcPts val="0"/>
              </a:spcAft>
              <a:buNone/>
            </a:pPr>
            <a:r>
              <a:rPr lang="en-US" dirty="0"/>
              <a:t>Create repository – public – copy URL address</a:t>
            </a:r>
          </a:p>
          <a:p>
            <a:pPr marL="0" lvl="0" indent="0" algn="l" rtl="0">
              <a:spcBef>
                <a:spcPts val="0"/>
              </a:spcBef>
              <a:spcAft>
                <a:spcPts val="0"/>
              </a:spcAft>
              <a:buNone/>
            </a:pPr>
            <a:r>
              <a:rPr lang="en-US" dirty="0"/>
              <a:t>In git bash type – remote add origin &lt;URL&gt; (shift insert and paste file here)</a:t>
            </a:r>
          </a:p>
          <a:p>
            <a:pPr marL="0" lvl="0" indent="0" algn="l" rtl="0">
              <a:spcBef>
                <a:spcPts val="0"/>
              </a:spcBef>
              <a:spcAft>
                <a:spcPts val="0"/>
              </a:spcAft>
              <a:buNone/>
            </a:pPr>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a91a4ec1d_0_2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3a91a4ec1d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You will use git status a lot</a:t>
            </a:r>
          </a:p>
          <a:p>
            <a:pPr marL="0" lvl="0" indent="0" algn="l" rtl="0">
              <a:spcBef>
                <a:spcPts val="0"/>
              </a:spcBef>
              <a:spcAft>
                <a:spcPts val="0"/>
              </a:spcAft>
              <a:buNone/>
            </a:pPr>
            <a:r>
              <a:rPr lang="en-US" dirty="0"/>
              <a:t>Touch – creates a file ex: touch source.txt</a:t>
            </a:r>
          </a:p>
          <a:p>
            <a:pPr marL="0" lvl="0" indent="0" algn="l" rtl="0">
              <a:spcBef>
                <a:spcPts val="0"/>
              </a:spcBef>
              <a:spcAft>
                <a:spcPts val="0"/>
              </a:spcAft>
              <a:buNone/>
            </a:pPr>
            <a:r>
              <a:rPr lang="en-US" dirty="0"/>
              <a:t> - that will create an empty file in the repo and you can open the txt file with </a:t>
            </a:r>
            <a:r>
              <a:rPr lang="en-US" dirty="0" err="1"/>
              <a:t>with</a:t>
            </a:r>
            <a:r>
              <a:rPr lang="en-US" dirty="0"/>
              <a:t> note pad and type any changes  in the file. </a:t>
            </a:r>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a91a4ec1d_0_20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3a91a4ec1d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Warning msg is only seen in windows</a:t>
            </a:r>
          </a:p>
          <a:p>
            <a:pPr marL="0" lvl="0" indent="0" algn="l" rtl="0">
              <a:spcBef>
                <a:spcPts val="0"/>
              </a:spcBef>
              <a:spcAft>
                <a:spcPts val="0"/>
              </a:spcAft>
              <a:buNone/>
            </a:pPr>
            <a:r>
              <a:rPr lang="en-US" dirty="0"/>
              <a:t>Following will show up on screen, New File: &lt;file name&gt; (green has not been saved in repo)</a:t>
            </a:r>
            <a:endParaRPr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a91a4ec1d_0_2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3a91a4ec1d_0_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a91a4ec1d_0_2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3a91a4ec1d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Be sure to spell origin correctly.  </a:t>
            </a:r>
          </a:p>
          <a:p>
            <a:pPr marL="0" lvl="0" indent="0" algn="l" rtl="0">
              <a:spcBef>
                <a:spcPts val="0"/>
              </a:spcBef>
              <a:spcAft>
                <a:spcPts val="0"/>
              </a:spcAft>
              <a:buNone/>
            </a:pPr>
            <a:r>
              <a:rPr lang="en-US" dirty="0"/>
              <a:t>Branch name in cloud must match branch on local machine. (main or master)</a:t>
            </a:r>
          </a:p>
          <a:p>
            <a:pPr marL="0" lvl="0" indent="0" algn="l" rtl="0">
              <a:spcBef>
                <a:spcPts val="0"/>
              </a:spcBef>
              <a:spcAft>
                <a:spcPts val="0"/>
              </a:spcAft>
              <a:buNone/>
            </a:pPr>
            <a:r>
              <a:rPr lang="en-US" dirty="0"/>
              <a:t>To delete a branch:  git branch –d [branch name]</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a:extLst>
            <a:ext uri="{FF2B5EF4-FFF2-40B4-BE49-F238E27FC236}">
              <a16:creationId xmlns:a16="http://schemas.microsoft.com/office/drawing/2014/main" id="{75825736-C339-041C-6454-8A0B7D920617}"/>
            </a:ext>
          </a:extLst>
        </p:cNvPr>
        <p:cNvGrpSpPr/>
        <p:nvPr/>
      </p:nvGrpSpPr>
      <p:grpSpPr>
        <a:xfrm>
          <a:off x="0" y="0"/>
          <a:ext cx="0" cy="0"/>
          <a:chOff x="0" y="0"/>
          <a:chExt cx="0" cy="0"/>
        </a:xfrm>
      </p:grpSpPr>
      <p:sp>
        <p:nvSpPr>
          <p:cNvPr id="354" name="Google Shape;354;g3b0d7cdec9_1_42:notes">
            <a:extLst>
              <a:ext uri="{FF2B5EF4-FFF2-40B4-BE49-F238E27FC236}">
                <a16:creationId xmlns:a16="http://schemas.microsoft.com/office/drawing/2014/main" id="{8E5B115C-47C7-F746-74E8-3866046721E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3b0d7cdec9_1_42:notes">
            <a:extLst>
              <a:ext uri="{FF2B5EF4-FFF2-40B4-BE49-F238E27FC236}">
                <a16:creationId xmlns:a16="http://schemas.microsoft.com/office/drawing/2014/main" id="{F61C5025-A987-D28F-EECA-0D9DB55FCC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228600" algn="l" rtl="0">
              <a:spcBef>
                <a:spcPts val="0"/>
              </a:spcBef>
              <a:spcAft>
                <a:spcPts val="0"/>
              </a:spcAft>
              <a:buAutoNum type="arabicPeriod"/>
            </a:pPr>
            <a:r>
              <a:rPr lang="en-US" dirty="0" err="1"/>
              <a:t>mkdir</a:t>
            </a:r>
            <a:r>
              <a:rPr lang="en-US" dirty="0"/>
              <a:t> </a:t>
            </a:r>
            <a:r>
              <a:rPr lang="en-US" dirty="0" err="1"/>
              <a:t>MyRepo</a:t>
            </a:r>
            <a:r>
              <a:rPr lang="en-US" dirty="0"/>
              <a:t> (or can create manually in file explorer)</a:t>
            </a:r>
            <a:br>
              <a:rPr lang="en-US" dirty="0"/>
            </a:br>
            <a:r>
              <a:rPr lang="en-US" dirty="0"/>
              <a:t>cd </a:t>
            </a:r>
            <a:r>
              <a:rPr lang="en-US" dirty="0" err="1"/>
              <a:t>MyRepo</a:t>
            </a:r>
            <a:br>
              <a:rPr lang="en-US" dirty="0"/>
            </a:br>
            <a:r>
              <a:rPr lang="en-US" dirty="0"/>
              <a:t>git </a:t>
            </a:r>
            <a:r>
              <a:rPr lang="en-US" dirty="0" err="1"/>
              <a:t>init</a:t>
            </a:r>
            <a:endParaRPr lang="en-US" dirty="0"/>
          </a:p>
          <a:p>
            <a:pPr marL="228600" lvl="0" indent="-228600" algn="l" rtl="0">
              <a:spcBef>
                <a:spcPts val="0"/>
              </a:spcBef>
              <a:spcAft>
                <a:spcPts val="0"/>
              </a:spcAft>
              <a:buAutoNum type="arabicPeriod"/>
            </a:pPr>
            <a:r>
              <a:rPr lang="en-US" dirty="0"/>
              <a:t>echo “This is my test file” &gt; mytestfile.txt OR….</a:t>
            </a:r>
            <a:br>
              <a:rPr lang="en-US" dirty="0"/>
            </a:br>
            <a:r>
              <a:rPr lang="en-US" dirty="0"/>
              <a:t>touch mytestfile.txt (then open in notepad and add the text) OR…</a:t>
            </a:r>
            <a:br>
              <a:rPr lang="en-US" dirty="0"/>
            </a:br>
            <a:r>
              <a:rPr lang="en-US" dirty="0"/>
              <a:t>Create and update manually in file explorer</a:t>
            </a:r>
          </a:p>
          <a:p>
            <a:pPr marL="228600" lvl="0" indent="-228600" algn="l" rtl="0">
              <a:spcBef>
                <a:spcPts val="0"/>
              </a:spcBef>
              <a:spcAft>
                <a:spcPts val="0"/>
              </a:spcAft>
              <a:buAutoNum type="arabicPeriod"/>
            </a:pPr>
            <a:r>
              <a:rPr lang="en-US" dirty="0"/>
              <a:t>See above</a:t>
            </a:r>
          </a:p>
          <a:p>
            <a:pPr marL="228600" lvl="0" indent="-228600" algn="l" rtl="0">
              <a:spcBef>
                <a:spcPts val="0"/>
              </a:spcBef>
              <a:spcAft>
                <a:spcPts val="0"/>
              </a:spcAft>
              <a:buAutoNum type="arabicPeriod"/>
            </a:pPr>
            <a:r>
              <a:rPr lang="en-US" dirty="0"/>
              <a:t>git status – should show file is untracked</a:t>
            </a:r>
          </a:p>
          <a:p>
            <a:pPr marL="228600" lvl="0" indent="-228600" algn="l" rtl="0">
              <a:spcBef>
                <a:spcPts val="0"/>
              </a:spcBef>
              <a:spcAft>
                <a:spcPts val="0"/>
              </a:spcAft>
              <a:buAutoNum type="arabicPeriod"/>
            </a:pPr>
            <a:r>
              <a:rPr lang="en-US" dirty="0"/>
              <a:t>Stage file: git add mytestfile.txt</a:t>
            </a:r>
          </a:p>
          <a:p>
            <a:pPr marL="228600" lvl="0" indent="-228600" algn="l" rtl="0">
              <a:spcBef>
                <a:spcPts val="0"/>
              </a:spcBef>
              <a:spcAft>
                <a:spcPts val="0"/>
              </a:spcAft>
              <a:buAutoNum type="arabicPeriod"/>
            </a:pPr>
            <a:r>
              <a:rPr lang="en-US" dirty="0"/>
              <a:t>git status – should show file is ready to be committed</a:t>
            </a:r>
          </a:p>
          <a:p>
            <a:pPr marL="228600" lvl="0" indent="-228600" algn="l" rtl="0">
              <a:spcBef>
                <a:spcPts val="0"/>
              </a:spcBef>
              <a:spcAft>
                <a:spcPts val="0"/>
              </a:spcAft>
              <a:buAutoNum type="arabicPeriod"/>
            </a:pPr>
            <a:r>
              <a:rPr lang="en-US" dirty="0"/>
              <a:t>Commit file: git commit –m “add test file”</a:t>
            </a:r>
          </a:p>
          <a:p>
            <a:pPr marL="228600" lvl="0" indent="-228600" algn="l" rtl="0">
              <a:spcBef>
                <a:spcPts val="0"/>
              </a:spcBef>
              <a:spcAft>
                <a:spcPts val="0"/>
              </a:spcAft>
              <a:buAutoNum type="arabicPeriod"/>
            </a:pPr>
            <a:r>
              <a:rPr lang="en-US" dirty="0"/>
              <a:t>git status – should show branch is up to date</a:t>
            </a:r>
          </a:p>
          <a:p>
            <a:pPr marL="228600" lvl="0" indent="-228600" algn="l" rtl="0">
              <a:spcBef>
                <a:spcPts val="0"/>
              </a:spcBef>
              <a:spcAft>
                <a:spcPts val="0"/>
              </a:spcAft>
              <a:buAutoNum type="arabicPeriod"/>
            </a:pPr>
            <a:endParaRPr lang="en-US" dirty="0"/>
          </a:p>
          <a:p>
            <a:pPr marL="228600" lvl="0" indent="-228600" algn="l" rtl="0">
              <a:spcBef>
                <a:spcPts val="0"/>
              </a:spcBef>
              <a:spcAft>
                <a:spcPts val="0"/>
              </a:spcAft>
              <a:buAutoNum type="arabicPeriod"/>
            </a:pPr>
            <a:endParaRPr lang="en-US" dirty="0"/>
          </a:p>
        </p:txBody>
      </p:sp>
    </p:spTree>
    <p:extLst>
      <p:ext uri="{BB962C8B-B14F-4D97-AF65-F5344CB8AC3E}">
        <p14:creationId xmlns:p14="http://schemas.microsoft.com/office/powerpoint/2010/main" val="2534876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a91a4ec1d_0_2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3a91a4ec1d_0_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When deleting a branch:</a:t>
            </a:r>
          </a:p>
          <a:p>
            <a:pPr marL="0" lvl="0" indent="0" algn="l" rtl="0">
              <a:spcBef>
                <a:spcPts val="0"/>
              </a:spcBef>
              <a:spcAft>
                <a:spcPts val="0"/>
              </a:spcAft>
              <a:buNone/>
            </a:pPr>
            <a:r>
              <a:rPr lang="en-US" dirty="0"/>
              <a:t>- you cannot be in the branch</a:t>
            </a:r>
          </a:p>
          <a:p>
            <a:pPr marL="0" lvl="0" indent="0" algn="l" rtl="0">
              <a:spcBef>
                <a:spcPts val="0"/>
              </a:spcBef>
              <a:spcAft>
                <a:spcPts val="0"/>
              </a:spcAft>
              <a:buNone/>
            </a:pPr>
            <a:r>
              <a:rPr lang="en-US" dirty="0"/>
              <a:t>- no committed code waiting to be pushed</a:t>
            </a:r>
          </a:p>
          <a:p>
            <a:pPr marL="0" lvl="0" indent="0" algn="l" rtl="0">
              <a:spcBef>
                <a:spcPts val="0"/>
              </a:spcBef>
              <a:spcAft>
                <a:spcPts val="0"/>
              </a:spcAft>
              <a:buNone/>
            </a:pPr>
            <a:r>
              <a:rPr lang="en-US" dirty="0"/>
              <a:t>- if you have coded and did not commit you will lose your commits if you force a delete on the branch</a:t>
            </a:r>
          </a:p>
          <a:p>
            <a:pPr marL="171450" lvl="0" indent="-171450" algn="l" rtl="0">
              <a:spcBef>
                <a:spcPts val="0"/>
              </a:spcBef>
              <a:spcAft>
                <a:spcPts val="0"/>
              </a:spcAft>
              <a:buFontTx/>
              <a:buChar char="-"/>
            </a:pPr>
            <a:r>
              <a:rPr lang="en-US" dirty="0"/>
              <a:t>uncommitted code is lost</a:t>
            </a:r>
          </a:p>
          <a:p>
            <a:pPr marL="171450" lvl="0" indent="-171450" algn="l" rtl="0">
              <a:spcBef>
                <a:spcPts val="0"/>
              </a:spcBef>
              <a:spcAft>
                <a:spcPts val="0"/>
              </a:spcAft>
              <a:buFontTx/>
              <a:buChar char="-"/>
            </a:pPr>
            <a:r>
              <a:rPr lang="en-US" dirty="0"/>
              <a:t>Use force delete if you create a branch by mistake, or if you have already merged changes and there is no more need for this branch.</a:t>
            </a:r>
            <a:endParaRPr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a91a4ec1d_0_2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3a91a4ec1d_0_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latin typeface="Arial"/>
                <a:ea typeface="Arial"/>
                <a:cs typeface="Arial"/>
                <a:sym typeface="Arial"/>
              </a:rPr>
              <a:t>git checkout</a:t>
            </a:r>
            <a:r>
              <a:rPr lang="en-US" dirty="0"/>
              <a:t> tries to do </a:t>
            </a:r>
            <a:r>
              <a:rPr lang="en-US" i="1" dirty="0"/>
              <a:t>too many things</a:t>
            </a:r>
            <a:r>
              <a:rPr lang="en-US" dirty="0"/>
              <a:t> (switch branches, create branches, restore files), which confuses beginners.</a:t>
            </a:r>
          </a:p>
          <a:p>
            <a:pPr marL="158750" indent="0">
              <a:buNone/>
            </a:pPr>
            <a:r>
              <a:rPr lang="en-US" dirty="0"/>
              <a:t>So, Git introduced:</a:t>
            </a:r>
          </a:p>
          <a:p>
            <a:r>
              <a:rPr lang="en-US" sz="1100" b="0" i="0" u="none" strike="noStrike" cap="none" dirty="0">
                <a:solidFill>
                  <a:srgbClr val="000000"/>
                </a:solidFill>
                <a:latin typeface="Arial"/>
                <a:ea typeface="Arial"/>
                <a:cs typeface="Arial"/>
                <a:sym typeface="Arial"/>
              </a:rPr>
              <a:t>git switch</a:t>
            </a:r>
            <a:r>
              <a:rPr lang="en-US" dirty="0"/>
              <a:t> → for switching branches</a:t>
            </a:r>
          </a:p>
          <a:p>
            <a:r>
              <a:rPr lang="en-US" sz="1100" b="0" i="0" u="none" strike="noStrike" cap="none" dirty="0">
                <a:solidFill>
                  <a:srgbClr val="000000"/>
                </a:solidFill>
                <a:latin typeface="Arial"/>
                <a:ea typeface="Arial"/>
                <a:cs typeface="Arial"/>
                <a:sym typeface="Arial"/>
              </a:rPr>
              <a:t>git switch -c</a:t>
            </a:r>
            <a:r>
              <a:rPr lang="en-US" dirty="0"/>
              <a:t> → for creating + switching</a:t>
            </a:r>
          </a:p>
          <a:p>
            <a:r>
              <a:rPr lang="en-US" sz="1100" b="0" i="0" u="none" strike="noStrike" cap="none" dirty="0">
                <a:solidFill>
                  <a:srgbClr val="000000"/>
                </a:solidFill>
                <a:latin typeface="Arial"/>
                <a:ea typeface="Arial"/>
                <a:cs typeface="Arial"/>
                <a:sym typeface="Arial"/>
              </a:rPr>
              <a:t>git restore</a:t>
            </a:r>
            <a:r>
              <a:rPr lang="en-US" dirty="0"/>
              <a:t> → for restoring file</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3a91a4ec1d_0_2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g3a91a4ec1d_0_2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If you are in the wrong branch,</a:t>
            </a:r>
          </a:p>
          <a:p>
            <a:pPr marL="0" lvl="0" indent="0" algn="l" rtl="0">
              <a:spcBef>
                <a:spcPts val="0"/>
              </a:spcBef>
              <a:spcAft>
                <a:spcPts val="0"/>
              </a:spcAft>
              <a:buNone/>
            </a:pPr>
            <a:r>
              <a:rPr lang="en-US" dirty="0"/>
              <a:t>git stash saves in a temporary location so that you can switch branches to commit.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Change branch and then do:</a:t>
            </a:r>
          </a:p>
          <a:p>
            <a:pPr marL="0" lvl="0" indent="0" algn="l" rtl="0">
              <a:spcBef>
                <a:spcPts val="0"/>
              </a:spcBef>
              <a:spcAft>
                <a:spcPts val="0"/>
              </a:spcAft>
              <a:buNone/>
            </a:pPr>
            <a:r>
              <a:rPr lang="en-US" dirty="0"/>
              <a:t>git stash pop //this will pull the file from the temporary location and save in this branch.</a:t>
            </a:r>
            <a:endParaRPr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3a91a4ec1d_0_2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3a91a4ec1d_0_2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dirty="0">
                <a:effectLst/>
                <a:latin typeface="Segoe UI" panose="020B0502040204020203" pitchFamily="34" charset="0"/>
              </a:rPr>
              <a:t>Merge compares code in different branches and pulls in the changes that are not in the current branch.</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800" dirty="0">
              <a:effectLs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dirty="0">
                <a:effectLst/>
                <a:latin typeface="Segoe UI" panose="020B0502040204020203" pitchFamily="34" charset="0"/>
              </a:rPr>
              <a:t>Merging a file that has been changed and not committed will fail.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800" dirty="0">
              <a:effectLs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dirty="0">
                <a:effectLst/>
                <a:latin typeface="Segoe UI" panose="020B0502040204020203" pitchFamily="34" charset="0"/>
              </a:rPr>
              <a:t>Create repo folder – merge-conflict.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dirty="0">
                <a:effectLst/>
                <a:latin typeface="Segoe UI" panose="020B0502040204020203" pitchFamily="34" charset="0"/>
              </a:rPr>
              <a:t>Cd merge-conflict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dirty="0">
                <a:effectLst/>
                <a:latin typeface="Segoe UI" panose="020B0502040204020203" pitchFamily="34" charset="0"/>
              </a:rPr>
              <a:t>Init commit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dirty="0">
                <a:effectLst/>
                <a:latin typeface="Segoe UI" panose="020B0502040204020203" pitchFamily="34" charset="0"/>
              </a:rPr>
              <a:t>Touch source-code.txt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dirty="0">
                <a:effectLst/>
                <a:latin typeface="Segoe UI" panose="020B0502040204020203" pitchFamily="34" charset="0"/>
              </a:rPr>
              <a:t>Open file in note pad and add “production v1.0”</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dirty="0">
                <a:effectLst/>
                <a:latin typeface="Segoe UI" panose="020B0502040204020203" pitchFamily="34" charset="0"/>
              </a:rPr>
              <a:t>Close file after saving</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dirty="0">
                <a:effectLst/>
                <a:latin typeface="Segoe UI" panose="020B0502040204020203" pitchFamily="34" charset="0"/>
              </a:rPr>
              <a:t>In git bash – git add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dirty="0">
                <a:effectLst/>
                <a:latin typeface="Segoe UI" panose="020B0502040204020203" pitchFamily="34" charset="0"/>
              </a:rPr>
              <a:t>git Commit –m “initial commit”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800" dirty="0">
              <a:effectLs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dirty="0">
                <a:effectLst/>
                <a:latin typeface="Segoe UI" panose="020B0502040204020203" pitchFamily="34" charset="0"/>
              </a:rPr>
              <a:t>git checkout –b [branch name] (this switched to new branch)</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dirty="0">
                <a:effectLst/>
                <a:latin typeface="Segoe UI" panose="020B0502040204020203" pitchFamily="34" charset="0"/>
              </a:rPr>
              <a:t>Pull up file manager and open file in note pad and update file (close and save)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dirty="0">
                <a:effectLst/>
                <a:latin typeface="Segoe UI" panose="020B0502040204020203" pitchFamily="34" charset="0"/>
              </a:rPr>
              <a:t>git status (will show the file is modified)</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dirty="0">
                <a:effectLst/>
                <a:latin typeface="Segoe UI" panose="020B0502040204020203" pitchFamily="34" charset="0"/>
              </a:rPr>
              <a:t>git add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dirty="0">
                <a:effectLst/>
                <a:latin typeface="Segoe UI" panose="020B0502040204020203" pitchFamily="34" charset="0"/>
              </a:rPr>
              <a:t>git commit –m “message”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dirty="0">
                <a:effectLst/>
                <a:latin typeface="Segoe UI" panose="020B0502040204020203" pitchFamily="34" charset="0"/>
              </a:rPr>
              <a:t>git switch main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dirty="0">
                <a:effectLst/>
                <a:latin typeface="Segoe UI" panose="020B0502040204020203" pitchFamily="34" charset="0"/>
              </a:rPr>
              <a:t>after creating bugfix and updating file go back to main in order to merge file. Then go to enhancement and merge the bug fix.</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dirty="0">
                <a:effectLst/>
                <a:latin typeface="Segoe UI" panose="020B0502040204020203" pitchFamily="34" charset="0"/>
              </a:rPr>
              <a:t>Then stage and commit in enhancement branch.</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dirty="0">
                <a:effectLst/>
                <a:latin typeface="Segoe UI" panose="020B0502040204020203" pitchFamily="34" charset="0"/>
              </a:rPr>
              <a:t>Now you should be able to go to the main branch and merge from enhancement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800" dirty="0">
              <a:effectLs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800" dirty="0">
              <a:effectLs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800" dirty="0">
              <a:effectLst/>
              <a:latin typeface="Arial" panose="020B0604020202020204" pitchFamily="34" charset="0"/>
            </a:endParaRPr>
          </a:p>
          <a:p>
            <a:pPr marL="0" lvl="0" indent="0" algn="l" rtl="0">
              <a:spcBef>
                <a:spcPts val="0"/>
              </a:spcBef>
              <a:spcAft>
                <a:spcPts val="0"/>
              </a:spcAft>
              <a:buNone/>
            </a:pPr>
            <a:endParaRPr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a:extLst>
            <a:ext uri="{FF2B5EF4-FFF2-40B4-BE49-F238E27FC236}">
              <a16:creationId xmlns:a16="http://schemas.microsoft.com/office/drawing/2014/main" id="{7CA3C775-4FD0-8EB4-0371-87B58D19B36E}"/>
            </a:ext>
          </a:extLst>
        </p:cNvPr>
        <p:cNvGrpSpPr/>
        <p:nvPr/>
      </p:nvGrpSpPr>
      <p:grpSpPr>
        <a:xfrm>
          <a:off x="0" y="0"/>
          <a:ext cx="0" cy="0"/>
          <a:chOff x="0" y="0"/>
          <a:chExt cx="0" cy="0"/>
        </a:xfrm>
      </p:grpSpPr>
      <p:sp>
        <p:nvSpPr>
          <p:cNvPr id="326" name="Google Shape;326;g3a91a4ec1d_0_241:notes">
            <a:extLst>
              <a:ext uri="{FF2B5EF4-FFF2-40B4-BE49-F238E27FC236}">
                <a16:creationId xmlns:a16="http://schemas.microsoft.com/office/drawing/2014/main" id="{67370EBB-C4F0-DD87-BB1F-9E01636D0DCA}"/>
              </a:ext>
            </a:extLst>
          </p:cNvPr>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3a91a4ec1d_0_241:notes">
            <a:extLst>
              <a:ext uri="{FF2B5EF4-FFF2-40B4-BE49-F238E27FC236}">
                <a16:creationId xmlns:a16="http://schemas.microsoft.com/office/drawing/2014/main" id="{8CD3FC0E-0FF0-9B6D-F4F4-701B2C7646C3}"/>
              </a:ext>
            </a:extLst>
          </p:cNvPr>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defTabSz="966612">
              <a:buNone/>
              <a:defRPr/>
            </a:pPr>
            <a:r>
              <a:rPr lang="en-US" sz="1900" dirty="0">
                <a:latin typeface="Segoe UI" panose="020B0502040204020203" pitchFamily="34" charset="0"/>
              </a:rPr>
              <a:t>Merge compares code in different branches and pulls in the changes that are not in the current branch.</a:t>
            </a:r>
          </a:p>
          <a:p>
            <a:pPr marL="0" indent="0" defTabSz="966612">
              <a:buNone/>
              <a:defRPr/>
            </a:pPr>
            <a:endParaRPr lang="en-US" sz="1900" dirty="0">
              <a:latin typeface="Segoe UI" panose="020B0502040204020203" pitchFamily="34" charset="0"/>
            </a:endParaRPr>
          </a:p>
          <a:p>
            <a:pPr marL="0" indent="0" defTabSz="966612">
              <a:buNone/>
              <a:defRPr/>
            </a:pPr>
            <a:r>
              <a:rPr lang="en-US" sz="1900" dirty="0">
                <a:latin typeface="Segoe UI" panose="020B0502040204020203" pitchFamily="34" charset="0"/>
              </a:rPr>
              <a:t>Merging a file that has been changed and not committed will fail. </a:t>
            </a:r>
          </a:p>
          <a:p>
            <a:pPr marL="0" indent="0" defTabSz="966612">
              <a:buNone/>
              <a:defRPr/>
            </a:pPr>
            <a:endParaRPr lang="en-US" sz="1900" dirty="0">
              <a:latin typeface="Segoe UI" panose="020B0502040204020203" pitchFamily="34" charset="0"/>
            </a:endParaRPr>
          </a:p>
          <a:p>
            <a:pPr marL="0" indent="0" defTabSz="966612">
              <a:buNone/>
              <a:defRPr/>
            </a:pPr>
            <a:r>
              <a:rPr lang="en-US" sz="1900" dirty="0">
                <a:latin typeface="Segoe UI" panose="020B0502040204020203" pitchFamily="34" charset="0"/>
              </a:rPr>
              <a:t>Create repo folder – merge-conflict. </a:t>
            </a:r>
          </a:p>
          <a:p>
            <a:pPr marL="0" indent="0" defTabSz="966612">
              <a:buNone/>
              <a:defRPr/>
            </a:pPr>
            <a:r>
              <a:rPr lang="en-US" sz="1900" dirty="0">
                <a:latin typeface="Segoe UI" panose="020B0502040204020203" pitchFamily="34" charset="0"/>
              </a:rPr>
              <a:t>Cd merge-conflict</a:t>
            </a:r>
          </a:p>
          <a:p>
            <a:pPr marL="0" indent="0" defTabSz="966612">
              <a:buNone/>
              <a:defRPr/>
            </a:pPr>
            <a:r>
              <a:rPr lang="en-US" sz="1900" dirty="0">
                <a:latin typeface="Segoe UI" panose="020B0502040204020203" pitchFamily="34" charset="0"/>
              </a:rPr>
              <a:t>Init commit</a:t>
            </a:r>
          </a:p>
          <a:p>
            <a:pPr marL="0" indent="0" defTabSz="966612">
              <a:buNone/>
              <a:defRPr/>
            </a:pPr>
            <a:r>
              <a:rPr lang="en-US" sz="1900" dirty="0">
                <a:latin typeface="Segoe UI" panose="020B0502040204020203" pitchFamily="34" charset="0"/>
              </a:rPr>
              <a:t>Touch source-code.txt</a:t>
            </a:r>
          </a:p>
          <a:p>
            <a:pPr marL="0" indent="0" defTabSz="966612">
              <a:buNone/>
              <a:defRPr/>
            </a:pPr>
            <a:r>
              <a:rPr lang="en-US" sz="1900" dirty="0">
                <a:latin typeface="Segoe UI" panose="020B0502040204020203" pitchFamily="34" charset="0"/>
              </a:rPr>
              <a:t>Open file in note pad and add “production v1.0”</a:t>
            </a:r>
          </a:p>
          <a:p>
            <a:pPr marL="0" indent="0" defTabSz="966612">
              <a:buNone/>
              <a:defRPr/>
            </a:pPr>
            <a:r>
              <a:rPr lang="en-US" sz="1900" dirty="0">
                <a:latin typeface="Segoe UI" panose="020B0502040204020203" pitchFamily="34" charset="0"/>
              </a:rPr>
              <a:t>Close file after saving</a:t>
            </a:r>
          </a:p>
          <a:p>
            <a:pPr marL="0" indent="0" defTabSz="966612">
              <a:buNone/>
              <a:defRPr/>
            </a:pPr>
            <a:r>
              <a:rPr lang="en-US" sz="1900" dirty="0">
                <a:latin typeface="Segoe UI" panose="020B0502040204020203" pitchFamily="34" charset="0"/>
              </a:rPr>
              <a:t>In git bash – git add .</a:t>
            </a:r>
          </a:p>
          <a:p>
            <a:pPr marL="0" indent="0" defTabSz="966612">
              <a:buNone/>
              <a:defRPr/>
            </a:pPr>
            <a:r>
              <a:rPr lang="en-US" sz="1900" dirty="0">
                <a:latin typeface="Segoe UI" panose="020B0502040204020203" pitchFamily="34" charset="0"/>
              </a:rPr>
              <a:t>git Commit –m “initial commit”</a:t>
            </a:r>
          </a:p>
          <a:p>
            <a:pPr marL="0" indent="0" defTabSz="966612">
              <a:buNone/>
              <a:defRPr/>
            </a:pPr>
            <a:endParaRPr lang="en-US" sz="1900" dirty="0">
              <a:latin typeface="Segoe UI" panose="020B0502040204020203" pitchFamily="34" charset="0"/>
            </a:endParaRPr>
          </a:p>
          <a:p>
            <a:pPr marL="0" indent="0" defTabSz="966612">
              <a:buNone/>
              <a:defRPr/>
            </a:pPr>
            <a:r>
              <a:rPr lang="en-US" sz="1900" dirty="0">
                <a:latin typeface="Segoe UI" panose="020B0502040204020203" pitchFamily="34" charset="0"/>
              </a:rPr>
              <a:t>git checkout –b [branch name] (this switched to new branch)</a:t>
            </a:r>
          </a:p>
          <a:p>
            <a:pPr marL="0" indent="0" defTabSz="966612">
              <a:buNone/>
              <a:defRPr/>
            </a:pPr>
            <a:r>
              <a:rPr lang="en-US" sz="1900" dirty="0">
                <a:latin typeface="Segoe UI" panose="020B0502040204020203" pitchFamily="34" charset="0"/>
              </a:rPr>
              <a:t>Pull up file manager and open file in note pad and update file (close and save)</a:t>
            </a:r>
          </a:p>
          <a:p>
            <a:pPr marL="0" indent="0" defTabSz="966612">
              <a:buNone/>
              <a:defRPr/>
            </a:pPr>
            <a:r>
              <a:rPr lang="en-US" sz="1900" dirty="0">
                <a:latin typeface="Segoe UI" panose="020B0502040204020203" pitchFamily="34" charset="0"/>
              </a:rPr>
              <a:t>git status (will show the file is modified)</a:t>
            </a:r>
          </a:p>
          <a:p>
            <a:pPr marL="0" indent="0" defTabSz="966612">
              <a:buNone/>
              <a:defRPr/>
            </a:pPr>
            <a:r>
              <a:rPr lang="en-US" sz="1900" dirty="0">
                <a:latin typeface="Segoe UI" panose="020B0502040204020203" pitchFamily="34" charset="0"/>
              </a:rPr>
              <a:t>git add .</a:t>
            </a:r>
          </a:p>
          <a:p>
            <a:pPr marL="0" indent="0" defTabSz="966612">
              <a:buNone/>
              <a:defRPr/>
            </a:pPr>
            <a:r>
              <a:rPr lang="en-US" sz="1900" dirty="0">
                <a:latin typeface="Segoe UI" panose="020B0502040204020203" pitchFamily="34" charset="0"/>
              </a:rPr>
              <a:t>git commit –m “message”</a:t>
            </a:r>
          </a:p>
          <a:p>
            <a:pPr marL="0" indent="0" defTabSz="966612">
              <a:buNone/>
              <a:defRPr/>
            </a:pPr>
            <a:r>
              <a:rPr lang="en-US" sz="1900" dirty="0">
                <a:latin typeface="Segoe UI" panose="020B0502040204020203" pitchFamily="34" charset="0"/>
              </a:rPr>
              <a:t>git switch main</a:t>
            </a:r>
          </a:p>
          <a:p>
            <a:pPr marL="0" indent="0" defTabSz="966612">
              <a:buNone/>
              <a:defRPr/>
            </a:pPr>
            <a:r>
              <a:rPr lang="en-US" sz="1900" dirty="0">
                <a:latin typeface="Segoe UI" panose="020B0502040204020203" pitchFamily="34" charset="0"/>
              </a:rPr>
              <a:t>after creating bugfix and updating file go back to main in order to merge file. Then go to enhancement and merge the bug fix.</a:t>
            </a:r>
          </a:p>
          <a:p>
            <a:pPr marL="0" indent="0" defTabSz="966612">
              <a:buNone/>
              <a:defRPr/>
            </a:pPr>
            <a:r>
              <a:rPr lang="en-US" sz="1900" dirty="0">
                <a:latin typeface="Segoe UI" panose="020B0502040204020203" pitchFamily="34" charset="0"/>
              </a:rPr>
              <a:t>Then state and commit in enhancement branch.</a:t>
            </a:r>
          </a:p>
          <a:p>
            <a:pPr marL="0" indent="0" defTabSz="966612">
              <a:buNone/>
              <a:defRPr/>
            </a:pPr>
            <a:r>
              <a:rPr lang="en-US" sz="1900" dirty="0">
                <a:latin typeface="Segoe UI" panose="020B0502040204020203" pitchFamily="34" charset="0"/>
              </a:rPr>
              <a:t>Now you should be able to go to the main branch and merge from enhancement</a:t>
            </a:r>
          </a:p>
          <a:p>
            <a:pPr marL="0" indent="0" defTabSz="966612">
              <a:buNone/>
              <a:defRPr/>
            </a:pPr>
            <a:endParaRPr lang="en-US" sz="1900" dirty="0">
              <a:latin typeface="Segoe UI" panose="020B0502040204020203" pitchFamily="34" charset="0"/>
            </a:endParaRPr>
          </a:p>
          <a:p>
            <a:pPr marL="0" indent="0" defTabSz="966612">
              <a:buNone/>
              <a:defRPr/>
            </a:pPr>
            <a:endParaRPr lang="en-US" sz="1900" dirty="0">
              <a:latin typeface="Segoe UI" panose="020B0502040204020203" pitchFamily="34" charset="0"/>
            </a:endParaRPr>
          </a:p>
          <a:p>
            <a:pPr marL="0" indent="0" defTabSz="966612">
              <a:buNone/>
              <a:defRPr/>
            </a:pPr>
            <a:endParaRPr lang="en-US" sz="1900" dirty="0">
              <a:latin typeface="Arial" panose="020B0604020202020204" pitchFamily="34" charset="0"/>
            </a:endParaRPr>
          </a:p>
          <a:p>
            <a:pPr marL="0" indent="0">
              <a:buNone/>
            </a:pPr>
            <a:endParaRPr dirty="0"/>
          </a:p>
        </p:txBody>
      </p:sp>
    </p:spTree>
    <p:extLst>
      <p:ext uri="{BB962C8B-B14F-4D97-AF65-F5344CB8AC3E}">
        <p14:creationId xmlns:p14="http://schemas.microsoft.com/office/powerpoint/2010/main" val="70632953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73ba6c2099_0_1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73ba6c2099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long combination of numbers and letter are the unique identifier that you would need if you need to revert back to a different version.</a:t>
            </a:r>
          </a:p>
          <a:p>
            <a:pPr marL="0" lvl="0" indent="0" algn="l" rtl="0">
              <a:spcBef>
                <a:spcPts val="0"/>
              </a:spcBef>
              <a:spcAft>
                <a:spcPts val="0"/>
              </a:spcAft>
              <a:buNone/>
            </a:pPr>
            <a:endParaRPr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73ba6c2099_0_1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73ba6c2099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Diff = difference</a:t>
            </a:r>
          </a:p>
          <a:p>
            <a:pPr marL="0" lvl="0" indent="0" algn="l" rtl="0">
              <a:spcBef>
                <a:spcPts val="0"/>
              </a:spcBef>
              <a:spcAft>
                <a:spcPts val="0"/>
              </a:spcAft>
              <a:buNone/>
            </a:pPr>
            <a:r>
              <a:rPr lang="en-US" dirty="0"/>
              <a:t>git diff HEAD^1 // shows commit before the most recent one and shows the difference between commits. </a:t>
            </a:r>
            <a:endParaRPr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3b0d7cdec9_1_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3b0d7cdec9_1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1. Create repo folder – merge-files.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    cd /c/repo/merge-files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    git </a:t>
            </a:r>
            <a:r>
              <a:rPr lang="en-US" sz="1100" dirty="0" err="1">
                <a:effectLst/>
                <a:latin typeface="Segoe UI" panose="020B0502040204020203" pitchFamily="34" charset="0"/>
              </a:rPr>
              <a:t>init</a:t>
            </a:r>
            <a:r>
              <a:rPr lang="en-US" sz="1100" dirty="0">
                <a:effectLst/>
                <a:latin typeface="Segoe UI" panose="020B0502040204020203" pitchFamily="34" charset="0"/>
              </a:rPr>
              <a:t> merge-files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2. Touch sourcecode.txt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3. Open file in note pad and add “production v1.0”</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    Close file after saving</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4. git add sourcecode.txt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    git commit –m “initial commit”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5. git branch </a:t>
            </a:r>
            <a:r>
              <a:rPr lang="en-US" sz="1100" dirty="0" err="1">
                <a:effectLst/>
                <a:latin typeface="Segoe UI" panose="020B0502040204020203" pitchFamily="34" charset="0"/>
              </a:rPr>
              <a:t>enh</a:t>
            </a:r>
            <a:endParaRPr lang="en-US" sz="1100" dirty="0">
              <a:effectLs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6. git switch </a:t>
            </a:r>
            <a:r>
              <a:rPr lang="en-US" sz="1100" dirty="0" err="1">
                <a:effectLst/>
                <a:latin typeface="Segoe UI" panose="020B0502040204020203" pitchFamily="34" charset="0"/>
              </a:rPr>
              <a:t>enh</a:t>
            </a:r>
            <a:endParaRPr lang="en-US" sz="1100" dirty="0">
              <a:effectLs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7. Open file explorer, open file in note pad and update file (close and save)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    git status (will show the file is modified)</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8. git add sourcecode.txt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    git commit –m “changed file”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9. git switch main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10. git merge </a:t>
            </a:r>
            <a:r>
              <a:rPr lang="en-US" sz="1100" dirty="0" err="1">
                <a:effectLst/>
                <a:latin typeface="Segoe UI" panose="020B0502040204020203" pitchFamily="34" charset="0"/>
              </a:rPr>
              <a:t>enh</a:t>
            </a:r>
            <a:r>
              <a:rPr lang="en-US" sz="1100" dirty="0">
                <a:effectLst/>
                <a:latin typeface="Segoe UI" panose="020B0502040204020203" pitchFamily="34" charset="0"/>
              </a:rPr>
              <a:t> (no conflicts, simple merge from one branch to another)</a:t>
            </a:r>
            <a:endParaRPr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b9dda4631d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b9dda4631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b9dda4631d_0_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b9dda4631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3b0d7cdec9_1_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3b0d7cdec9_1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b9dda4631d_0_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b9dda4631d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gb9dda4631d_0_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2" name="Google Shape;472;gb9dda4631d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a:extLst>
            <a:ext uri="{FF2B5EF4-FFF2-40B4-BE49-F238E27FC236}">
              <a16:creationId xmlns:a16="http://schemas.microsoft.com/office/drawing/2014/main" id="{62FCB301-E13C-331B-E209-AECED205A21E}"/>
            </a:ext>
          </a:extLst>
        </p:cNvPr>
        <p:cNvGrpSpPr/>
        <p:nvPr/>
      </p:nvGrpSpPr>
      <p:grpSpPr>
        <a:xfrm>
          <a:off x="0" y="0"/>
          <a:ext cx="0" cy="0"/>
          <a:chOff x="0" y="0"/>
          <a:chExt cx="0" cy="0"/>
        </a:xfrm>
      </p:grpSpPr>
      <p:sp>
        <p:nvSpPr>
          <p:cNvPr id="347" name="Google Shape;347;g3b0d7cdec9_1_36:notes">
            <a:extLst>
              <a:ext uri="{FF2B5EF4-FFF2-40B4-BE49-F238E27FC236}">
                <a16:creationId xmlns:a16="http://schemas.microsoft.com/office/drawing/2014/main" id="{F3618A61-3027-507D-B45A-2C52DF0D7C9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3b0d7cdec9_1_36:notes">
            <a:extLst>
              <a:ext uri="{FF2B5EF4-FFF2-40B4-BE49-F238E27FC236}">
                <a16:creationId xmlns:a16="http://schemas.microsoft.com/office/drawing/2014/main" id="{DD1F8D39-721F-6C7E-4811-41537D6403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863489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a:extLst>
            <a:ext uri="{FF2B5EF4-FFF2-40B4-BE49-F238E27FC236}">
              <a16:creationId xmlns:a16="http://schemas.microsoft.com/office/drawing/2014/main" id="{6B8AC27A-347F-76B9-79E5-A6322A4302A5}"/>
            </a:ext>
          </a:extLst>
        </p:cNvPr>
        <p:cNvGrpSpPr/>
        <p:nvPr/>
      </p:nvGrpSpPr>
      <p:grpSpPr>
        <a:xfrm>
          <a:off x="0" y="0"/>
          <a:ext cx="0" cy="0"/>
          <a:chOff x="0" y="0"/>
          <a:chExt cx="0" cy="0"/>
        </a:xfrm>
      </p:grpSpPr>
      <p:sp>
        <p:nvSpPr>
          <p:cNvPr id="347" name="Google Shape;347;g3b0d7cdec9_1_36:notes">
            <a:extLst>
              <a:ext uri="{FF2B5EF4-FFF2-40B4-BE49-F238E27FC236}">
                <a16:creationId xmlns:a16="http://schemas.microsoft.com/office/drawing/2014/main" id="{378BDDA3-386B-DF7F-E038-DEF2825DC3B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3b0d7cdec9_1_36:notes">
            <a:extLst>
              <a:ext uri="{FF2B5EF4-FFF2-40B4-BE49-F238E27FC236}">
                <a16:creationId xmlns:a16="http://schemas.microsoft.com/office/drawing/2014/main" id="{8CEAC5D2-DAE9-09BB-C104-3BE99FE906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689010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3b0d7cdec9_1_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3b0d7cdec9_1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1. git switch main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2. git branch bugfix</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3. git switch bugfix</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4. Open file explorer, open file in note pad and update file (close and save)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     git status (will show the file is modified)</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5. git add sourcecode.txt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    git commit –m “changed file again”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6. git switch </a:t>
            </a:r>
            <a:r>
              <a:rPr lang="en-US" sz="1100" dirty="0" err="1">
                <a:effectLst/>
                <a:latin typeface="Segoe UI" panose="020B0502040204020203" pitchFamily="34" charset="0"/>
              </a:rPr>
              <a:t>enh</a:t>
            </a:r>
            <a:endParaRPr lang="en-US" sz="1100" dirty="0">
              <a:effectLs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7. Same as 4</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8. Same as 5</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dirty="0">
              <a:effectLs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dirty="0">
              <a:effectLs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after creating bugfix and updating file go back to main in order to merge file. Then go to enhancement and merge the bug fix.</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Then stage and commit in enhancement branch.</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Now you should be able to go to the main branch and merge from enhancement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dirty="0">
              <a:effectLs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dirty="0">
              <a:effectLs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dirty="0">
              <a:effectLst/>
              <a:latin typeface="Arial" panose="020B0604020202020204" pitchFamily="34" charset="0"/>
            </a:endParaRPr>
          </a:p>
          <a:p>
            <a:pPr marL="0" lvl="0" indent="0" algn="l" rtl="0">
              <a:spcBef>
                <a:spcPts val="0"/>
              </a:spcBef>
              <a:spcAft>
                <a:spcPts val="0"/>
              </a:spcAft>
              <a:buNone/>
            </a:pPr>
            <a:endParaRPr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b0d7cdec9_1_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3b0d7cdec9_1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  9. </a:t>
            </a:r>
            <a:r>
              <a:rPr lang="en-US" sz="1100" dirty="0">
                <a:effectLst/>
                <a:latin typeface="Segoe UI" panose="020B0502040204020203" pitchFamily="34" charset="0"/>
              </a:rPr>
              <a:t>git switch main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10. git merge bugfix</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11. git merge </a:t>
            </a:r>
            <a:r>
              <a:rPr lang="en-US" dirty="0" err="1"/>
              <a:t>enh</a:t>
            </a:r>
            <a:r>
              <a:rPr lang="en-US" dirty="0"/>
              <a:t> (conflict!)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12. Open file explorer, open file in note pad and update file (close and save)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      git status (will show the file is modified)</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13. git add sourcecode.txt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      git commit –m “fixed merge conflict”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effectLst/>
                <a:latin typeface="Segoe UI" panose="020B0502040204020203" pitchFamily="34" charset="0"/>
              </a:rPr>
              <a:t>14. </a:t>
            </a:r>
            <a:r>
              <a:rPr lang="en" sz="1100" dirty="0">
                <a:latin typeface="Source Code Pro"/>
                <a:ea typeface="Source Code Pro"/>
                <a:cs typeface="Source Code Pro"/>
                <a:sym typeface="Source Code Pro"/>
              </a:rPr>
              <a:t>git branch -d bugfix</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 sz="1100" dirty="0">
                <a:effectLst/>
                <a:latin typeface="Source Code Pro"/>
                <a:ea typeface="Source Code Pro"/>
                <a:cs typeface="Source Code Pro"/>
                <a:sym typeface="Source Code Pro"/>
              </a:rPr>
              <a:t>      </a:t>
            </a:r>
            <a:r>
              <a:rPr lang="en" sz="1100" dirty="0">
                <a:latin typeface="Source Code Pro"/>
                <a:ea typeface="Source Code Pro"/>
                <a:cs typeface="Source Code Pro"/>
                <a:sym typeface="Source Code Pro"/>
              </a:rPr>
              <a:t>git branch -d </a:t>
            </a:r>
            <a:r>
              <a:rPr lang="en-US" sz="1100" dirty="0" err="1">
                <a:latin typeface="Source Code Pro"/>
                <a:ea typeface="Source Code Pro"/>
                <a:cs typeface="Source Code Pro"/>
                <a:sym typeface="Source Code Pro"/>
              </a:rPr>
              <a:t>enh</a:t>
            </a:r>
            <a:endParaRPr lang="en-US" sz="1100" dirty="0">
              <a:effectLs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dirty="0">
              <a:effectLst/>
              <a:latin typeface="Segoe UI" panose="020B0502040204020203" pitchFamily="34" charset="0"/>
            </a:endParaRPr>
          </a:p>
          <a:p>
            <a:pPr marL="0" lvl="0" indent="0" algn="l" rtl="0">
              <a:spcBef>
                <a:spcPts val="0"/>
              </a:spcBef>
              <a:spcAft>
                <a:spcPts val="0"/>
              </a:spcAft>
              <a:buNone/>
            </a:pPr>
            <a:endParaRPr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g3b0d7cdec9_1_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1" name="Google Shape;411;g3b0d7cdec9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5233468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3b0d7cdec9_1_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7" name="Google Shape;417;g3b0d7cdec9_1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7614240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3b0d7cdec9_1_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3b0d7cdec9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6449134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3a91a4ec1d_0_2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3a91a4ec1d_0_2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Must clone a repository before pulling if it is not on your local machine.</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Delete folder and remove from Git --&gt;</a:t>
            </a:r>
            <a:r>
              <a:rPr lang="en-US" sz="1100" b="1" i="0" u="none" strike="noStrike" cap="none" dirty="0">
                <a:solidFill>
                  <a:srgbClr val="000000"/>
                </a:solidFill>
                <a:effectLst/>
                <a:latin typeface="Arial"/>
                <a:ea typeface="Arial"/>
                <a:cs typeface="Arial"/>
                <a:sym typeface="Arial"/>
              </a:rPr>
              <a:t>git rm -r folder/ </a:t>
            </a:r>
            <a:r>
              <a:rPr lang="en-US" sz="900" b="0" i="0" u="none" strike="noStrike" cap="none" dirty="0">
                <a:solidFill>
                  <a:srgbClr val="000000"/>
                </a:solidFill>
                <a:effectLst/>
                <a:latin typeface="Arial"/>
                <a:ea typeface="Arial"/>
                <a:cs typeface="Arial"/>
                <a:sym typeface="Arial"/>
              </a:rPr>
              <a:t>**</a:t>
            </a:r>
            <a:r>
              <a:rPr lang="en-US" sz="900" b="1" i="0" u="none" strike="noStrike" cap="none" dirty="0">
                <a:solidFill>
                  <a:srgbClr val="000000"/>
                </a:solidFill>
                <a:effectLst/>
                <a:latin typeface="Arial"/>
                <a:ea typeface="Arial"/>
                <a:cs typeface="Arial"/>
                <a:sym typeface="Arial"/>
              </a:rPr>
              <a:t> </a:t>
            </a:r>
            <a:r>
              <a:rPr lang="en-US" sz="900" b="0" i="0" u="none" strike="noStrike" cap="none" dirty="0">
                <a:solidFill>
                  <a:srgbClr val="000000"/>
                </a:solidFill>
                <a:effectLst/>
                <a:latin typeface="Arial"/>
                <a:ea typeface="Arial"/>
                <a:cs typeface="Arial"/>
                <a:sym typeface="Arial"/>
              </a:rPr>
              <a:t>(-r flag means recursive, subfolders will also be removed)</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Keep folder, remove from Git --&gt; </a:t>
            </a:r>
            <a:r>
              <a:rPr lang="en-US" sz="1100" b="1" i="0" u="none" strike="noStrike" cap="none" dirty="0">
                <a:solidFill>
                  <a:srgbClr val="000000"/>
                </a:solidFill>
                <a:effectLst/>
                <a:latin typeface="Arial"/>
                <a:ea typeface="Arial"/>
                <a:cs typeface="Arial"/>
                <a:sym typeface="Arial"/>
              </a:rPr>
              <a:t>git rm -r --cached folder/</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Already deleted, record it --&gt; </a:t>
            </a:r>
            <a:r>
              <a:rPr lang="en-US" sz="1100" b="1" i="0" u="none" strike="noStrike" cap="none" dirty="0">
                <a:solidFill>
                  <a:srgbClr val="000000"/>
                </a:solidFill>
                <a:effectLst/>
                <a:latin typeface="Arial"/>
                <a:ea typeface="Arial"/>
                <a:cs typeface="Arial"/>
                <a:sym typeface="Arial"/>
              </a:rPr>
              <a:t>git add –u  </a:t>
            </a:r>
            <a:r>
              <a:rPr lang="en-US" sz="1100" b="0" i="0" u="none" strike="noStrike" cap="none" dirty="0">
                <a:solidFill>
                  <a:srgbClr val="000000"/>
                </a:solidFill>
                <a:effectLst/>
                <a:latin typeface="Arial"/>
                <a:ea typeface="Arial"/>
                <a:cs typeface="Arial"/>
                <a:sym typeface="Arial"/>
              </a:rPr>
              <a:t>**</a:t>
            </a:r>
            <a:r>
              <a:rPr lang="en-US" sz="1100" b="1" i="0" u="none" strike="noStrike" cap="none"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rPr>
              <a:t>(-u flag means update, only updates already tracked files)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Follow up with a commit and add a message -- &gt; </a:t>
            </a:r>
            <a:r>
              <a:rPr lang="en-US" sz="1100" b="1" i="0" u="none" strike="noStrike" cap="none" dirty="0">
                <a:solidFill>
                  <a:srgbClr val="000000"/>
                </a:solidFill>
                <a:effectLst/>
                <a:latin typeface="Arial"/>
                <a:ea typeface="Arial"/>
                <a:cs typeface="Arial"/>
                <a:sym typeface="Arial"/>
              </a:rPr>
              <a:t>git commit –m “message to document removal”</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FF4498F2-DD09-59E2-7A5D-83F4FDCF6F8F}"/>
            </a:ext>
          </a:extLst>
        </p:cNvPr>
        <p:cNvGrpSpPr/>
        <p:nvPr/>
      </p:nvGrpSpPr>
      <p:grpSpPr>
        <a:xfrm>
          <a:off x="0" y="0"/>
          <a:ext cx="0" cy="0"/>
          <a:chOff x="0" y="0"/>
          <a:chExt cx="0" cy="0"/>
        </a:xfrm>
      </p:grpSpPr>
      <p:sp>
        <p:nvSpPr>
          <p:cNvPr id="375" name="Google Shape;375;g3a91a4ec1d_0_259:notes">
            <a:extLst>
              <a:ext uri="{FF2B5EF4-FFF2-40B4-BE49-F238E27FC236}">
                <a16:creationId xmlns:a16="http://schemas.microsoft.com/office/drawing/2014/main" id="{AE0FAF01-BE7A-8A96-1C18-390B204B88A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3a91a4ec1d_0_259:notes">
            <a:extLst>
              <a:ext uri="{FF2B5EF4-FFF2-40B4-BE49-F238E27FC236}">
                <a16:creationId xmlns:a16="http://schemas.microsoft.com/office/drawing/2014/main" id="{08F39543-BBE4-D6BE-FBA6-CB842EBE22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38100" lvl="0" indent="0" algn="l" rtl="0">
              <a:spcBef>
                <a:spcPts val="0"/>
              </a:spcBef>
              <a:spcAft>
                <a:spcPts val="0"/>
              </a:spcAft>
              <a:buSzPts val="3000"/>
              <a:buNone/>
            </a:pPr>
            <a:r>
              <a:rPr lang="en" dirty="0"/>
              <a:t>Connects a local repo to a GitHub repo</a:t>
            </a:r>
            <a:endParaRPr lang="en-US" dirty="0"/>
          </a:p>
          <a:p>
            <a:r>
              <a:rPr lang="en-US" b="1" dirty="0"/>
              <a:t>git remote add </a:t>
            </a:r>
            <a:r>
              <a:rPr lang="en-US" b="0" dirty="0"/>
              <a:t>— create a new connection to a remote repository</a:t>
            </a:r>
          </a:p>
          <a:p>
            <a:r>
              <a:rPr lang="en-US" b="1" dirty="0"/>
              <a:t>origin </a:t>
            </a:r>
            <a:r>
              <a:rPr lang="en-US" b="0" dirty="0"/>
              <a:t>— the nickname for that remote</a:t>
            </a:r>
          </a:p>
          <a:p>
            <a:r>
              <a:rPr lang="en-US" b="1" dirty="0"/>
              <a:t>URL </a:t>
            </a:r>
            <a:r>
              <a:rPr lang="en-US" b="0" dirty="0"/>
              <a:t>— where the remote repository lives on GitHub</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386601728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233A9704-2D10-FD59-9EDD-3104CF85B0DE}"/>
            </a:ext>
          </a:extLst>
        </p:cNvPr>
        <p:cNvGrpSpPr/>
        <p:nvPr/>
      </p:nvGrpSpPr>
      <p:grpSpPr>
        <a:xfrm>
          <a:off x="0" y="0"/>
          <a:ext cx="0" cy="0"/>
          <a:chOff x="0" y="0"/>
          <a:chExt cx="0" cy="0"/>
        </a:xfrm>
      </p:grpSpPr>
      <p:sp>
        <p:nvSpPr>
          <p:cNvPr id="375" name="Google Shape;375;g3a91a4ec1d_0_259:notes">
            <a:extLst>
              <a:ext uri="{FF2B5EF4-FFF2-40B4-BE49-F238E27FC236}">
                <a16:creationId xmlns:a16="http://schemas.microsoft.com/office/drawing/2014/main" id="{ACE243B3-7E25-997B-7724-1319311601F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3a91a4ec1d_0_259:notes">
            <a:extLst>
              <a:ext uri="{FF2B5EF4-FFF2-40B4-BE49-F238E27FC236}">
                <a16:creationId xmlns:a16="http://schemas.microsoft.com/office/drawing/2014/main" id="{7181BB8E-97E6-48E5-8451-6AA3D5433B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pull:</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Bring the latest files </a:t>
            </a:r>
            <a:r>
              <a:rPr lang="en-US" i="1" dirty="0"/>
              <a:t>from GitHub</a:t>
            </a:r>
            <a:r>
              <a:rPr lang="en-US" dirty="0"/>
              <a:t> </a:t>
            </a:r>
            <a:r>
              <a:rPr lang="en-US" b="1" dirty="0"/>
              <a:t>into your local repo</a:t>
            </a:r>
            <a:r>
              <a:rPr lang="en-US" dirty="0"/>
              <a:t> and merge them into your current branch.</a:t>
            </a:r>
          </a:p>
          <a:p>
            <a:pPr marL="0" marR="0" lvl="0" indent="0" algn="l" defTabSz="914400" rtl="0" eaLnBrk="1" fontAlgn="auto" latinLnBrk="0" hangingPunct="1">
              <a:lnSpc>
                <a:spcPct val="100000"/>
              </a:lnSpc>
              <a:spcBef>
                <a:spcPts val="0"/>
              </a:spcBef>
              <a:spcAft>
                <a:spcPts val="0"/>
              </a:spcAft>
              <a:buClr>
                <a:srgbClr val="000000"/>
              </a:buClr>
              <a:buSzPts val="1100"/>
              <a:buNone/>
              <a:tabLst/>
              <a:defRPr/>
            </a:pPr>
            <a:r>
              <a:rPr lang="en-US" sz="1100" b="0" i="0" u="none" strike="noStrike" cap="none" dirty="0">
                <a:solidFill>
                  <a:srgbClr val="000000"/>
                </a:solidFill>
                <a:latin typeface="Arial"/>
                <a:ea typeface="Arial"/>
                <a:cs typeface="Arial"/>
                <a:sym typeface="Arial"/>
              </a:rPr>
              <a:t>git pull</a:t>
            </a:r>
            <a:r>
              <a:rPr lang="en-US" dirty="0"/>
              <a:t> is actually two commands combined: </a:t>
            </a:r>
            <a:r>
              <a:rPr lang="en-US" b="1" dirty="0"/>
              <a:t>Fetch</a:t>
            </a:r>
            <a:r>
              <a:rPr lang="en-US" dirty="0"/>
              <a:t> the latest changes from the remote, </a:t>
            </a:r>
            <a:r>
              <a:rPr lang="en-US" b="1" dirty="0"/>
              <a:t>Merge</a:t>
            </a:r>
            <a:r>
              <a:rPr lang="en-US" dirty="0"/>
              <a:t> those changes into your local branch</a:t>
            </a:r>
          </a:p>
          <a:p>
            <a:r>
              <a:rPr lang="en-US" dirty="0"/>
              <a:t>Contact the remote named </a:t>
            </a:r>
            <a:r>
              <a:rPr lang="en-US" b="1" dirty="0"/>
              <a:t>origin</a:t>
            </a:r>
            <a:r>
              <a:rPr lang="en-US" dirty="0"/>
              <a:t> </a:t>
            </a:r>
          </a:p>
          <a:p>
            <a:r>
              <a:rPr lang="en-US" dirty="0"/>
              <a:t>Download the branch </a:t>
            </a:r>
            <a:r>
              <a:rPr lang="en-US" b="1" dirty="0"/>
              <a:t>main</a:t>
            </a:r>
            <a:endParaRPr lang="en-US" dirty="0"/>
          </a:p>
          <a:p>
            <a:r>
              <a:rPr lang="en-US" dirty="0"/>
              <a:t>Merge it into your local </a:t>
            </a:r>
            <a:r>
              <a:rPr lang="en-US" b="1" dirty="0"/>
              <a:t>main</a:t>
            </a:r>
            <a:endParaRPr lang="en-US" dirty="0"/>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push:</a:t>
            </a:r>
            <a:br>
              <a:rPr lang="en-US" dirty="0"/>
            </a:br>
            <a:r>
              <a:rPr lang="en-US" dirty="0"/>
              <a:t>Send your </a:t>
            </a:r>
            <a:r>
              <a:rPr lang="en-US" b="1" dirty="0"/>
              <a:t>local commits</a:t>
            </a:r>
            <a:r>
              <a:rPr lang="en-US" dirty="0"/>
              <a:t> </a:t>
            </a:r>
            <a:r>
              <a:rPr lang="en-US" i="1" dirty="0"/>
              <a:t>to GitHub</a:t>
            </a:r>
            <a:r>
              <a:rPr lang="en-US" dirty="0"/>
              <a:t> and tell Git to remember where to push next time</a:t>
            </a:r>
          </a:p>
          <a:p>
            <a:r>
              <a:rPr lang="en-US" b="1" dirty="0"/>
              <a:t>git push</a:t>
            </a:r>
            <a:r>
              <a:rPr lang="en-US" dirty="0"/>
              <a:t> — upload your commits </a:t>
            </a:r>
          </a:p>
          <a:p>
            <a:r>
              <a:rPr lang="en-US" b="1" dirty="0"/>
              <a:t>origin</a:t>
            </a:r>
            <a:r>
              <a:rPr lang="en-US" dirty="0"/>
              <a:t> — the remote you’re pushing to</a:t>
            </a:r>
          </a:p>
          <a:p>
            <a:r>
              <a:rPr lang="en-US" b="1" dirty="0"/>
              <a:t>main</a:t>
            </a:r>
            <a:r>
              <a:rPr lang="en-US" dirty="0"/>
              <a:t> — the branch you’re pushing</a:t>
            </a:r>
          </a:p>
          <a:p>
            <a:r>
              <a:rPr lang="en-US" b="1" dirty="0"/>
              <a:t>-u</a:t>
            </a:r>
            <a:r>
              <a:rPr lang="en-US" dirty="0"/>
              <a:t> — set upstream tracking (important!)</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76663470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3a91a4ec1d_0_2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a91a4ec1d_0_2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3b0d7cdec9_1_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3b0d7cdec9_1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7576271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a:extLst>
            <a:ext uri="{FF2B5EF4-FFF2-40B4-BE49-F238E27FC236}">
              <a16:creationId xmlns:a16="http://schemas.microsoft.com/office/drawing/2014/main" id="{7AA86AD7-3BD0-D298-3F51-1923B7CDB7FD}"/>
            </a:ext>
          </a:extLst>
        </p:cNvPr>
        <p:cNvGrpSpPr/>
        <p:nvPr/>
      </p:nvGrpSpPr>
      <p:grpSpPr>
        <a:xfrm>
          <a:off x="0" y="0"/>
          <a:ext cx="0" cy="0"/>
          <a:chOff x="0" y="0"/>
          <a:chExt cx="0" cy="0"/>
        </a:xfrm>
      </p:grpSpPr>
      <p:sp>
        <p:nvSpPr>
          <p:cNvPr id="354" name="Google Shape;354;g3b0d7cdec9_1_42:notes">
            <a:extLst>
              <a:ext uri="{FF2B5EF4-FFF2-40B4-BE49-F238E27FC236}">
                <a16:creationId xmlns:a16="http://schemas.microsoft.com/office/drawing/2014/main" id="{A38A1A64-9B11-8BBA-0942-F1F835083BE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3b0d7cdec9_1_42:notes">
            <a:extLst>
              <a:ext uri="{FF2B5EF4-FFF2-40B4-BE49-F238E27FC236}">
                <a16:creationId xmlns:a16="http://schemas.microsoft.com/office/drawing/2014/main" id="{15B9248C-B833-7458-A386-17098756C4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228600" algn="l" rtl="0">
              <a:spcBef>
                <a:spcPts val="0"/>
              </a:spcBef>
              <a:spcAft>
                <a:spcPts val="0"/>
              </a:spcAft>
              <a:buFont typeface="+mj-lt"/>
              <a:buAutoNum type="arabicPeriod" startAt="3"/>
            </a:pPr>
            <a:r>
              <a:rPr lang="en-US" dirty="0" err="1"/>
              <a:t>mkdir</a:t>
            </a:r>
            <a:r>
              <a:rPr lang="en-US" dirty="0"/>
              <a:t> </a:t>
            </a:r>
            <a:r>
              <a:rPr lang="en-US" sz="1100" dirty="0" err="1"/>
              <a:t>LocalGitHub</a:t>
            </a:r>
            <a:r>
              <a:rPr lang="en-US" dirty="0"/>
              <a:t> (or can create manually in file explorer)</a:t>
            </a:r>
            <a:br>
              <a:rPr lang="en-US" dirty="0"/>
            </a:br>
            <a:r>
              <a:rPr lang="en-US" dirty="0"/>
              <a:t>cd </a:t>
            </a:r>
            <a:r>
              <a:rPr lang="en-US" sz="1100" dirty="0" err="1"/>
              <a:t>LocalGitHub</a:t>
            </a:r>
            <a:endParaRPr lang="en-US" dirty="0"/>
          </a:p>
          <a:p>
            <a:pPr marL="228600" lvl="0" indent="-228600" algn="l" rtl="0">
              <a:spcBef>
                <a:spcPts val="0"/>
              </a:spcBef>
              <a:spcAft>
                <a:spcPts val="0"/>
              </a:spcAft>
              <a:buAutoNum type="arabicPeriod" startAt="3"/>
            </a:pPr>
            <a:r>
              <a:rPr lang="en-US" dirty="0"/>
              <a:t>git clone https://github.com/username/repo-name.git</a:t>
            </a:r>
          </a:p>
          <a:p>
            <a:pPr marL="228600" lvl="0" indent="-228600" algn="l" rtl="0">
              <a:spcBef>
                <a:spcPts val="0"/>
              </a:spcBef>
              <a:spcAft>
                <a:spcPts val="0"/>
              </a:spcAft>
              <a:buAutoNum type="arabicPeriod" startAt="3"/>
            </a:pPr>
            <a:r>
              <a:rPr lang="en-US" dirty="0"/>
              <a:t>Use git status, or git branch</a:t>
            </a:r>
          </a:p>
          <a:p>
            <a:pPr marL="228600" lvl="0" indent="-228600" algn="l" rtl="0">
              <a:spcBef>
                <a:spcPts val="0"/>
              </a:spcBef>
              <a:spcAft>
                <a:spcPts val="0"/>
              </a:spcAft>
              <a:buAutoNum type="arabicPeriod" startAt="3"/>
            </a:pPr>
            <a:endParaRPr lang="en-US" dirty="0"/>
          </a:p>
        </p:txBody>
      </p:sp>
    </p:spTree>
    <p:extLst>
      <p:ext uri="{BB962C8B-B14F-4D97-AF65-F5344CB8AC3E}">
        <p14:creationId xmlns:p14="http://schemas.microsoft.com/office/powerpoint/2010/main" val="222979066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a:extLst>
            <a:ext uri="{FF2B5EF4-FFF2-40B4-BE49-F238E27FC236}">
              <a16:creationId xmlns:a16="http://schemas.microsoft.com/office/drawing/2014/main" id="{3EAA71C5-FD3B-5E1A-48A2-C461B5852D2B}"/>
            </a:ext>
          </a:extLst>
        </p:cNvPr>
        <p:cNvGrpSpPr/>
        <p:nvPr/>
      </p:nvGrpSpPr>
      <p:grpSpPr>
        <a:xfrm>
          <a:off x="0" y="0"/>
          <a:ext cx="0" cy="0"/>
          <a:chOff x="0" y="0"/>
          <a:chExt cx="0" cy="0"/>
        </a:xfrm>
      </p:grpSpPr>
      <p:sp>
        <p:nvSpPr>
          <p:cNvPr id="354" name="Google Shape;354;g3b0d7cdec9_1_42:notes">
            <a:extLst>
              <a:ext uri="{FF2B5EF4-FFF2-40B4-BE49-F238E27FC236}">
                <a16:creationId xmlns:a16="http://schemas.microsoft.com/office/drawing/2014/main" id="{73D608D7-A014-9028-98B7-91CA492038D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3b0d7cdec9_1_42:notes">
            <a:extLst>
              <a:ext uri="{FF2B5EF4-FFF2-40B4-BE49-F238E27FC236}">
                <a16:creationId xmlns:a16="http://schemas.microsoft.com/office/drawing/2014/main" id="{DC93283D-5A9F-911E-A6E8-C8E49616A5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228600" algn="l" rtl="0">
              <a:spcBef>
                <a:spcPts val="0"/>
              </a:spcBef>
              <a:spcAft>
                <a:spcPts val="0"/>
              </a:spcAft>
              <a:buFont typeface="+mj-lt"/>
              <a:buAutoNum type="arabicPeriod"/>
            </a:pPr>
            <a:r>
              <a:rPr lang="en-US" dirty="0" err="1"/>
              <a:t>mkdir</a:t>
            </a:r>
            <a:r>
              <a:rPr lang="en-US" dirty="0"/>
              <a:t> </a:t>
            </a:r>
            <a:r>
              <a:rPr lang="en-US" sz="1100" dirty="0"/>
              <a:t>LocalGitHub2</a:t>
            </a:r>
            <a:r>
              <a:rPr lang="en-US" dirty="0"/>
              <a:t> (or can create manually in file explorer)</a:t>
            </a:r>
            <a:br>
              <a:rPr lang="en-US" dirty="0"/>
            </a:br>
            <a:r>
              <a:rPr lang="en-US" dirty="0"/>
              <a:t>cd </a:t>
            </a:r>
            <a:r>
              <a:rPr lang="en-US" sz="1100" dirty="0"/>
              <a:t>LocalGitHub2</a:t>
            </a:r>
            <a:br>
              <a:rPr lang="en-US" sz="1100" dirty="0"/>
            </a:br>
            <a:r>
              <a:rPr lang="en-US" sz="1100" dirty="0"/>
              <a:t>git </a:t>
            </a:r>
            <a:r>
              <a:rPr lang="en-US" sz="1100" dirty="0" err="1"/>
              <a:t>init</a:t>
            </a:r>
            <a:endParaRPr lang="en-US" dirty="0"/>
          </a:p>
          <a:p>
            <a:pPr marL="228600" lvl="0" indent="-228600" algn="l" rtl="0">
              <a:spcBef>
                <a:spcPts val="0"/>
              </a:spcBef>
              <a:spcAft>
                <a:spcPts val="0"/>
              </a:spcAft>
              <a:buFont typeface="+mj-lt"/>
              <a:buAutoNum type="arabicPeriod"/>
            </a:pPr>
            <a:r>
              <a:rPr lang="en-US" dirty="0"/>
              <a:t>git remote add origin https://github.com/username/repo-name.git</a:t>
            </a:r>
          </a:p>
          <a:p>
            <a:pPr marL="228600" lvl="0" indent="-228600" algn="l" rtl="0">
              <a:spcBef>
                <a:spcPts val="0"/>
              </a:spcBef>
              <a:spcAft>
                <a:spcPts val="0"/>
              </a:spcAft>
              <a:buFont typeface="+mj-lt"/>
              <a:buAutoNum type="arabicPeriod"/>
            </a:pPr>
            <a:r>
              <a:rPr lang="en-US" dirty="0"/>
              <a:t>git pull origin main</a:t>
            </a:r>
          </a:p>
          <a:p>
            <a:pPr marL="228600" lvl="0" indent="-228600" algn="l" rtl="0">
              <a:spcBef>
                <a:spcPts val="0"/>
              </a:spcBef>
              <a:spcAft>
                <a:spcPts val="0"/>
              </a:spcAft>
              <a:buFont typeface="+mj-lt"/>
              <a:buAutoNum type="arabicPeriod"/>
            </a:pPr>
            <a:r>
              <a:rPr lang="en-US" dirty="0"/>
              <a:t>Use File Explorer</a:t>
            </a:r>
          </a:p>
          <a:p>
            <a:pPr marL="228600" lvl="0" indent="-228600" algn="l" rtl="0">
              <a:spcBef>
                <a:spcPts val="0"/>
              </a:spcBef>
              <a:spcAft>
                <a:spcPts val="0"/>
              </a:spcAft>
              <a:buFont typeface="+mj-lt"/>
              <a:buAutoNum type="arabicPeriod"/>
            </a:pPr>
            <a:r>
              <a:rPr lang="en-US" dirty="0"/>
              <a:t>Use </a:t>
            </a:r>
            <a:r>
              <a:rPr lang="en-US" dirty="0" err="1"/>
              <a:t>NotePad</a:t>
            </a:r>
            <a:endParaRPr lang="en-US" dirty="0"/>
          </a:p>
          <a:p>
            <a:pPr marL="228600" marR="0" lvl="0" indent="-228600" algn="l" defTabSz="914400" rtl="0" eaLnBrk="1" fontAlgn="auto" latinLnBrk="0" hangingPunct="1">
              <a:lnSpc>
                <a:spcPct val="100000"/>
              </a:lnSpc>
              <a:spcBef>
                <a:spcPts val="0"/>
              </a:spcBef>
              <a:spcAft>
                <a:spcPts val="0"/>
              </a:spcAft>
              <a:buClr>
                <a:srgbClr val="000000"/>
              </a:buClr>
              <a:buSzPts val="1100"/>
              <a:buFont typeface="+mj-lt"/>
              <a:buAutoNum type="arabicPeriod"/>
              <a:tabLst/>
              <a:defRPr/>
            </a:pPr>
            <a:r>
              <a:rPr lang="en-US" dirty="0"/>
              <a:t>git add [filename]</a:t>
            </a:r>
            <a:br>
              <a:rPr lang="en-US" dirty="0"/>
            </a:br>
            <a:r>
              <a:rPr lang="en-US" dirty="0"/>
              <a:t>git </a:t>
            </a:r>
            <a:r>
              <a:rPr lang="en-US" sz="1100" dirty="0">
                <a:effectLst/>
                <a:latin typeface="Segoe UI" panose="020B0502040204020203" pitchFamily="34" charset="0"/>
              </a:rPr>
              <a:t>commit –m “changed file”</a:t>
            </a:r>
          </a:p>
          <a:p>
            <a:pPr marL="228600" lvl="0" indent="-228600" algn="l" rtl="0">
              <a:spcBef>
                <a:spcPts val="0"/>
              </a:spcBef>
              <a:spcAft>
                <a:spcPts val="0"/>
              </a:spcAft>
              <a:buFont typeface="+mj-lt"/>
              <a:buAutoNum type="arabicPeriod"/>
            </a:pPr>
            <a:r>
              <a:rPr lang="en-US" dirty="0"/>
              <a:t>git push –u origin main (try making another change but this time only use git push since –u sets the upstream tracking branch that Git will remember</a:t>
            </a:r>
          </a:p>
          <a:p>
            <a:pPr marL="0" lvl="0" indent="0" algn="l" rtl="0">
              <a:spcBef>
                <a:spcPts val="0"/>
              </a:spcBef>
              <a:spcAft>
                <a:spcPts val="0"/>
              </a:spcAft>
              <a:buFont typeface="+mj-lt"/>
              <a:buNone/>
            </a:pPr>
            <a:endParaRPr lang="en-US" dirty="0"/>
          </a:p>
          <a:p>
            <a:pPr marL="228600" lvl="0" indent="-228600" algn="l" rtl="0">
              <a:spcBef>
                <a:spcPts val="0"/>
              </a:spcBef>
              <a:spcAft>
                <a:spcPts val="0"/>
              </a:spcAft>
              <a:buFont typeface="+mj-lt"/>
              <a:buAutoNum type="arabicPeriod"/>
            </a:pPr>
            <a:endParaRPr lang="en-US" dirty="0"/>
          </a:p>
        </p:txBody>
      </p:sp>
    </p:spTree>
    <p:extLst>
      <p:ext uri="{BB962C8B-B14F-4D97-AF65-F5344CB8AC3E}">
        <p14:creationId xmlns:p14="http://schemas.microsoft.com/office/powerpoint/2010/main" val="357253693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17401252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4026916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56702328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382cec48fb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382cec48f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Check remote by:  git remote –v</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Commit in </a:t>
            </a:r>
            <a:r>
              <a:rPr lang="en-US"/>
              <a:t>small increments!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sp>
        <p:nvSpPr>
          <p:cNvPr id="13" name="Google Shape;13;p2"/>
          <p:cNvSpPr txBox="1">
            <a:spLocks noGrp="1"/>
          </p:cNvSpPr>
          <p:nvPr>
            <p:ph type="ctrTitle"/>
          </p:nvPr>
        </p:nvSpPr>
        <p:spPr>
          <a:xfrm>
            <a:off x="919501" y="992775"/>
            <a:ext cx="7305000" cy="27369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4" name="Google Shape;14;p2"/>
          <p:cNvSpPr txBox="1">
            <a:spLocks noGrp="1"/>
          </p:cNvSpPr>
          <p:nvPr>
            <p:ph type="subTitle" idx="1"/>
          </p:nvPr>
        </p:nvSpPr>
        <p:spPr>
          <a:xfrm>
            <a:off x="311700" y="3778833"/>
            <a:ext cx="8520600" cy="10569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5" name="Google Shape;15;p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6" name="Google Shape;16;p2"/>
          <p:cNvSpPr/>
          <p:nvPr/>
        </p:nvSpPr>
        <p:spPr>
          <a:xfrm>
            <a:off x="354025" y="697950"/>
            <a:ext cx="8365200" cy="5381100"/>
          </a:xfrm>
          <a:prstGeom prst="roundRect">
            <a:avLst>
              <a:gd name="adj" fmla="val 16729"/>
            </a:avLst>
          </a:prstGeom>
          <a:noFill/>
          <a:ln w="2286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311700" y="2867800"/>
            <a:ext cx="8520600" cy="1122300"/>
          </a:xfrm>
          <a:prstGeom prst="rect">
            <a:avLst/>
          </a:prstGeom>
          <a:solidFill>
            <a:srgbClr val="FF0000"/>
          </a:solidFill>
          <a:ln>
            <a:noFill/>
          </a:ln>
        </p:spPr>
        <p:txBody>
          <a:bodyPr spcFirstLastPara="1" wrap="square" lIns="91425" tIns="91425" rIns="91425" bIns="91425" anchor="ctr" anchorCtr="0">
            <a:noAutofit/>
          </a:bodyPr>
          <a:lstStyle>
            <a:lvl1pPr lvl="0" algn="ctr">
              <a:spcBef>
                <a:spcPts val="0"/>
              </a:spcBef>
              <a:spcAft>
                <a:spcPts val="0"/>
              </a:spcAft>
              <a:buClr>
                <a:schemeClr val="lt1"/>
              </a:buClr>
              <a:buSzPts val="3600"/>
              <a:buFont typeface="Impact"/>
              <a:buNone/>
              <a:defRPr sz="3600">
                <a:solidFill>
                  <a:schemeClr val="lt1"/>
                </a:solidFill>
                <a:highlight>
                  <a:srgbClr val="FF0000"/>
                </a:highlight>
                <a:latin typeface="Impact"/>
                <a:ea typeface="Impact"/>
                <a:cs typeface="Impact"/>
                <a:sym typeface="Impact"/>
              </a:defRPr>
            </a:lvl1pPr>
            <a:lvl2pPr lvl="1" algn="ctr">
              <a:spcBef>
                <a:spcPts val="0"/>
              </a:spcBef>
              <a:spcAft>
                <a:spcPts val="0"/>
              </a:spcAft>
              <a:buClr>
                <a:schemeClr val="lt1"/>
              </a:buClr>
              <a:buSzPts val="3600"/>
              <a:buFont typeface="Impact"/>
              <a:buNone/>
              <a:defRPr sz="3600">
                <a:solidFill>
                  <a:schemeClr val="lt1"/>
                </a:solidFill>
                <a:latin typeface="Impact"/>
                <a:ea typeface="Impact"/>
                <a:cs typeface="Impact"/>
                <a:sym typeface="Impact"/>
              </a:defRPr>
            </a:lvl2pPr>
            <a:lvl3pPr lvl="2" algn="ctr">
              <a:spcBef>
                <a:spcPts val="0"/>
              </a:spcBef>
              <a:spcAft>
                <a:spcPts val="0"/>
              </a:spcAft>
              <a:buClr>
                <a:schemeClr val="lt1"/>
              </a:buClr>
              <a:buSzPts val="3600"/>
              <a:buFont typeface="Impact"/>
              <a:buNone/>
              <a:defRPr sz="3600">
                <a:solidFill>
                  <a:schemeClr val="lt1"/>
                </a:solidFill>
                <a:latin typeface="Impact"/>
                <a:ea typeface="Impact"/>
                <a:cs typeface="Impact"/>
                <a:sym typeface="Impact"/>
              </a:defRPr>
            </a:lvl3pPr>
            <a:lvl4pPr lvl="3" algn="ctr">
              <a:spcBef>
                <a:spcPts val="0"/>
              </a:spcBef>
              <a:spcAft>
                <a:spcPts val="0"/>
              </a:spcAft>
              <a:buClr>
                <a:schemeClr val="lt1"/>
              </a:buClr>
              <a:buSzPts val="3600"/>
              <a:buFont typeface="Impact"/>
              <a:buNone/>
              <a:defRPr sz="3600">
                <a:solidFill>
                  <a:schemeClr val="lt1"/>
                </a:solidFill>
                <a:latin typeface="Impact"/>
                <a:ea typeface="Impact"/>
                <a:cs typeface="Impact"/>
                <a:sym typeface="Impact"/>
              </a:defRPr>
            </a:lvl4pPr>
            <a:lvl5pPr lvl="4" algn="ctr">
              <a:spcBef>
                <a:spcPts val="0"/>
              </a:spcBef>
              <a:spcAft>
                <a:spcPts val="0"/>
              </a:spcAft>
              <a:buClr>
                <a:schemeClr val="lt1"/>
              </a:buClr>
              <a:buSzPts val="3600"/>
              <a:buFont typeface="Impact"/>
              <a:buNone/>
              <a:defRPr sz="3600">
                <a:solidFill>
                  <a:schemeClr val="lt1"/>
                </a:solidFill>
                <a:latin typeface="Impact"/>
                <a:ea typeface="Impact"/>
                <a:cs typeface="Impact"/>
                <a:sym typeface="Impact"/>
              </a:defRPr>
            </a:lvl5pPr>
            <a:lvl6pPr lvl="5" algn="ctr">
              <a:spcBef>
                <a:spcPts val="0"/>
              </a:spcBef>
              <a:spcAft>
                <a:spcPts val="0"/>
              </a:spcAft>
              <a:buClr>
                <a:schemeClr val="lt1"/>
              </a:buClr>
              <a:buSzPts val="3600"/>
              <a:buFont typeface="Impact"/>
              <a:buNone/>
              <a:defRPr sz="3600">
                <a:solidFill>
                  <a:schemeClr val="lt1"/>
                </a:solidFill>
                <a:latin typeface="Impact"/>
                <a:ea typeface="Impact"/>
                <a:cs typeface="Impact"/>
                <a:sym typeface="Impact"/>
              </a:defRPr>
            </a:lvl6pPr>
            <a:lvl7pPr lvl="6" algn="ctr">
              <a:spcBef>
                <a:spcPts val="0"/>
              </a:spcBef>
              <a:spcAft>
                <a:spcPts val="0"/>
              </a:spcAft>
              <a:buClr>
                <a:schemeClr val="lt1"/>
              </a:buClr>
              <a:buSzPts val="3600"/>
              <a:buFont typeface="Impact"/>
              <a:buNone/>
              <a:defRPr sz="3600">
                <a:solidFill>
                  <a:schemeClr val="lt1"/>
                </a:solidFill>
                <a:latin typeface="Impact"/>
                <a:ea typeface="Impact"/>
                <a:cs typeface="Impact"/>
                <a:sym typeface="Impact"/>
              </a:defRPr>
            </a:lvl7pPr>
            <a:lvl8pPr lvl="7" algn="ctr">
              <a:spcBef>
                <a:spcPts val="0"/>
              </a:spcBef>
              <a:spcAft>
                <a:spcPts val="0"/>
              </a:spcAft>
              <a:buClr>
                <a:schemeClr val="lt1"/>
              </a:buClr>
              <a:buSzPts val="3600"/>
              <a:buFont typeface="Impact"/>
              <a:buNone/>
              <a:defRPr sz="3600">
                <a:solidFill>
                  <a:schemeClr val="lt1"/>
                </a:solidFill>
                <a:latin typeface="Impact"/>
                <a:ea typeface="Impact"/>
                <a:cs typeface="Impact"/>
                <a:sym typeface="Impact"/>
              </a:defRPr>
            </a:lvl8pPr>
            <a:lvl9pPr lvl="8" algn="ctr">
              <a:spcBef>
                <a:spcPts val="0"/>
              </a:spcBef>
              <a:spcAft>
                <a:spcPts val="0"/>
              </a:spcAft>
              <a:buClr>
                <a:schemeClr val="lt1"/>
              </a:buClr>
              <a:buSzPts val="3600"/>
              <a:buFont typeface="Impact"/>
              <a:buNone/>
              <a:defRPr sz="3600">
                <a:solidFill>
                  <a:schemeClr val="lt1"/>
                </a:solidFill>
                <a:latin typeface="Impact"/>
                <a:ea typeface="Impact"/>
                <a:cs typeface="Impact"/>
                <a:sym typeface="Impact"/>
              </a:defRPr>
            </a:lvl9pPr>
          </a:lstStyle>
          <a:p>
            <a:endParaRPr/>
          </a:p>
        </p:txBody>
      </p:sp>
      <p:sp>
        <p:nvSpPr>
          <p:cNvPr id="19" name="Google Shape;19;p3"/>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2" name="Google Shape;22;p4"/>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lvl1pPr marL="457200" lvl="0" indent="-419100">
              <a:spcBef>
                <a:spcPts val="0"/>
              </a:spcBef>
              <a:spcAft>
                <a:spcPts val="0"/>
              </a:spcAft>
              <a:buSzPts val="3000"/>
              <a:buChar char="●"/>
              <a:defRPr/>
            </a:lvl1pPr>
            <a:lvl2pPr marL="914400" lvl="1" indent="-419100">
              <a:spcBef>
                <a:spcPts val="0"/>
              </a:spcBef>
              <a:spcAft>
                <a:spcPts val="0"/>
              </a:spcAft>
              <a:buSzPts val="3000"/>
              <a:buChar char="○"/>
              <a:defRPr/>
            </a:lvl2pPr>
            <a:lvl3pPr marL="1371600" lvl="2" indent="-419100">
              <a:spcBef>
                <a:spcPts val="0"/>
              </a:spcBef>
              <a:spcAft>
                <a:spcPts val="0"/>
              </a:spcAft>
              <a:buSzPts val="3000"/>
              <a:buChar char="■"/>
              <a:defRPr/>
            </a:lvl3pPr>
            <a:lvl4pPr marL="1828800" lvl="3" indent="-419100">
              <a:spcBef>
                <a:spcPts val="0"/>
              </a:spcBef>
              <a:spcAft>
                <a:spcPts val="0"/>
              </a:spcAft>
              <a:buSzPts val="3000"/>
              <a:buChar char="●"/>
              <a:defRPr/>
            </a:lvl4pPr>
            <a:lvl5pPr marL="2286000" lvl="4" indent="-419100">
              <a:spcBef>
                <a:spcPts val="0"/>
              </a:spcBef>
              <a:spcAft>
                <a:spcPts val="0"/>
              </a:spcAft>
              <a:buSzPts val="3000"/>
              <a:buChar char="○"/>
              <a:defRPr/>
            </a:lvl5pPr>
            <a:lvl6pPr marL="2743200" lvl="5" indent="-419100">
              <a:spcBef>
                <a:spcPts val="0"/>
              </a:spcBef>
              <a:spcAft>
                <a:spcPts val="0"/>
              </a:spcAft>
              <a:buSzPts val="3000"/>
              <a:buChar char="■"/>
              <a:defRPr/>
            </a:lvl6pPr>
            <a:lvl7pPr marL="3200400" lvl="6" indent="-419100">
              <a:spcBef>
                <a:spcPts val="0"/>
              </a:spcBef>
              <a:spcAft>
                <a:spcPts val="0"/>
              </a:spcAft>
              <a:buSzPts val="3000"/>
              <a:buChar char="●"/>
              <a:defRPr/>
            </a:lvl7pPr>
            <a:lvl8pPr marL="3657600" lvl="7" indent="-419100">
              <a:spcBef>
                <a:spcPts val="0"/>
              </a:spcBef>
              <a:spcAft>
                <a:spcPts val="0"/>
              </a:spcAft>
              <a:buSzPts val="3000"/>
              <a:buChar char="○"/>
              <a:defRPr/>
            </a:lvl8pPr>
            <a:lvl9pPr marL="4114800" lvl="8" indent="-419100">
              <a:spcBef>
                <a:spcPts val="0"/>
              </a:spcBef>
              <a:spcAft>
                <a:spcPts val="0"/>
              </a:spcAft>
              <a:buSzPts val="3000"/>
              <a:buChar char="■"/>
              <a:defRPr/>
            </a:lvl9pPr>
          </a:lstStyle>
          <a:p>
            <a:endParaRPr/>
          </a:p>
        </p:txBody>
      </p:sp>
      <p:sp>
        <p:nvSpPr>
          <p:cNvPr id="23" name="Google Shape;23;p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Assignment">
  <p:cSld name="TITLE_AND_BODY_1">
    <p:spTree>
      <p:nvGrpSpPr>
        <p:cNvPr id="1" name="Shape 24"/>
        <p:cNvGrpSpPr/>
        <p:nvPr/>
      </p:nvGrpSpPr>
      <p:grpSpPr>
        <a:xfrm>
          <a:off x="0" y="0"/>
          <a:ext cx="0" cy="0"/>
          <a:chOff x="0" y="0"/>
          <a:chExt cx="0" cy="0"/>
        </a:xfrm>
      </p:grpSpPr>
      <p:sp>
        <p:nvSpPr>
          <p:cNvPr id="25" name="Google Shape;25;p5"/>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6" name="Google Shape;26;p5"/>
          <p:cNvSpPr/>
          <p:nvPr/>
        </p:nvSpPr>
        <p:spPr>
          <a:xfrm flipH="1">
            <a:off x="103581" y="535512"/>
            <a:ext cx="578700" cy="650700"/>
          </a:xfrm>
          <a:prstGeom prst="flowChartDelay">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rebuchet MS"/>
              <a:ea typeface="Trebuchet MS"/>
              <a:cs typeface="Trebuchet MS"/>
              <a:sym typeface="Trebuchet MS"/>
            </a:endParaRPr>
          </a:p>
        </p:txBody>
      </p:sp>
      <p:sp>
        <p:nvSpPr>
          <p:cNvPr id="27" name="Google Shape;27;p5"/>
          <p:cNvSpPr txBox="1"/>
          <p:nvPr/>
        </p:nvSpPr>
        <p:spPr>
          <a:xfrm>
            <a:off x="413025" y="535500"/>
            <a:ext cx="8607900" cy="650700"/>
          </a:xfrm>
          <a:prstGeom prst="rect">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3000">
                <a:solidFill>
                  <a:srgbClr val="FFFFFF"/>
                </a:solidFill>
                <a:latin typeface="Trebuchet MS"/>
                <a:ea typeface="Trebuchet MS"/>
                <a:cs typeface="Trebuchet MS"/>
                <a:sym typeface="Trebuchet MS"/>
              </a:rPr>
              <a:t>Assignment:</a:t>
            </a:r>
            <a:endParaRPr sz="3000">
              <a:solidFill>
                <a:srgbClr val="FFFFFF"/>
              </a:solidFill>
              <a:latin typeface="Trebuchet MS"/>
              <a:ea typeface="Trebuchet MS"/>
              <a:cs typeface="Trebuchet MS"/>
              <a:sym typeface="Trebuchet MS"/>
            </a:endParaRPr>
          </a:p>
        </p:txBody>
      </p:sp>
      <p:sp>
        <p:nvSpPr>
          <p:cNvPr id="28" name="Google Shape;28;p5"/>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lvl1pPr marL="457200" lvl="0" indent="-419100" rtl="0">
              <a:spcBef>
                <a:spcPts val="0"/>
              </a:spcBef>
              <a:spcAft>
                <a:spcPts val="0"/>
              </a:spcAft>
              <a:buSzPts val="3000"/>
              <a:buChar char="●"/>
              <a:defRPr/>
            </a:lvl1pPr>
            <a:lvl2pPr marL="914400" lvl="1" indent="-419100" rtl="0">
              <a:spcBef>
                <a:spcPts val="0"/>
              </a:spcBef>
              <a:spcAft>
                <a:spcPts val="0"/>
              </a:spcAft>
              <a:buSzPts val="3000"/>
              <a:buChar char="○"/>
              <a:defRPr/>
            </a:lvl2pPr>
            <a:lvl3pPr marL="1371600" lvl="2" indent="-419100" rtl="0">
              <a:spcBef>
                <a:spcPts val="0"/>
              </a:spcBef>
              <a:spcAft>
                <a:spcPts val="0"/>
              </a:spcAft>
              <a:buSzPts val="3000"/>
              <a:buChar char="■"/>
              <a:defRPr/>
            </a:lvl3pPr>
            <a:lvl4pPr marL="1828800" lvl="3" indent="-419100" rtl="0">
              <a:spcBef>
                <a:spcPts val="0"/>
              </a:spcBef>
              <a:spcAft>
                <a:spcPts val="0"/>
              </a:spcAft>
              <a:buSzPts val="3000"/>
              <a:buChar char="●"/>
              <a:defRPr/>
            </a:lvl4pPr>
            <a:lvl5pPr marL="2286000" lvl="4" indent="-419100" rtl="0">
              <a:spcBef>
                <a:spcPts val="0"/>
              </a:spcBef>
              <a:spcAft>
                <a:spcPts val="0"/>
              </a:spcAft>
              <a:buSzPts val="3000"/>
              <a:buChar char="○"/>
              <a:defRPr/>
            </a:lvl5pPr>
            <a:lvl6pPr marL="2743200" lvl="5" indent="-419100" rtl="0">
              <a:spcBef>
                <a:spcPts val="0"/>
              </a:spcBef>
              <a:spcAft>
                <a:spcPts val="0"/>
              </a:spcAft>
              <a:buSzPts val="3000"/>
              <a:buChar char="■"/>
              <a:defRPr/>
            </a:lvl6pPr>
            <a:lvl7pPr marL="3200400" lvl="6" indent="-419100" rtl="0">
              <a:spcBef>
                <a:spcPts val="0"/>
              </a:spcBef>
              <a:spcAft>
                <a:spcPts val="0"/>
              </a:spcAft>
              <a:buSzPts val="3000"/>
              <a:buChar char="●"/>
              <a:defRPr/>
            </a:lvl7pPr>
            <a:lvl8pPr marL="3657600" lvl="7" indent="-419100" rtl="0">
              <a:spcBef>
                <a:spcPts val="0"/>
              </a:spcBef>
              <a:spcAft>
                <a:spcPts val="0"/>
              </a:spcAft>
              <a:buSzPts val="3000"/>
              <a:buChar char="○"/>
              <a:defRPr/>
            </a:lvl8pPr>
            <a:lvl9pPr marL="4114800" lvl="8" indent="-419100" rtl="0">
              <a:spcBef>
                <a:spcPts val="0"/>
              </a:spcBef>
              <a:spcAft>
                <a:spcPts val="0"/>
              </a:spcAft>
              <a:buSzPts val="3000"/>
              <a:buChar char="■"/>
              <a:defRPr/>
            </a:lvl9pPr>
          </a:lstStyle>
          <a:p>
            <a:endParaRPr/>
          </a:p>
        </p:txBody>
      </p:sp>
      <p:sp>
        <p:nvSpPr>
          <p:cNvPr id="29" name="Google Shape;29;p5"/>
          <p:cNvSpPr txBox="1">
            <a:spLocks noGrp="1"/>
          </p:cNvSpPr>
          <p:nvPr>
            <p:ph type="title"/>
          </p:nvPr>
        </p:nvSpPr>
        <p:spPr>
          <a:xfrm>
            <a:off x="2526125" y="365000"/>
            <a:ext cx="6495000" cy="9921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3000"/>
              <a:buNone/>
              <a:defRPr sz="3000" i="1">
                <a:solidFill>
                  <a:srgbClr val="FFFFFF"/>
                </a:solidFill>
              </a:defRPr>
            </a:lvl1pPr>
            <a:lvl2pPr lvl="1" rtl="0">
              <a:spcBef>
                <a:spcPts val="0"/>
              </a:spcBef>
              <a:spcAft>
                <a:spcPts val="0"/>
              </a:spcAft>
              <a:buSzPts val="3600"/>
              <a:buNone/>
              <a:defRPr i="1"/>
            </a:lvl2pPr>
            <a:lvl3pPr lvl="2" rtl="0">
              <a:spcBef>
                <a:spcPts val="0"/>
              </a:spcBef>
              <a:spcAft>
                <a:spcPts val="0"/>
              </a:spcAft>
              <a:buSzPts val="3600"/>
              <a:buNone/>
              <a:defRPr i="1"/>
            </a:lvl3pPr>
            <a:lvl4pPr lvl="3" rtl="0">
              <a:spcBef>
                <a:spcPts val="0"/>
              </a:spcBef>
              <a:spcAft>
                <a:spcPts val="0"/>
              </a:spcAft>
              <a:buSzPts val="3600"/>
              <a:buNone/>
              <a:defRPr i="1"/>
            </a:lvl4pPr>
            <a:lvl5pPr lvl="4" rtl="0">
              <a:spcBef>
                <a:spcPts val="0"/>
              </a:spcBef>
              <a:spcAft>
                <a:spcPts val="0"/>
              </a:spcAft>
              <a:buSzPts val="3600"/>
              <a:buNone/>
              <a:defRPr i="1"/>
            </a:lvl5pPr>
            <a:lvl6pPr lvl="5" rtl="0">
              <a:spcBef>
                <a:spcPts val="0"/>
              </a:spcBef>
              <a:spcAft>
                <a:spcPts val="0"/>
              </a:spcAft>
              <a:buSzPts val="3600"/>
              <a:buNone/>
              <a:defRPr i="1"/>
            </a:lvl6pPr>
            <a:lvl7pPr lvl="6" rtl="0">
              <a:spcBef>
                <a:spcPts val="0"/>
              </a:spcBef>
              <a:spcAft>
                <a:spcPts val="0"/>
              </a:spcAft>
              <a:buSzPts val="3600"/>
              <a:buNone/>
              <a:defRPr i="1"/>
            </a:lvl7pPr>
            <a:lvl8pPr lvl="7" rtl="0">
              <a:spcBef>
                <a:spcPts val="0"/>
              </a:spcBef>
              <a:spcAft>
                <a:spcPts val="0"/>
              </a:spcAft>
              <a:buSzPts val="3600"/>
              <a:buNone/>
              <a:defRPr i="1"/>
            </a:lvl8pPr>
            <a:lvl9pPr lvl="8" rtl="0">
              <a:spcBef>
                <a:spcPts val="0"/>
              </a:spcBef>
              <a:spcAft>
                <a:spcPts val="0"/>
              </a:spcAft>
              <a:buSzPts val="3600"/>
              <a:buNone/>
              <a:defRPr i="1"/>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ootcamp Curriculum" type="twoColTx">
  <p:cSld name="TITLE_AND_TWO_COLUMNS">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2" name="Google Shape;32;p6"/>
          <p:cNvSpPr txBox="1">
            <a:spLocks noGrp="1"/>
          </p:cNvSpPr>
          <p:nvPr>
            <p:ph type="body" idx="1"/>
          </p:nvPr>
        </p:nvSpPr>
        <p:spPr>
          <a:xfrm>
            <a:off x="311700" y="1536633"/>
            <a:ext cx="3999900" cy="4555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6"/>
          <p:cNvSpPr txBox="1">
            <a:spLocks noGrp="1"/>
          </p:cNvSpPr>
          <p:nvPr>
            <p:ph type="body" idx="2"/>
          </p:nvPr>
        </p:nvSpPr>
        <p:spPr>
          <a:xfrm>
            <a:off x="4832400" y="1536633"/>
            <a:ext cx="3999900" cy="4555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6"/>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7"/>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7" name="Google Shape;37;p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8"/>
          <p:cNvSpPr txBox="1">
            <a:spLocks noGrp="1"/>
          </p:cNvSpPr>
          <p:nvPr>
            <p:ph type="title"/>
          </p:nvPr>
        </p:nvSpPr>
        <p:spPr>
          <a:xfrm>
            <a:off x="311700" y="740800"/>
            <a:ext cx="2808000" cy="1007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8"/>
          <p:cNvSpPr txBox="1">
            <a:spLocks noGrp="1"/>
          </p:cNvSpPr>
          <p:nvPr>
            <p:ph type="body" idx="1"/>
          </p:nvPr>
        </p:nvSpPr>
        <p:spPr>
          <a:xfrm>
            <a:off x="311700" y="1852800"/>
            <a:ext cx="2808000" cy="42393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8"/>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9"/>
          <p:cNvSpPr txBox="1">
            <a:spLocks noGrp="1"/>
          </p:cNvSpPr>
          <p:nvPr>
            <p:ph type="title"/>
          </p:nvPr>
        </p:nvSpPr>
        <p:spPr>
          <a:xfrm>
            <a:off x="490250" y="600200"/>
            <a:ext cx="6367800" cy="54543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4" name="Google Shape;44;p9"/>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10"/>
          <p:cNvSpPr/>
          <p:nvPr/>
        </p:nvSpPr>
        <p:spPr>
          <a:xfrm>
            <a:off x="4572000" y="-167"/>
            <a:ext cx="45720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10"/>
          <p:cNvSpPr txBox="1">
            <a:spLocks noGrp="1"/>
          </p:cNvSpPr>
          <p:nvPr>
            <p:ph type="title"/>
          </p:nvPr>
        </p:nvSpPr>
        <p:spPr>
          <a:xfrm>
            <a:off x="265500" y="1644233"/>
            <a:ext cx="4045200" cy="19764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8" name="Google Shape;48;p10"/>
          <p:cNvSpPr txBox="1">
            <a:spLocks noGrp="1"/>
          </p:cNvSpPr>
          <p:nvPr>
            <p:ph type="subTitle" idx="1"/>
          </p:nvPr>
        </p:nvSpPr>
        <p:spPr>
          <a:xfrm>
            <a:off x="265500" y="3737433"/>
            <a:ext cx="4045200" cy="1646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9" name="Google Shape;49;p10"/>
          <p:cNvSpPr txBox="1">
            <a:spLocks noGrp="1"/>
          </p:cNvSpPr>
          <p:nvPr>
            <p:ph type="body" idx="2"/>
          </p:nvPr>
        </p:nvSpPr>
        <p:spPr>
          <a:xfrm>
            <a:off x="4939500" y="965433"/>
            <a:ext cx="3837000" cy="4926900"/>
          </a:xfrm>
          <a:prstGeom prst="rect">
            <a:avLst/>
          </a:prstGeom>
        </p:spPr>
        <p:txBody>
          <a:bodyPr spcFirstLastPara="1" wrap="square" lIns="91425" tIns="91425" rIns="91425" bIns="91425" anchor="ctr" anchorCtr="0">
            <a:noAutofit/>
          </a:bodyPr>
          <a:lstStyle>
            <a:lvl1pPr marL="457200" lvl="0" indent="-419100">
              <a:spcBef>
                <a:spcPts val="0"/>
              </a:spcBef>
              <a:spcAft>
                <a:spcPts val="0"/>
              </a:spcAft>
              <a:buSzPts val="3000"/>
              <a:buChar char="●"/>
              <a:defRPr/>
            </a:lvl1pPr>
            <a:lvl2pPr marL="914400" lvl="1" indent="-419100">
              <a:spcBef>
                <a:spcPts val="0"/>
              </a:spcBef>
              <a:spcAft>
                <a:spcPts val="0"/>
              </a:spcAft>
              <a:buSzPts val="3000"/>
              <a:buChar char="○"/>
              <a:defRPr/>
            </a:lvl2pPr>
            <a:lvl3pPr marL="1371600" lvl="2" indent="-419100">
              <a:spcBef>
                <a:spcPts val="0"/>
              </a:spcBef>
              <a:spcAft>
                <a:spcPts val="0"/>
              </a:spcAft>
              <a:buSzPts val="3000"/>
              <a:buChar char="■"/>
              <a:defRPr/>
            </a:lvl3pPr>
            <a:lvl4pPr marL="1828800" lvl="3" indent="-419100">
              <a:spcBef>
                <a:spcPts val="0"/>
              </a:spcBef>
              <a:spcAft>
                <a:spcPts val="0"/>
              </a:spcAft>
              <a:buSzPts val="3000"/>
              <a:buChar char="●"/>
              <a:defRPr/>
            </a:lvl4pPr>
            <a:lvl5pPr marL="2286000" lvl="4" indent="-419100">
              <a:spcBef>
                <a:spcPts val="0"/>
              </a:spcBef>
              <a:spcAft>
                <a:spcPts val="0"/>
              </a:spcAft>
              <a:buSzPts val="3000"/>
              <a:buChar char="○"/>
              <a:defRPr/>
            </a:lvl5pPr>
            <a:lvl6pPr marL="2743200" lvl="5" indent="-419100">
              <a:spcBef>
                <a:spcPts val="0"/>
              </a:spcBef>
              <a:spcAft>
                <a:spcPts val="0"/>
              </a:spcAft>
              <a:buSzPts val="3000"/>
              <a:buChar char="■"/>
              <a:defRPr/>
            </a:lvl6pPr>
            <a:lvl7pPr marL="3200400" lvl="6" indent="-419100">
              <a:spcBef>
                <a:spcPts val="0"/>
              </a:spcBef>
              <a:spcAft>
                <a:spcPts val="0"/>
              </a:spcAft>
              <a:buSzPts val="3000"/>
              <a:buChar char="●"/>
              <a:defRPr/>
            </a:lvl7pPr>
            <a:lvl8pPr marL="3657600" lvl="7" indent="-419100">
              <a:spcBef>
                <a:spcPts val="0"/>
              </a:spcBef>
              <a:spcAft>
                <a:spcPts val="0"/>
              </a:spcAft>
              <a:buSzPts val="3000"/>
              <a:buChar char="○"/>
              <a:defRPr/>
            </a:lvl8pPr>
            <a:lvl9pPr marL="4114800" lvl="8" indent="-419100">
              <a:spcBef>
                <a:spcPts val="0"/>
              </a:spcBef>
              <a:spcAft>
                <a:spcPts val="0"/>
              </a:spcAft>
              <a:buSzPts val="3000"/>
              <a:buChar char="■"/>
              <a:defRPr/>
            </a:lvl9pPr>
          </a:lstStyle>
          <a:p>
            <a:endParaRPr/>
          </a:p>
        </p:txBody>
      </p:sp>
      <p:sp>
        <p:nvSpPr>
          <p:cNvPr id="50" name="Google Shape;50;p10"/>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1"/>
        <p:cNvGrpSpPr/>
        <p:nvPr/>
      </p:nvGrpSpPr>
      <p:grpSpPr>
        <a:xfrm>
          <a:off x="0" y="0"/>
          <a:ext cx="0" cy="0"/>
          <a:chOff x="0" y="0"/>
          <a:chExt cx="0" cy="0"/>
        </a:xfrm>
      </p:grpSpPr>
      <p:sp>
        <p:nvSpPr>
          <p:cNvPr id="52" name="Google Shape;52;p11"/>
          <p:cNvSpPr txBox="1">
            <a:spLocks noGrp="1"/>
          </p:cNvSpPr>
          <p:nvPr>
            <p:ph type="body" idx="1"/>
          </p:nvPr>
        </p:nvSpPr>
        <p:spPr>
          <a:xfrm>
            <a:off x="311700" y="5640767"/>
            <a:ext cx="5998800" cy="8067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3000"/>
              <a:buNone/>
              <a:defRPr/>
            </a:lvl1pPr>
          </a:lstStyle>
          <a:p>
            <a:endParaRPr/>
          </a:p>
        </p:txBody>
      </p:sp>
      <p:sp>
        <p:nvSpPr>
          <p:cNvPr id="53" name="Google Shape;53;p1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
        <p:cNvGrpSpPr/>
        <p:nvPr/>
      </p:nvGrpSpPr>
      <p:grpSpPr>
        <a:xfrm>
          <a:off x="0" y="0"/>
          <a:ext cx="0" cy="0"/>
          <a:chOff x="0" y="0"/>
          <a:chExt cx="0" cy="0"/>
        </a:xfrm>
      </p:grpSpPr>
      <p:sp>
        <p:nvSpPr>
          <p:cNvPr id="55" name="Google Shape;55;p12"/>
          <p:cNvSpPr txBox="1">
            <a:spLocks noGrp="1"/>
          </p:cNvSpPr>
          <p:nvPr>
            <p:ph type="title" hasCustomPrompt="1"/>
          </p:nvPr>
        </p:nvSpPr>
        <p:spPr>
          <a:xfrm>
            <a:off x="311700" y="1474833"/>
            <a:ext cx="8520600" cy="26181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6" name="Google Shape;56;p12"/>
          <p:cNvSpPr txBox="1">
            <a:spLocks noGrp="1"/>
          </p:cNvSpPr>
          <p:nvPr>
            <p:ph type="body" idx="1"/>
          </p:nvPr>
        </p:nvSpPr>
        <p:spPr>
          <a:xfrm>
            <a:off x="311700" y="4202967"/>
            <a:ext cx="8520600" cy="1734300"/>
          </a:xfrm>
          <a:prstGeom prst="rect">
            <a:avLst/>
          </a:prstGeom>
        </p:spPr>
        <p:txBody>
          <a:bodyPr spcFirstLastPara="1" wrap="square" lIns="91425" tIns="91425" rIns="91425" bIns="91425" anchor="t" anchorCtr="0">
            <a:noAutofit/>
          </a:bodyPr>
          <a:lstStyle>
            <a:lvl1pPr marL="457200" lvl="0" indent="-419100" algn="ctr">
              <a:spcBef>
                <a:spcPts val="0"/>
              </a:spcBef>
              <a:spcAft>
                <a:spcPts val="0"/>
              </a:spcAft>
              <a:buSzPts val="3000"/>
              <a:buChar char="●"/>
              <a:defRPr/>
            </a:lvl1pPr>
            <a:lvl2pPr marL="914400" lvl="1" indent="-419100" algn="ctr">
              <a:spcBef>
                <a:spcPts val="0"/>
              </a:spcBef>
              <a:spcAft>
                <a:spcPts val="0"/>
              </a:spcAft>
              <a:buSzPts val="3000"/>
              <a:buChar char="○"/>
              <a:defRPr/>
            </a:lvl2pPr>
            <a:lvl3pPr marL="1371600" lvl="2" indent="-419100" algn="ctr">
              <a:spcBef>
                <a:spcPts val="0"/>
              </a:spcBef>
              <a:spcAft>
                <a:spcPts val="0"/>
              </a:spcAft>
              <a:buSzPts val="3000"/>
              <a:buChar char="■"/>
              <a:defRPr/>
            </a:lvl3pPr>
            <a:lvl4pPr marL="1828800" lvl="3" indent="-419100" algn="ctr">
              <a:spcBef>
                <a:spcPts val="0"/>
              </a:spcBef>
              <a:spcAft>
                <a:spcPts val="0"/>
              </a:spcAft>
              <a:buSzPts val="3000"/>
              <a:buChar char="●"/>
              <a:defRPr/>
            </a:lvl4pPr>
            <a:lvl5pPr marL="2286000" lvl="4" indent="-419100" algn="ctr">
              <a:spcBef>
                <a:spcPts val="0"/>
              </a:spcBef>
              <a:spcAft>
                <a:spcPts val="0"/>
              </a:spcAft>
              <a:buSzPts val="3000"/>
              <a:buChar char="○"/>
              <a:defRPr/>
            </a:lvl5pPr>
            <a:lvl6pPr marL="2743200" lvl="5" indent="-419100" algn="ctr">
              <a:spcBef>
                <a:spcPts val="0"/>
              </a:spcBef>
              <a:spcAft>
                <a:spcPts val="0"/>
              </a:spcAft>
              <a:buSzPts val="3000"/>
              <a:buChar char="■"/>
              <a:defRPr/>
            </a:lvl6pPr>
            <a:lvl7pPr marL="3200400" lvl="6" indent="-419100" algn="ctr">
              <a:spcBef>
                <a:spcPts val="0"/>
              </a:spcBef>
              <a:spcAft>
                <a:spcPts val="0"/>
              </a:spcAft>
              <a:buSzPts val="3000"/>
              <a:buChar char="●"/>
              <a:defRPr/>
            </a:lvl7pPr>
            <a:lvl8pPr marL="3657600" lvl="7" indent="-419100" algn="ctr">
              <a:spcBef>
                <a:spcPts val="0"/>
              </a:spcBef>
              <a:spcAft>
                <a:spcPts val="0"/>
              </a:spcAft>
              <a:buSzPts val="3000"/>
              <a:buChar char="○"/>
              <a:defRPr/>
            </a:lvl8pPr>
            <a:lvl9pPr marL="4114800" lvl="8" indent="-419100" algn="ctr">
              <a:spcBef>
                <a:spcPts val="0"/>
              </a:spcBef>
              <a:spcAft>
                <a:spcPts val="0"/>
              </a:spcAft>
              <a:buSzPts val="3000"/>
              <a:buChar char="■"/>
              <a:defRPr/>
            </a:lvl9pPr>
          </a:lstStyle>
          <a:p>
            <a:endParaRPr/>
          </a:p>
        </p:txBody>
      </p:sp>
      <p:sp>
        <p:nvSpPr>
          <p:cNvPr id="57" name="Google Shape;57;p1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3"/>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60"/>
        <p:cNvGrpSpPr/>
        <p:nvPr/>
      </p:nvGrpSpPr>
      <p:grpSpPr>
        <a:xfrm>
          <a:off x="0" y="0"/>
          <a:ext cx="0" cy="0"/>
          <a:chOff x="0" y="0"/>
          <a:chExt cx="0" cy="0"/>
        </a:xfrm>
      </p:grpSpPr>
      <p:sp>
        <p:nvSpPr>
          <p:cNvPr id="61" name="Google Shape;61;p14"/>
          <p:cNvSpPr/>
          <p:nvPr/>
        </p:nvSpPr>
        <p:spPr>
          <a:xfrm flipH="1">
            <a:off x="7595938" y="613633"/>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62" name="Google Shape;62;p14"/>
          <p:cNvSpPr/>
          <p:nvPr/>
        </p:nvSpPr>
        <p:spPr>
          <a:xfrm rot="10800000" flipH="1">
            <a:off x="466425" y="4744471"/>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63" name="Google Shape;63;p14"/>
          <p:cNvSpPr txBox="1">
            <a:spLocks noGrp="1"/>
          </p:cNvSpPr>
          <p:nvPr>
            <p:ph type="title"/>
          </p:nvPr>
        </p:nvSpPr>
        <p:spPr>
          <a:xfrm>
            <a:off x="773700" y="2408600"/>
            <a:ext cx="7596600" cy="2040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a:lvl1pPr>
            <a:lvl2pPr lvl="1" algn="ctr" rtl="0">
              <a:spcBef>
                <a:spcPts val="0"/>
              </a:spcBef>
              <a:spcAft>
                <a:spcPts val="0"/>
              </a:spcAft>
              <a:buSzPts val="3600"/>
              <a:buNone/>
              <a:defRPr/>
            </a:lvl2pPr>
            <a:lvl3pPr lvl="2" algn="ctr" rtl="0">
              <a:spcBef>
                <a:spcPts val="0"/>
              </a:spcBef>
              <a:spcAft>
                <a:spcPts val="0"/>
              </a:spcAft>
              <a:buSzPts val="3600"/>
              <a:buNone/>
              <a:defRPr/>
            </a:lvl3pPr>
            <a:lvl4pPr lvl="3" algn="ctr" rtl="0">
              <a:spcBef>
                <a:spcPts val="0"/>
              </a:spcBef>
              <a:spcAft>
                <a:spcPts val="0"/>
              </a:spcAft>
              <a:buSzPts val="3600"/>
              <a:buNone/>
              <a:defRPr/>
            </a:lvl4pPr>
            <a:lvl5pPr lvl="4" algn="ctr" rtl="0">
              <a:spcBef>
                <a:spcPts val="0"/>
              </a:spcBef>
              <a:spcAft>
                <a:spcPts val="0"/>
              </a:spcAft>
              <a:buSzPts val="3600"/>
              <a:buNone/>
              <a:defRPr/>
            </a:lvl5pPr>
            <a:lvl6pPr lvl="5" algn="ctr" rtl="0">
              <a:spcBef>
                <a:spcPts val="0"/>
              </a:spcBef>
              <a:spcAft>
                <a:spcPts val="0"/>
              </a:spcAft>
              <a:buSzPts val="3600"/>
              <a:buNone/>
              <a:defRPr/>
            </a:lvl6pPr>
            <a:lvl7pPr lvl="6" algn="ctr" rtl="0">
              <a:spcBef>
                <a:spcPts val="0"/>
              </a:spcBef>
              <a:spcAft>
                <a:spcPts val="0"/>
              </a:spcAft>
              <a:buSzPts val="3600"/>
              <a:buNone/>
              <a:defRPr/>
            </a:lvl7pPr>
            <a:lvl8pPr lvl="7" algn="ctr" rtl="0">
              <a:spcBef>
                <a:spcPts val="0"/>
              </a:spcBef>
              <a:spcAft>
                <a:spcPts val="0"/>
              </a:spcAft>
              <a:buSzPts val="3600"/>
              <a:buNone/>
              <a:defRPr/>
            </a:lvl8pPr>
            <a:lvl9pPr lvl="8" algn="ctr" rtl="0">
              <a:spcBef>
                <a:spcPts val="0"/>
              </a:spcBef>
              <a:spcAft>
                <a:spcPts val="0"/>
              </a:spcAft>
              <a:buSzPts val="3600"/>
              <a:buNone/>
              <a:defRPr/>
            </a:lvl9pPr>
          </a:lstStyle>
          <a:p>
            <a:endParaRPr/>
          </a:p>
        </p:txBody>
      </p:sp>
      <p:sp>
        <p:nvSpPr>
          <p:cNvPr id="64" name="Google Shape;64;p1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65" name="Google Shape;65;p14"/>
          <p:cNvSpPr/>
          <p:nvPr/>
        </p:nvSpPr>
        <p:spPr>
          <a:xfrm rot="5400000" flipH="1">
            <a:off x="5138325" y="2943350"/>
            <a:ext cx="3630300" cy="3448200"/>
          </a:xfrm>
          <a:prstGeom prst="diagStripe">
            <a:avLst>
              <a:gd name="adj" fmla="val 50000"/>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4"/>
          <p:cNvSpPr/>
          <p:nvPr/>
        </p:nvSpPr>
        <p:spPr>
          <a:xfrm>
            <a:off x="348525" y="639250"/>
            <a:ext cx="3630300" cy="3448200"/>
          </a:xfrm>
          <a:prstGeom prst="diagStripe">
            <a:avLst>
              <a:gd name="adj" fmla="val 50000"/>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Assignment 1">
  <p:cSld name="BLANK_1">
    <p:spTree>
      <p:nvGrpSpPr>
        <p:cNvPr id="1" name="Shape 67"/>
        <p:cNvGrpSpPr/>
        <p:nvPr/>
      </p:nvGrpSpPr>
      <p:grpSpPr>
        <a:xfrm>
          <a:off x="0" y="0"/>
          <a:ext cx="0" cy="0"/>
          <a:chOff x="0" y="0"/>
          <a:chExt cx="0" cy="0"/>
        </a:xfrm>
      </p:grpSpPr>
      <p:sp>
        <p:nvSpPr>
          <p:cNvPr id="68" name="Google Shape;68;p15"/>
          <p:cNvSpPr txBox="1">
            <a:spLocks noGrp="1"/>
          </p:cNvSpPr>
          <p:nvPr>
            <p:ph type="body" idx="1"/>
          </p:nvPr>
        </p:nvSpPr>
        <p:spPr>
          <a:xfrm>
            <a:off x="311700" y="1253525"/>
            <a:ext cx="8472900" cy="5157900"/>
          </a:xfrm>
          <a:prstGeom prst="rect">
            <a:avLst/>
          </a:prstGeom>
        </p:spPr>
        <p:txBody>
          <a:bodyPr spcFirstLastPara="1" wrap="square" lIns="91425" tIns="91425" rIns="91425" bIns="91425" anchor="t" anchorCtr="0">
            <a:noAutofit/>
          </a:bodyPr>
          <a:lstStyle>
            <a:lvl1pPr marL="457200" lvl="0" indent="-419100" rtl="0">
              <a:spcBef>
                <a:spcPts val="0"/>
              </a:spcBef>
              <a:spcAft>
                <a:spcPts val="0"/>
              </a:spcAft>
              <a:buSzPts val="3000"/>
              <a:buFont typeface="Tahoma"/>
              <a:buChar char="●"/>
              <a:defRPr>
                <a:latin typeface="Tahoma"/>
                <a:ea typeface="Tahoma"/>
                <a:cs typeface="Tahoma"/>
                <a:sym typeface="Tahoma"/>
              </a:defRPr>
            </a:lvl1pPr>
            <a:lvl2pPr marL="914400" lvl="1" indent="-419100" rtl="0">
              <a:spcBef>
                <a:spcPts val="0"/>
              </a:spcBef>
              <a:spcAft>
                <a:spcPts val="0"/>
              </a:spcAft>
              <a:buSzPts val="3000"/>
              <a:buFont typeface="Tahoma"/>
              <a:buChar char="○"/>
              <a:defRPr>
                <a:latin typeface="Tahoma"/>
                <a:ea typeface="Tahoma"/>
                <a:cs typeface="Tahoma"/>
                <a:sym typeface="Tahoma"/>
              </a:defRPr>
            </a:lvl2pPr>
            <a:lvl3pPr marL="1371600" lvl="2" indent="-419100" rtl="0">
              <a:spcBef>
                <a:spcPts val="0"/>
              </a:spcBef>
              <a:spcAft>
                <a:spcPts val="0"/>
              </a:spcAft>
              <a:buSzPts val="3000"/>
              <a:buFont typeface="Tahoma"/>
              <a:buChar char="■"/>
              <a:defRPr>
                <a:latin typeface="Tahoma"/>
                <a:ea typeface="Tahoma"/>
                <a:cs typeface="Tahoma"/>
                <a:sym typeface="Tahoma"/>
              </a:defRPr>
            </a:lvl3pPr>
            <a:lvl4pPr marL="1828800" lvl="3" indent="-419100" rtl="0">
              <a:spcBef>
                <a:spcPts val="0"/>
              </a:spcBef>
              <a:spcAft>
                <a:spcPts val="0"/>
              </a:spcAft>
              <a:buSzPts val="3000"/>
              <a:buFont typeface="Tahoma"/>
              <a:buChar char="●"/>
              <a:defRPr>
                <a:latin typeface="Tahoma"/>
                <a:ea typeface="Tahoma"/>
                <a:cs typeface="Tahoma"/>
                <a:sym typeface="Tahoma"/>
              </a:defRPr>
            </a:lvl4pPr>
            <a:lvl5pPr marL="2286000" lvl="4" indent="-419100" rtl="0">
              <a:spcBef>
                <a:spcPts val="0"/>
              </a:spcBef>
              <a:spcAft>
                <a:spcPts val="0"/>
              </a:spcAft>
              <a:buSzPts val="3000"/>
              <a:buFont typeface="Tahoma"/>
              <a:buChar char="○"/>
              <a:defRPr>
                <a:latin typeface="Tahoma"/>
                <a:ea typeface="Tahoma"/>
                <a:cs typeface="Tahoma"/>
                <a:sym typeface="Tahoma"/>
              </a:defRPr>
            </a:lvl5pPr>
            <a:lvl6pPr marL="2743200" lvl="5" indent="-419100" rtl="0">
              <a:spcBef>
                <a:spcPts val="0"/>
              </a:spcBef>
              <a:spcAft>
                <a:spcPts val="0"/>
              </a:spcAft>
              <a:buSzPts val="3000"/>
              <a:buFont typeface="Tahoma"/>
              <a:buChar char="■"/>
              <a:defRPr>
                <a:latin typeface="Tahoma"/>
                <a:ea typeface="Tahoma"/>
                <a:cs typeface="Tahoma"/>
                <a:sym typeface="Tahoma"/>
              </a:defRPr>
            </a:lvl6pPr>
            <a:lvl7pPr marL="3200400" lvl="6" indent="-419100" rtl="0">
              <a:spcBef>
                <a:spcPts val="0"/>
              </a:spcBef>
              <a:spcAft>
                <a:spcPts val="0"/>
              </a:spcAft>
              <a:buSzPts val="3000"/>
              <a:buFont typeface="Tahoma"/>
              <a:buChar char="●"/>
              <a:defRPr>
                <a:latin typeface="Tahoma"/>
                <a:ea typeface="Tahoma"/>
                <a:cs typeface="Tahoma"/>
                <a:sym typeface="Tahoma"/>
              </a:defRPr>
            </a:lvl7pPr>
            <a:lvl8pPr marL="3657600" lvl="7" indent="-419100" rtl="0">
              <a:spcBef>
                <a:spcPts val="0"/>
              </a:spcBef>
              <a:spcAft>
                <a:spcPts val="0"/>
              </a:spcAft>
              <a:buSzPts val="3000"/>
              <a:buFont typeface="Tahoma"/>
              <a:buChar char="○"/>
              <a:defRPr>
                <a:latin typeface="Tahoma"/>
                <a:ea typeface="Tahoma"/>
                <a:cs typeface="Tahoma"/>
                <a:sym typeface="Tahoma"/>
              </a:defRPr>
            </a:lvl8pPr>
            <a:lvl9pPr marL="4114800" lvl="8" indent="-419100" rtl="0">
              <a:spcBef>
                <a:spcPts val="0"/>
              </a:spcBef>
              <a:spcAft>
                <a:spcPts val="0"/>
              </a:spcAft>
              <a:buSzPts val="3000"/>
              <a:buFont typeface="Tahoma"/>
              <a:buChar char="■"/>
              <a:defRPr>
                <a:latin typeface="Tahoma"/>
                <a:ea typeface="Tahoma"/>
                <a:cs typeface="Tahoma"/>
                <a:sym typeface="Tahoma"/>
              </a:defRPr>
            </a:lvl9pPr>
          </a:lstStyle>
          <a:p>
            <a:endParaRPr/>
          </a:p>
        </p:txBody>
      </p:sp>
      <p:sp>
        <p:nvSpPr>
          <p:cNvPr id="69" name="Google Shape;69;p15"/>
          <p:cNvSpPr txBox="1"/>
          <p:nvPr/>
        </p:nvSpPr>
        <p:spPr>
          <a:xfrm>
            <a:off x="1099320" y="461998"/>
            <a:ext cx="8044800" cy="522600"/>
          </a:xfrm>
          <a:prstGeom prst="rect">
            <a:avLst/>
          </a:prstGeom>
          <a:solidFill>
            <a:srgbClr val="FF0000"/>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FFFFFF"/>
                </a:solidFill>
                <a:latin typeface="Trebuchet MS"/>
                <a:ea typeface="Trebuchet MS"/>
                <a:cs typeface="Trebuchet MS"/>
                <a:sym typeface="Trebuchet MS"/>
              </a:rPr>
              <a:t>Assignment:</a:t>
            </a:r>
            <a:endParaRPr sz="2400">
              <a:solidFill>
                <a:srgbClr val="FFFFFF"/>
              </a:solidFill>
              <a:latin typeface="Trebuchet MS"/>
              <a:ea typeface="Trebuchet MS"/>
              <a:cs typeface="Trebuchet MS"/>
              <a:sym typeface="Trebuchet MS"/>
            </a:endParaRPr>
          </a:p>
        </p:txBody>
      </p:sp>
      <p:sp>
        <p:nvSpPr>
          <p:cNvPr id="70" name="Google Shape;70;p15"/>
          <p:cNvSpPr/>
          <p:nvPr/>
        </p:nvSpPr>
        <p:spPr>
          <a:xfrm rot="10800000">
            <a:off x="469325" y="459854"/>
            <a:ext cx="630000" cy="522600"/>
          </a:xfrm>
          <a:prstGeom prst="flowChartDelay">
            <a:avLst/>
          </a:prstGeom>
          <a:solidFill>
            <a:srgbClr val="FF0000"/>
          </a:solidFill>
          <a:ln>
            <a:noFill/>
          </a:ln>
        </p:spPr>
        <p:txBody>
          <a:bodyPr spcFirstLastPara="1" wrap="square" lIns="91425" tIns="91425" rIns="91425" bIns="91425" anchor="b" anchorCtr="0">
            <a:noAutofit/>
          </a:bodyPr>
          <a:lstStyle/>
          <a:p>
            <a:pPr marL="0" lvl="0" indent="0" algn="l" rtl="0">
              <a:spcBef>
                <a:spcPts val="0"/>
              </a:spcBef>
              <a:spcAft>
                <a:spcPts val="0"/>
              </a:spcAft>
              <a:buNone/>
            </a:pPr>
            <a:endParaRPr>
              <a:latin typeface="Trebuchet MS"/>
              <a:ea typeface="Trebuchet MS"/>
              <a:cs typeface="Trebuchet MS"/>
              <a:sym typeface="Trebuchet MS"/>
            </a:endParaRPr>
          </a:p>
        </p:txBody>
      </p:sp>
      <p:sp>
        <p:nvSpPr>
          <p:cNvPr id="71" name="Google Shape;71;p15"/>
          <p:cNvSpPr txBox="1">
            <a:spLocks noGrp="1"/>
          </p:cNvSpPr>
          <p:nvPr>
            <p:ph type="sldNum" idx="12"/>
          </p:nvPr>
        </p:nvSpPr>
        <p:spPr>
          <a:xfrm>
            <a:off x="8556784" y="6333134"/>
            <a:ext cx="548700" cy="525000"/>
          </a:xfrm>
          <a:prstGeom prst="rect">
            <a:avLst/>
          </a:prstGeom>
        </p:spPr>
        <p:txBody>
          <a:bodyPr spcFirstLastPara="1" wrap="square" lIns="91425" tIns="91425" rIns="91425" bIns="91425" anchor="t" anchorCtr="0">
            <a:noAutofit/>
          </a:bodyPr>
          <a:lstStyle>
            <a:lvl1pPr lvl="0" rtl="0">
              <a:buNone/>
              <a:defRPr sz="1300">
                <a:latin typeface="Georgia"/>
                <a:ea typeface="Georgia"/>
                <a:cs typeface="Georgia"/>
                <a:sym typeface="Georgia"/>
              </a:defRPr>
            </a:lvl1pPr>
            <a:lvl2pPr lvl="1" rtl="0">
              <a:buNone/>
              <a:defRPr sz="1300">
                <a:latin typeface="Georgia"/>
                <a:ea typeface="Georgia"/>
                <a:cs typeface="Georgia"/>
                <a:sym typeface="Georgia"/>
              </a:defRPr>
            </a:lvl2pPr>
            <a:lvl3pPr lvl="2" rtl="0">
              <a:buNone/>
              <a:defRPr sz="1300">
                <a:latin typeface="Georgia"/>
                <a:ea typeface="Georgia"/>
                <a:cs typeface="Georgia"/>
                <a:sym typeface="Georgia"/>
              </a:defRPr>
            </a:lvl3pPr>
            <a:lvl4pPr lvl="3" rtl="0">
              <a:buNone/>
              <a:defRPr sz="1300">
                <a:latin typeface="Georgia"/>
                <a:ea typeface="Georgia"/>
                <a:cs typeface="Georgia"/>
                <a:sym typeface="Georgia"/>
              </a:defRPr>
            </a:lvl4pPr>
            <a:lvl5pPr lvl="4" rtl="0">
              <a:buNone/>
              <a:defRPr sz="1300">
                <a:latin typeface="Georgia"/>
                <a:ea typeface="Georgia"/>
                <a:cs typeface="Georgia"/>
                <a:sym typeface="Georgia"/>
              </a:defRPr>
            </a:lvl5pPr>
            <a:lvl6pPr lvl="5" rtl="0">
              <a:buNone/>
              <a:defRPr sz="1300">
                <a:latin typeface="Georgia"/>
                <a:ea typeface="Georgia"/>
                <a:cs typeface="Georgia"/>
                <a:sym typeface="Georgia"/>
              </a:defRPr>
            </a:lvl6pPr>
            <a:lvl7pPr lvl="6" rtl="0">
              <a:buNone/>
              <a:defRPr sz="1300">
                <a:latin typeface="Georgia"/>
                <a:ea typeface="Georgia"/>
                <a:cs typeface="Georgia"/>
                <a:sym typeface="Georgia"/>
              </a:defRPr>
            </a:lvl7pPr>
            <a:lvl8pPr lvl="7" rtl="0">
              <a:buNone/>
              <a:defRPr sz="1300">
                <a:latin typeface="Georgia"/>
                <a:ea typeface="Georgia"/>
                <a:cs typeface="Georgia"/>
                <a:sym typeface="Georgia"/>
              </a:defRPr>
            </a:lvl8pPr>
            <a:lvl9pPr lvl="8" rtl="0">
              <a:buNone/>
              <a:defRPr sz="1300">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
              <a:t>‹#›</a:t>
            </a:fld>
            <a:endParaRPr/>
          </a:p>
        </p:txBody>
      </p:sp>
      <p:sp>
        <p:nvSpPr>
          <p:cNvPr id="72" name="Google Shape;72;p15"/>
          <p:cNvSpPr txBox="1">
            <a:spLocks noGrp="1"/>
          </p:cNvSpPr>
          <p:nvPr>
            <p:ph type="subTitle" idx="2"/>
          </p:nvPr>
        </p:nvSpPr>
        <p:spPr>
          <a:xfrm>
            <a:off x="3017125" y="459850"/>
            <a:ext cx="6088500" cy="525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400">
                <a:solidFill>
                  <a:srgbClr val="FFFFFF"/>
                </a:solidFill>
              </a:defRPr>
            </a:lvl1pPr>
            <a:lvl2pPr lvl="1" rtl="0">
              <a:spcBef>
                <a:spcPts val="0"/>
              </a:spcBef>
              <a:spcAft>
                <a:spcPts val="0"/>
              </a:spcAft>
              <a:buNone/>
              <a:defRPr sz="2400"/>
            </a:lvl2pPr>
            <a:lvl3pPr lvl="2" rtl="0">
              <a:spcBef>
                <a:spcPts val="0"/>
              </a:spcBef>
              <a:spcAft>
                <a:spcPts val="0"/>
              </a:spcAft>
              <a:buNone/>
              <a:defRPr sz="2400"/>
            </a:lvl3pPr>
            <a:lvl4pPr lvl="3" rtl="0">
              <a:spcBef>
                <a:spcPts val="0"/>
              </a:spcBef>
              <a:spcAft>
                <a:spcPts val="0"/>
              </a:spcAft>
              <a:buNone/>
              <a:defRPr sz="2400"/>
            </a:lvl4pPr>
            <a:lvl5pPr lvl="4" rtl="0">
              <a:spcBef>
                <a:spcPts val="0"/>
              </a:spcBef>
              <a:spcAft>
                <a:spcPts val="0"/>
              </a:spcAft>
              <a:buNone/>
              <a:defRPr sz="2400"/>
            </a:lvl5pPr>
            <a:lvl6pPr lvl="5" rtl="0">
              <a:spcBef>
                <a:spcPts val="0"/>
              </a:spcBef>
              <a:spcAft>
                <a:spcPts val="0"/>
              </a:spcAft>
              <a:buNone/>
              <a:defRPr sz="2400"/>
            </a:lvl6pPr>
            <a:lvl7pPr lvl="6" rtl="0">
              <a:spcBef>
                <a:spcPts val="0"/>
              </a:spcBef>
              <a:spcAft>
                <a:spcPts val="0"/>
              </a:spcAft>
              <a:buNone/>
              <a:defRPr sz="2400"/>
            </a:lvl7pPr>
            <a:lvl8pPr lvl="7" rtl="0">
              <a:spcBef>
                <a:spcPts val="0"/>
              </a:spcBef>
              <a:spcAft>
                <a:spcPts val="0"/>
              </a:spcAft>
              <a:buNone/>
              <a:defRPr sz="2400"/>
            </a:lvl8pPr>
            <a:lvl9pPr lvl="8" rtl="0">
              <a:spcBef>
                <a:spcPts val="0"/>
              </a:spcBef>
              <a:spcAft>
                <a:spcPts val="0"/>
              </a:spcAft>
              <a:buNone/>
              <a:defRPr sz="24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85275"/>
            <a:ext cx="8520600" cy="871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600"/>
              <a:buFont typeface="Trebuchet MS"/>
              <a:buNone/>
              <a:defRPr sz="3600">
                <a:solidFill>
                  <a:schemeClr val="dk1"/>
                </a:solidFill>
                <a:latin typeface="Trebuchet MS"/>
                <a:ea typeface="Trebuchet MS"/>
                <a:cs typeface="Trebuchet MS"/>
                <a:sym typeface="Trebuchet MS"/>
              </a:defRPr>
            </a:lvl1pPr>
            <a:lvl2pPr lvl="1">
              <a:spcBef>
                <a:spcPts val="0"/>
              </a:spcBef>
              <a:spcAft>
                <a:spcPts val="0"/>
              </a:spcAft>
              <a:buClr>
                <a:schemeClr val="dk1"/>
              </a:buClr>
              <a:buSzPts val="3600"/>
              <a:buFont typeface="Trebuchet MS"/>
              <a:buNone/>
              <a:defRPr sz="3600">
                <a:solidFill>
                  <a:schemeClr val="dk1"/>
                </a:solidFill>
                <a:latin typeface="Trebuchet MS"/>
                <a:ea typeface="Trebuchet MS"/>
                <a:cs typeface="Trebuchet MS"/>
                <a:sym typeface="Trebuchet MS"/>
              </a:defRPr>
            </a:lvl2pPr>
            <a:lvl3pPr lvl="2">
              <a:spcBef>
                <a:spcPts val="0"/>
              </a:spcBef>
              <a:spcAft>
                <a:spcPts val="0"/>
              </a:spcAft>
              <a:buClr>
                <a:schemeClr val="dk1"/>
              </a:buClr>
              <a:buSzPts val="3600"/>
              <a:buFont typeface="Trebuchet MS"/>
              <a:buNone/>
              <a:defRPr sz="3600">
                <a:solidFill>
                  <a:schemeClr val="dk1"/>
                </a:solidFill>
                <a:latin typeface="Trebuchet MS"/>
                <a:ea typeface="Trebuchet MS"/>
                <a:cs typeface="Trebuchet MS"/>
                <a:sym typeface="Trebuchet MS"/>
              </a:defRPr>
            </a:lvl3pPr>
            <a:lvl4pPr lvl="3">
              <a:spcBef>
                <a:spcPts val="0"/>
              </a:spcBef>
              <a:spcAft>
                <a:spcPts val="0"/>
              </a:spcAft>
              <a:buClr>
                <a:schemeClr val="dk1"/>
              </a:buClr>
              <a:buSzPts val="3600"/>
              <a:buFont typeface="Trebuchet MS"/>
              <a:buNone/>
              <a:defRPr sz="3600">
                <a:solidFill>
                  <a:schemeClr val="dk1"/>
                </a:solidFill>
                <a:latin typeface="Trebuchet MS"/>
                <a:ea typeface="Trebuchet MS"/>
                <a:cs typeface="Trebuchet MS"/>
                <a:sym typeface="Trebuchet MS"/>
              </a:defRPr>
            </a:lvl4pPr>
            <a:lvl5pPr lvl="4">
              <a:spcBef>
                <a:spcPts val="0"/>
              </a:spcBef>
              <a:spcAft>
                <a:spcPts val="0"/>
              </a:spcAft>
              <a:buClr>
                <a:schemeClr val="dk1"/>
              </a:buClr>
              <a:buSzPts val="3600"/>
              <a:buFont typeface="Trebuchet MS"/>
              <a:buNone/>
              <a:defRPr sz="3600">
                <a:solidFill>
                  <a:schemeClr val="dk1"/>
                </a:solidFill>
                <a:latin typeface="Trebuchet MS"/>
                <a:ea typeface="Trebuchet MS"/>
                <a:cs typeface="Trebuchet MS"/>
                <a:sym typeface="Trebuchet MS"/>
              </a:defRPr>
            </a:lvl5pPr>
            <a:lvl6pPr lvl="5">
              <a:spcBef>
                <a:spcPts val="0"/>
              </a:spcBef>
              <a:spcAft>
                <a:spcPts val="0"/>
              </a:spcAft>
              <a:buClr>
                <a:schemeClr val="dk1"/>
              </a:buClr>
              <a:buSzPts val="3600"/>
              <a:buFont typeface="Trebuchet MS"/>
              <a:buNone/>
              <a:defRPr sz="3600">
                <a:solidFill>
                  <a:schemeClr val="dk1"/>
                </a:solidFill>
                <a:latin typeface="Trebuchet MS"/>
                <a:ea typeface="Trebuchet MS"/>
                <a:cs typeface="Trebuchet MS"/>
                <a:sym typeface="Trebuchet MS"/>
              </a:defRPr>
            </a:lvl6pPr>
            <a:lvl7pPr lvl="6">
              <a:spcBef>
                <a:spcPts val="0"/>
              </a:spcBef>
              <a:spcAft>
                <a:spcPts val="0"/>
              </a:spcAft>
              <a:buClr>
                <a:schemeClr val="dk1"/>
              </a:buClr>
              <a:buSzPts val="3600"/>
              <a:buFont typeface="Trebuchet MS"/>
              <a:buNone/>
              <a:defRPr sz="3600">
                <a:solidFill>
                  <a:schemeClr val="dk1"/>
                </a:solidFill>
                <a:latin typeface="Trebuchet MS"/>
                <a:ea typeface="Trebuchet MS"/>
                <a:cs typeface="Trebuchet MS"/>
                <a:sym typeface="Trebuchet MS"/>
              </a:defRPr>
            </a:lvl7pPr>
            <a:lvl8pPr lvl="7">
              <a:spcBef>
                <a:spcPts val="0"/>
              </a:spcBef>
              <a:spcAft>
                <a:spcPts val="0"/>
              </a:spcAft>
              <a:buClr>
                <a:schemeClr val="dk1"/>
              </a:buClr>
              <a:buSzPts val="3600"/>
              <a:buFont typeface="Trebuchet MS"/>
              <a:buNone/>
              <a:defRPr sz="3600">
                <a:solidFill>
                  <a:schemeClr val="dk1"/>
                </a:solidFill>
                <a:latin typeface="Trebuchet MS"/>
                <a:ea typeface="Trebuchet MS"/>
                <a:cs typeface="Trebuchet MS"/>
                <a:sym typeface="Trebuchet MS"/>
              </a:defRPr>
            </a:lvl8pPr>
            <a:lvl9pPr lvl="8">
              <a:spcBef>
                <a:spcPts val="0"/>
              </a:spcBef>
              <a:spcAft>
                <a:spcPts val="0"/>
              </a:spcAft>
              <a:buClr>
                <a:schemeClr val="dk1"/>
              </a:buClr>
              <a:buSzPts val="3600"/>
              <a:buFont typeface="Trebuchet MS"/>
              <a:buNone/>
              <a:defRPr sz="3600">
                <a:solidFill>
                  <a:schemeClr val="dk1"/>
                </a:solidFill>
                <a:latin typeface="Trebuchet MS"/>
                <a:ea typeface="Trebuchet MS"/>
                <a:cs typeface="Trebuchet MS"/>
                <a:sym typeface="Trebuchet MS"/>
              </a:defRPr>
            </a:lvl9pPr>
          </a:lstStyle>
          <a:p>
            <a:endParaRPr/>
          </a:p>
        </p:txBody>
      </p:sp>
      <p:sp>
        <p:nvSpPr>
          <p:cNvPr id="7" name="Google Shape;7;p1"/>
          <p:cNvSpPr txBox="1">
            <a:spLocks noGrp="1"/>
          </p:cNvSpPr>
          <p:nvPr>
            <p:ph type="body" idx="1"/>
          </p:nvPr>
        </p:nvSpPr>
        <p:spPr>
          <a:xfrm>
            <a:off x="311700" y="1357075"/>
            <a:ext cx="8520600" cy="4734600"/>
          </a:xfrm>
          <a:prstGeom prst="rect">
            <a:avLst/>
          </a:prstGeom>
          <a:noFill/>
          <a:ln>
            <a:noFill/>
          </a:ln>
        </p:spPr>
        <p:txBody>
          <a:bodyPr spcFirstLastPara="1" wrap="square" lIns="91425" tIns="91425" rIns="91425" bIns="91425" anchor="t" anchorCtr="0">
            <a:noAutofit/>
          </a:bodyPr>
          <a:lstStyle>
            <a:lvl1pPr marL="457200" lvl="0" indent="-419100">
              <a:lnSpc>
                <a:spcPct val="115000"/>
              </a:lnSpc>
              <a:spcBef>
                <a:spcPts val="0"/>
              </a:spcBef>
              <a:spcAft>
                <a:spcPts val="0"/>
              </a:spcAft>
              <a:buClr>
                <a:schemeClr val="dk2"/>
              </a:buClr>
              <a:buSzPts val="3000"/>
              <a:buFont typeface="Trebuchet MS"/>
              <a:buChar char="●"/>
              <a:defRPr sz="3000">
                <a:solidFill>
                  <a:schemeClr val="dk2"/>
                </a:solidFill>
                <a:latin typeface="Trebuchet MS"/>
                <a:ea typeface="Trebuchet MS"/>
                <a:cs typeface="Trebuchet MS"/>
                <a:sym typeface="Trebuchet MS"/>
              </a:defRPr>
            </a:lvl1pPr>
            <a:lvl2pPr marL="914400" lvl="1" indent="-419100">
              <a:lnSpc>
                <a:spcPct val="115000"/>
              </a:lnSpc>
              <a:spcBef>
                <a:spcPts val="0"/>
              </a:spcBef>
              <a:spcAft>
                <a:spcPts val="0"/>
              </a:spcAft>
              <a:buClr>
                <a:schemeClr val="dk2"/>
              </a:buClr>
              <a:buSzPts val="3000"/>
              <a:buFont typeface="Trebuchet MS"/>
              <a:buChar char="○"/>
              <a:defRPr sz="3000">
                <a:solidFill>
                  <a:schemeClr val="dk2"/>
                </a:solidFill>
                <a:latin typeface="Trebuchet MS"/>
                <a:ea typeface="Trebuchet MS"/>
                <a:cs typeface="Trebuchet MS"/>
                <a:sym typeface="Trebuchet MS"/>
              </a:defRPr>
            </a:lvl2pPr>
            <a:lvl3pPr marL="1371600" lvl="2" indent="-419100">
              <a:lnSpc>
                <a:spcPct val="115000"/>
              </a:lnSpc>
              <a:spcBef>
                <a:spcPts val="0"/>
              </a:spcBef>
              <a:spcAft>
                <a:spcPts val="0"/>
              </a:spcAft>
              <a:buClr>
                <a:schemeClr val="dk2"/>
              </a:buClr>
              <a:buSzPts val="3000"/>
              <a:buFont typeface="Trebuchet MS"/>
              <a:buChar char="■"/>
              <a:defRPr sz="3000">
                <a:solidFill>
                  <a:schemeClr val="dk2"/>
                </a:solidFill>
                <a:latin typeface="Trebuchet MS"/>
                <a:ea typeface="Trebuchet MS"/>
                <a:cs typeface="Trebuchet MS"/>
                <a:sym typeface="Trebuchet MS"/>
              </a:defRPr>
            </a:lvl3pPr>
            <a:lvl4pPr marL="1828800" lvl="3" indent="-419100">
              <a:lnSpc>
                <a:spcPct val="115000"/>
              </a:lnSpc>
              <a:spcBef>
                <a:spcPts val="0"/>
              </a:spcBef>
              <a:spcAft>
                <a:spcPts val="0"/>
              </a:spcAft>
              <a:buClr>
                <a:schemeClr val="dk2"/>
              </a:buClr>
              <a:buSzPts val="3000"/>
              <a:buFont typeface="Trebuchet MS"/>
              <a:buChar char="●"/>
              <a:defRPr sz="3000">
                <a:solidFill>
                  <a:schemeClr val="dk2"/>
                </a:solidFill>
                <a:latin typeface="Trebuchet MS"/>
                <a:ea typeface="Trebuchet MS"/>
                <a:cs typeface="Trebuchet MS"/>
                <a:sym typeface="Trebuchet MS"/>
              </a:defRPr>
            </a:lvl4pPr>
            <a:lvl5pPr marL="2286000" lvl="4" indent="-419100">
              <a:lnSpc>
                <a:spcPct val="115000"/>
              </a:lnSpc>
              <a:spcBef>
                <a:spcPts val="0"/>
              </a:spcBef>
              <a:spcAft>
                <a:spcPts val="0"/>
              </a:spcAft>
              <a:buClr>
                <a:schemeClr val="dk2"/>
              </a:buClr>
              <a:buSzPts val="3000"/>
              <a:buFont typeface="Trebuchet MS"/>
              <a:buChar char="○"/>
              <a:defRPr sz="3000">
                <a:solidFill>
                  <a:schemeClr val="dk2"/>
                </a:solidFill>
                <a:latin typeface="Trebuchet MS"/>
                <a:ea typeface="Trebuchet MS"/>
                <a:cs typeface="Trebuchet MS"/>
                <a:sym typeface="Trebuchet MS"/>
              </a:defRPr>
            </a:lvl5pPr>
            <a:lvl6pPr marL="2743200" lvl="5" indent="-419100">
              <a:lnSpc>
                <a:spcPct val="115000"/>
              </a:lnSpc>
              <a:spcBef>
                <a:spcPts val="0"/>
              </a:spcBef>
              <a:spcAft>
                <a:spcPts val="0"/>
              </a:spcAft>
              <a:buClr>
                <a:schemeClr val="dk2"/>
              </a:buClr>
              <a:buSzPts val="3000"/>
              <a:buFont typeface="Trebuchet MS"/>
              <a:buChar char="■"/>
              <a:defRPr sz="3000">
                <a:solidFill>
                  <a:schemeClr val="dk2"/>
                </a:solidFill>
                <a:latin typeface="Trebuchet MS"/>
                <a:ea typeface="Trebuchet MS"/>
                <a:cs typeface="Trebuchet MS"/>
                <a:sym typeface="Trebuchet MS"/>
              </a:defRPr>
            </a:lvl6pPr>
            <a:lvl7pPr marL="3200400" lvl="6" indent="-419100">
              <a:lnSpc>
                <a:spcPct val="115000"/>
              </a:lnSpc>
              <a:spcBef>
                <a:spcPts val="0"/>
              </a:spcBef>
              <a:spcAft>
                <a:spcPts val="0"/>
              </a:spcAft>
              <a:buClr>
                <a:schemeClr val="dk2"/>
              </a:buClr>
              <a:buSzPts val="3000"/>
              <a:buFont typeface="Trebuchet MS"/>
              <a:buChar char="●"/>
              <a:defRPr sz="3000">
                <a:solidFill>
                  <a:schemeClr val="dk2"/>
                </a:solidFill>
                <a:latin typeface="Trebuchet MS"/>
                <a:ea typeface="Trebuchet MS"/>
                <a:cs typeface="Trebuchet MS"/>
                <a:sym typeface="Trebuchet MS"/>
              </a:defRPr>
            </a:lvl7pPr>
            <a:lvl8pPr marL="3657600" lvl="7" indent="-419100">
              <a:lnSpc>
                <a:spcPct val="115000"/>
              </a:lnSpc>
              <a:spcBef>
                <a:spcPts val="0"/>
              </a:spcBef>
              <a:spcAft>
                <a:spcPts val="0"/>
              </a:spcAft>
              <a:buClr>
                <a:schemeClr val="dk2"/>
              </a:buClr>
              <a:buSzPts val="3000"/>
              <a:buFont typeface="Trebuchet MS"/>
              <a:buChar char="○"/>
              <a:defRPr sz="3000">
                <a:solidFill>
                  <a:schemeClr val="dk2"/>
                </a:solidFill>
                <a:latin typeface="Trebuchet MS"/>
                <a:ea typeface="Trebuchet MS"/>
                <a:cs typeface="Trebuchet MS"/>
                <a:sym typeface="Trebuchet MS"/>
              </a:defRPr>
            </a:lvl8pPr>
            <a:lvl9pPr marL="4114800" lvl="8" indent="-419100">
              <a:lnSpc>
                <a:spcPct val="115000"/>
              </a:lnSpc>
              <a:spcBef>
                <a:spcPts val="0"/>
              </a:spcBef>
              <a:spcAft>
                <a:spcPts val="0"/>
              </a:spcAft>
              <a:buClr>
                <a:schemeClr val="dk2"/>
              </a:buClr>
              <a:buSzPts val="3000"/>
              <a:buFont typeface="Trebuchet MS"/>
              <a:buChar char="■"/>
              <a:defRPr sz="3000">
                <a:solidFill>
                  <a:schemeClr val="dk2"/>
                </a:solidFill>
                <a:latin typeface="Trebuchet MS"/>
                <a:ea typeface="Trebuchet MS"/>
                <a:cs typeface="Trebuchet MS"/>
                <a:sym typeface="Trebuchet MS"/>
              </a:defRPr>
            </a:lvl9pPr>
          </a:lstStyle>
          <a:p>
            <a:endParaRPr/>
          </a:p>
        </p:txBody>
      </p:sp>
      <p:sp>
        <p:nvSpPr>
          <p:cNvPr id="8" name="Google Shape;8;p1"/>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txBox="1"/>
          <p:nvPr/>
        </p:nvSpPr>
        <p:spPr>
          <a:xfrm>
            <a:off x="0" y="0"/>
            <a:ext cx="9144000" cy="421200"/>
          </a:xfrm>
          <a:prstGeom prst="rect">
            <a:avLst/>
          </a:prstGeom>
          <a:solidFill>
            <a:srgbClr val="FFFFFF"/>
          </a:solid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600">
                <a:solidFill>
                  <a:srgbClr val="FF0000"/>
                </a:solidFill>
                <a:latin typeface="Impact"/>
                <a:ea typeface="Impact"/>
                <a:cs typeface="Impact"/>
                <a:sym typeface="Impact"/>
              </a:rPr>
              <a:t>MAX </a:t>
            </a:r>
            <a:r>
              <a:rPr lang="en" sz="1600" b="1">
                <a:solidFill>
                  <a:srgbClr val="FF0000"/>
                </a:solidFill>
                <a:latin typeface="Impact"/>
                <a:ea typeface="Impact"/>
                <a:cs typeface="Impact"/>
                <a:sym typeface="Impact"/>
              </a:rPr>
              <a:t>Technical Training</a:t>
            </a:r>
            <a:endParaRPr sz="1600" b="1">
              <a:solidFill>
                <a:srgbClr val="FF0000"/>
              </a:solidFill>
              <a:latin typeface="Impact"/>
              <a:ea typeface="Impact"/>
              <a:cs typeface="Impact"/>
              <a:sym typeface="Impact"/>
            </a:endParaRPr>
          </a:p>
        </p:txBody>
      </p:sp>
      <p:cxnSp>
        <p:nvCxnSpPr>
          <p:cNvPr id="10" name="Google Shape;10;p1"/>
          <p:cNvCxnSpPr/>
          <p:nvPr/>
        </p:nvCxnSpPr>
        <p:spPr>
          <a:xfrm rot="10800000">
            <a:off x="73350" y="417175"/>
            <a:ext cx="8991300" cy="0"/>
          </a:xfrm>
          <a:prstGeom prst="straightConnector1">
            <a:avLst/>
          </a:prstGeom>
          <a:noFill/>
          <a:ln w="9525" cap="flat" cmpd="sng">
            <a:solidFill>
              <a:schemeClr val="dk2"/>
            </a:solidFill>
            <a:prstDash val="solid"/>
            <a:round/>
            <a:headEnd type="none" w="med" len="med"/>
            <a:tailEnd type="none" w="med" len="med"/>
          </a:ln>
        </p:spPr>
      </p:cxnSp>
      <p:sp>
        <p:nvSpPr>
          <p:cNvPr id="11" name="Google Shape;11;p1"/>
          <p:cNvSpPr txBox="1"/>
          <p:nvPr/>
        </p:nvSpPr>
        <p:spPr>
          <a:xfrm>
            <a:off x="311700" y="6333425"/>
            <a:ext cx="2316600" cy="293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Trebuchet MS"/>
                <a:ea typeface="Trebuchet MS"/>
                <a:cs typeface="Trebuchet MS"/>
                <a:sym typeface="Trebuchet MS"/>
              </a:rPr>
              <a:t>Git/GitHub</a:t>
            </a:r>
            <a:endParaRPr sz="1000">
              <a:latin typeface="Trebuchet MS"/>
              <a:ea typeface="Trebuchet MS"/>
              <a:cs typeface="Trebuchet MS"/>
              <a:sym typeface="Trebuchet MS"/>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it-scm.com/downloads" TargetMode="Externa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hyperlink" Target="https://training.github.com/downloads/github-git-cheat-sheet/" TargetMode="External"/><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6"/>
          <p:cNvSpPr txBox="1">
            <a:spLocks noGrp="1"/>
          </p:cNvSpPr>
          <p:nvPr>
            <p:ph type="ctrTitle"/>
          </p:nvPr>
        </p:nvSpPr>
        <p:spPr>
          <a:xfrm>
            <a:off x="919501" y="992775"/>
            <a:ext cx="7305000" cy="2736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Git/GitHub</a:t>
            </a:r>
            <a:endParaRPr dirty="0"/>
          </a:p>
        </p:txBody>
      </p:sp>
      <p:sp>
        <p:nvSpPr>
          <p:cNvPr id="78" name="Google Shape;78;p16"/>
          <p:cNvSpPr txBox="1">
            <a:spLocks noGrp="1"/>
          </p:cNvSpPr>
          <p:nvPr>
            <p:ph type="subTitle" idx="1"/>
          </p:nvPr>
        </p:nvSpPr>
        <p:spPr>
          <a:xfrm>
            <a:off x="311700" y="3778833"/>
            <a:ext cx="8520600" cy="1056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   </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Shape 82"/>
        <p:cNvGrpSpPr/>
        <p:nvPr/>
      </p:nvGrpSpPr>
      <p:grpSpPr>
        <a:xfrm>
          <a:off x="0" y="0"/>
          <a:ext cx="0" cy="0"/>
          <a:chOff x="0" y="0"/>
          <a:chExt cx="0" cy="0"/>
        </a:xfrm>
      </p:grpSpPr>
      <p:sp>
        <p:nvSpPr>
          <p:cNvPr id="83" name="Google Shape;83;p17"/>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Prerequisites</a:t>
            </a:r>
            <a:endParaRPr/>
          </a:p>
        </p:txBody>
      </p:sp>
      <p:sp>
        <p:nvSpPr>
          <p:cNvPr id="84" name="Google Shape;84;p17"/>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Font typeface="Georgia"/>
              <a:buChar char="●"/>
            </a:pPr>
            <a:r>
              <a:rPr lang="en"/>
              <a:t>The following technologies are prerequisites to learning Git/GitHub:</a:t>
            </a:r>
            <a:endParaRPr/>
          </a:p>
          <a:p>
            <a:pPr marL="914400" lvl="1" indent="-419100" algn="l" rtl="0">
              <a:spcBef>
                <a:spcPts val="0"/>
              </a:spcBef>
              <a:spcAft>
                <a:spcPts val="0"/>
              </a:spcAft>
              <a:buSzPts val="3000"/>
              <a:buChar char="○"/>
            </a:pPr>
            <a:r>
              <a:rPr lang="en"/>
              <a:t>None</a:t>
            </a:r>
            <a:endParaRPr/>
          </a:p>
          <a:p>
            <a:pPr marL="457200" lvl="0" indent="-419100" algn="l" rtl="0">
              <a:spcBef>
                <a:spcPts val="0"/>
              </a:spcBef>
              <a:spcAft>
                <a:spcPts val="0"/>
              </a:spcAft>
              <a:buSzPts val="3000"/>
              <a:buChar char="●"/>
            </a:pPr>
            <a:r>
              <a:rPr lang="en"/>
              <a:t>An understanding of source version control is a plus but not required.</a:t>
            </a:r>
            <a:endParaRPr/>
          </a:p>
          <a:p>
            <a:pPr marL="0" lvl="0" indent="0" algn="l" rtl="0">
              <a:spcBef>
                <a:spcPts val="0"/>
              </a:spcBef>
              <a:spcAft>
                <a:spcPts val="0"/>
              </a:spcAft>
              <a:buNone/>
            </a:pPr>
            <a:endParaRPr/>
          </a:p>
        </p:txBody>
      </p:sp>
      <p:sp>
        <p:nvSpPr>
          <p:cNvPr id="85" name="Google Shape;85;p1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2</a:t>
            </a:fld>
            <a:endParaRPr>
              <a:solidFill>
                <a:schemeClr val="dk2"/>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8"/>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“repos” folder</a:t>
            </a:r>
            <a:endParaRPr dirty="0"/>
          </a:p>
        </p:txBody>
      </p:sp>
      <p:sp>
        <p:nvSpPr>
          <p:cNvPr id="91" name="Google Shape;91;p18"/>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p>
            <a:pPr marL="38100" indent="0">
              <a:buNone/>
            </a:pPr>
            <a:r>
              <a:rPr lang="en" sz="2400" b="1" dirty="0">
                <a:solidFill>
                  <a:srgbClr val="0070C0"/>
                </a:solidFill>
              </a:rPr>
              <a:t>Repository: a storage location for software project files including code, documentation and other files.</a:t>
            </a:r>
          </a:p>
          <a:p>
            <a:pPr marL="38100" lvl="0" indent="0" algn="l" rtl="0">
              <a:spcBef>
                <a:spcPts val="0"/>
              </a:spcBef>
              <a:spcAft>
                <a:spcPts val="0"/>
              </a:spcAft>
              <a:buSzPts val="3000"/>
              <a:buNone/>
            </a:pPr>
            <a:endParaRPr lang="en" dirty="0"/>
          </a:p>
          <a:p>
            <a:pPr marL="457200" lvl="0" indent="-419100" algn="l" rtl="0">
              <a:spcBef>
                <a:spcPts val="0"/>
              </a:spcBef>
              <a:spcAft>
                <a:spcPts val="0"/>
              </a:spcAft>
              <a:buSzPts val="3000"/>
              <a:buChar char="●"/>
            </a:pPr>
            <a:r>
              <a:rPr lang="en" sz="2400" dirty="0"/>
              <a:t>Keeping repositories on disk organized is </a:t>
            </a:r>
            <a:r>
              <a:rPr lang="en" sz="2400" i="1" dirty="0"/>
              <a:t>important</a:t>
            </a:r>
            <a:r>
              <a:rPr lang="en" sz="2400" dirty="0"/>
              <a:t>.</a:t>
            </a:r>
            <a:endParaRPr sz="2400" dirty="0"/>
          </a:p>
          <a:p>
            <a:pPr marL="457200" lvl="0" indent="-419100" algn="l" rtl="0">
              <a:spcBef>
                <a:spcPts val="0"/>
              </a:spcBef>
              <a:spcAft>
                <a:spcPts val="0"/>
              </a:spcAft>
              <a:buSzPts val="3000"/>
              <a:buChar char="●"/>
            </a:pPr>
            <a:r>
              <a:rPr lang="en" sz="2400" dirty="0"/>
              <a:t>It is recommended that you store all repositories in a single folder named c:\repos</a:t>
            </a:r>
          </a:p>
          <a:p>
            <a:pPr lvl="1">
              <a:buChar char="●"/>
            </a:pPr>
            <a:r>
              <a:rPr lang="en" sz="2400" i="1" dirty="0"/>
              <a:t>Not a rule, just a way to stay organized</a:t>
            </a:r>
          </a:p>
          <a:p>
            <a:pPr lvl="1">
              <a:buChar char="●"/>
            </a:pPr>
            <a:r>
              <a:rPr lang="en" sz="2400" i="1" dirty="0"/>
              <a:t>You can use any folder name</a:t>
            </a:r>
            <a:endParaRPr sz="2400" i="1" dirty="0"/>
          </a:p>
          <a:p>
            <a:pPr marL="457200" lvl="0" indent="-419100" algn="l" rtl="0">
              <a:spcBef>
                <a:spcPts val="0"/>
              </a:spcBef>
              <a:spcAft>
                <a:spcPts val="0"/>
              </a:spcAft>
              <a:buSzPts val="3000"/>
              <a:buChar char="●"/>
            </a:pPr>
            <a:r>
              <a:rPr lang="en" sz="2400" dirty="0"/>
              <a:t>The C:\repos folder is NOT a repository, but a folder of repositories; </a:t>
            </a:r>
            <a:r>
              <a:rPr lang="en" sz="2400" i="1" dirty="0"/>
              <a:t>DON’T DO git init here!</a:t>
            </a:r>
            <a:endParaRPr sz="2400" i="1" dirty="0"/>
          </a:p>
        </p:txBody>
      </p:sp>
      <p:sp>
        <p:nvSpPr>
          <p:cNvPr id="92" name="Google Shape;92;p18"/>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3</a:t>
            </a:fld>
            <a:endParaRPr>
              <a:solidFill>
                <a:schemeClr val="dk2"/>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9"/>
          <p:cNvSpPr txBox="1">
            <a:spLocks noGrp="1"/>
          </p:cNvSpPr>
          <p:nvPr>
            <p:ph type="title"/>
          </p:nvPr>
        </p:nvSpPr>
        <p:spPr>
          <a:xfrm>
            <a:off x="311700" y="2867800"/>
            <a:ext cx="8520600" cy="1122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Overview</a:t>
            </a:r>
            <a:endParaRPr/>
          </a:p>
        </p:txBody>
      </p:sp>
      <p:sp>
        <p:nvSpPr>
          <p:cNvPr id="98" name="Google Shape;98;p19"/>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4</a:t>
            </a:fld>
            <a:endParaRPr>
              <a:solidFill>
                <a:schemeClr val="dk2"/>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0"/>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Source Control?</a:t>
            </a:r>
            <a:endParaRPr/>
          </a:p>
        </p:txBody>
      </p:sp>
      <p:sp>
        <p:nvSpPr>
          <p:cNvPr id="104" name="Google Shape;104;p20"/>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5</a:t>
            </a:fld>
            <a:endParaRPr>
              <a:solidFill>
                <a:schemeClr val="dk2"/>
              </a:solidFill>
              <a:latin typeface="Arial"/>
              <a:ea typeface="Arial"/>
              <a:cs typeface="Arial"/>
              <a:sym typeface="Arial"/>
            </a:endParaRPr>
          </a:p>
        </p:txBody>
      </p:sp>
      <p:sp>
        <p:nvSpPr>
          <p:cNvPr id="105" name="Google Shape;105;p20"/>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
              <a:t>Manage multiple versions of a program’s source</a:t>
            </a:r>
            <a:endParaRPr/>
          </a:p>
          <a:p>
            <a:pPr marL="457200" lvl="0" indent="-419100" algn="l" rtl="0">
              <a:spcBef>
                <a:spcPts val="0"/>
              </a:spcBef>
              <a:spcAft>
                <a:spcPts val="0"/>
              </a:spcAft>
              <a:buSzPts val="3000"/>
              <a:buChar char="●"/>
            </a:pPr>
            <a:r>
              <a:rPr lang="en"/>
              <a:t>Supports multiple users editing the same file</a:t>
            </a:r>
            <a:endParaRPr/>
          </a:p>
          <a:p>
            <a:pPr marL="457200" lvl="0" indent="-419100" algn="l" rtl="0">
              <a:spcBef>
                <a:spcPts val="0"/>
              </a:spcBef>
              <a:spcAft>
                <a:spcPts val="0"/>
              </a:spcAft>
              <a:buSzPts val="3000"/>
              <a:buChar char="●"/>
            </a:pPr>
            <a:r>
              <a:rPr lang="en"/>
              <a:t>All versions are saved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6C500005-A8D4-77A2-D7B0-EA4F5BEE3C9D}"/>
            </a:ext>
          </a:extLst>
        </p:cNvPr>
        <p:cNvGrpSpPr/>
        <p:nvPr/>
      </p:nvGrpSpPr>
      <p:grpSpPr>
        <a:xfrm>
          <a:off x="0" y="0"/>
          <a:ext cx="0" cy="0"/>
          <a:chOff x="0" y="0"/>
          <a:chExt cx="0" cy="0"/>
        </a:xfrm>
      </p:grpSpPr>
      <p:sp>
        <p:nvSpPr>
          <p:cNvPr id="103" name="Google Shape;103;p20">
            <a:extLst>
              <a:ext uri="{FF2B5EF4-FFF2-40B4-BE49-F238E27FC236}">
                <a16:creationId xmlns:a16="http://schemas.microsoft.com/office/drawing/2014/main" id="{376E090E-1976-2D9A-5D4E-9848EB2736C5}"/>
              </a:ext>
            </a:extLst>
          </p:cNvPr>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problem?</a:t>
            </a:r>
            <a:endParaRPr dirty="0"/>
          </a:p>
        </p:txBody>
      </p:sp>
      <p:sp>
        <p:nvSpPr>
          <p:cNvPr id="104" name="Google Shape;104;p20">
            <a:extLst>
              <a:ext uri="{FF2B5EF4-FFF2-40B4-BE49-F238E27FC236}">
                <a16:creationId xmlns:a16="http://schemas.microsoft.com/office/drawing/2014/main" id="{167543F6-6578-ACBB-13A8-3B648F4891D0}"/>
              </a:ext>
            </a:extLst>
          </p:cNvPr>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595959"/>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a:t>
            </a:fld>
            <a:endParaRPr kumimoji="0" sz="1000" b="0" i="0" u="none" strike="noStrike" kern="0" cap="none" spc="0" normalizeH="0" baseline="0" noProof="0">
              <a:ln>
                <a:noFill/>
              </a:ln>
              <a:solidFill>
                <a:srgbClr val="595959"/>
              </a:solidFill>
              <a:effectLst/>
              <a:uLnTx/>
              <a:uFillTx/>
              <a:latin typeface="Arial"/>
              <a:ea typeface="Arial"/>
              <a:cs typeface="Arial"/>
              <a:sym typeface="Arial"/>
            </a:endParaRPr>
          </a:p>
        </p:txBody>
      </p:sp>
      <p:sp>
        <p:nvSpPr>
          <p:cNvPr id="105" name="Google Shape;105;p20">
            <a:extLst>
              <a:ext uri="{FF2B5EF4-FFF2-40B4-BE49-F238E27FC236}">
                <a16:creationId xmlns:a16="http://schemas.microsoft.com/office/drawing/2014/main" id="{754DAB34-5240-B7CA-BF10-97FC538EFEE1}"/>
              </a:ext>
            </a:extLst>
          </p:cNvPr>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US" dirty="0"/>
              <a:t>A single project can have hundreds of files.</a:t>
            </a:r>
          </a:p>
          <a:p>
            <a:pPr marL="457200" lvl="0" indent="-419100" algn="l" rtl="0">
              <a:spcBef>
                <a:spcPts val="0"/>
              </a:spcBef>
              <a:spcAft>
                <a:spcPts val="0"/>
              </a:spcAft>
              <a:buSzPts val="3000"/>
              <a:buChar char="●"/>
            </a:pPr>
            <a:r>
              <a:rPr lang="en-US" dirty="0"/>
              <a:t>Each revision of a project can require the revision of multiple files.</a:t>
            </a:r>
          </a:p>
          <a:p>
            <a:pPr marL="457200" lvl="0" indent="-419100" algn="l" rtl="0">
              <a:spcBef>
                <a:spcPts val="0"/>
              </a:spcBef>
              <a:spcAft>
                <a:spcPts val="0"/>
              </a:spcAft>
              <a:buSzPts val="3000"/>
              <a:buChar char="●"/>
            </a:pPr>
            <a:r>
              <a:rPr lang="en-US" dirty="0"/>
              <a:t>Multiple team members may be making changes to the same set of files.</a:t>
            </a:r>
          </a:p>
          <a:p>
            <a:pPr marL="457200" lvl="0" indent="-419100" algn="l" rtl="0">
              <a:spcBef>
                <a:spcPts val="0"/>
              </a:spcBef>
              <a:spcAft>
                <a:spcPts val="0"/>
              </a:spcAft>
              <a:buSzPts val="3000"/>
              <a:buChar char="●"/>
            </a:pPr>
            <a:r>
              <a:rPr lang="en-US" dirty="0"/>
              <a:t>Project changes and bugs can require going back to a previous version.</a:t>
            </a:r>
          </a:p>
          <a:p>
            <a:pPr marL="457200" lvl="0" indent="-419100" algn="l" rtl="0">
              <a:spcBef>
                <a:spcPts val="0"/>
              </a:spcBef>
              <a:spcAft>
                <a:spcPts val="0"/>
              </a:spcAft>
              <a:buSzPts val="3000"/>
              <a:buChar char="●"/>
            </a:pPr>
            <a:r>
              <a:rPr lang="en-US" dirty="0"/>
              <a:t>At various phases of a project, we will want to mark it as Version 1.0, Version 1.1, etc.</a:t>
            </a:r>
            <a:endParaRPr lang="en" dirty="0"/>
          </a:p>
          <a:p>
            <a:pPr marL="457200" lvl="0" indent="-419100" algn="l" rtl="0">
              <a:spcBef>
                <a:spcPts val="0"/>
              </a:spcBef>
              <a:spcAft>
                <a:spcPts val="0"/>
              </a:spcAft>
              <a:buSzPts val="3000"/>
              <a:buChar char="●"/>
            </a:pPr>
            <a:endParaRPr lang="en" dirty="0"/>
          </a:p>
        </p:txBody>
      </p:sp>
    </p:spTree>
    <p:extLst>
      <p:ext uri="{BB962C8B-B14F-4D97-AF65-F5344CB8AC3E}">
        <p14:creationId xmlns:p14="http://schemas.microsoft.com/office/powerpoint/2010/main" val="1885891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125F8CC1-4FFA-8A72-C180-8DBB6CD45168}"/>
            </a:ext>
          </a:extLst>
        </p:cNvPr>
        <p:cNvGrpSpPr/>
        <p:nvPr/>
      </p:nvGrpSpPr>
      <p:grpSpPr>
        <a:xfrm>
          <a:off x="0" y="0"/>
          <a:ext cx="0" cy="0"/>
          <a:chOff x="0" y="0"/>
          <a:chExt cx="0" cy="0"/>
        </a:xfrm>
      </p:grpSpPr>
      <p:sp>
        <p:nvSpPr>
          <p:cNvPr id="103" name="Google Shape;103;p20">
            <a:extLst>
              <a:ext uri="{FF2B5EF4-FFF2-40B4-BE49-F238E27FC236}">
                <a16:creationId xmlns:a16="http://schemas.microsoft.com/office/drawing/2014/main" id="{E887EC56-CAAD-C06B-1231-A1B0BAD8A9A5}"/>
              </a:ext>
            </a:extLst>
          </p:cNvPr>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solution?</a:t>
            </a:r>
            <a:endParaRPr dirty="0"/>
          </a:p>
        </p:txBody>
      </p:sp>
      <p:sp>
        <p:nvSpPr>
          <p:cNvPr id="104" name="Google Shape;104;p20">
            <a:extLst>
              <a:ext uri="{FF2B5EF4-FFF2-40B4-BE49-F238E27FC236}">
                <a16:creationId xmlns:a16="http://schemas.microsoft.com/office/drawing/2014/main" id="{16C7F9E3-248A-63B1-8B06-D59416B56E02}"/>
              </a:ext>
            </a:extLst>
          </p:cNvPr>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595959"/>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7</a:t>
            </a:fld>
            <a:endParaRPr kumimoji="0" sz="1000" b="0" i="0" u="none" strike="noStrike" kern="0" cap="none" spc="0" normalizeH="0" baseline="0" noProof="0">
              <a:ln>
                <a:noFill/>
              </a:ln>
              <a:solidFill>
                <a:srgbClr val="595959"/>
              </a:solidFill>
              <a:effectLst/>
              <a:uLnTx/>
              <a:uFillTx/>
              <a:latin typeface="Arial"/>
              <a:ea typeface="Arial"/>
              <a:cs typeface="Arial"/>
              <a:sym typeface="Arial"/>
            </a:endParaRPr>
          </a:p>
        </p:txBody>
      </p:sp>
      <p:sp>
        <p:nvSpPr>
          <p:cNvPr id="105" name="Google Shape;105;p20">
            <a:extLst>
              <a:ext uri="{FF2B5EF4-FFF2-40B4-BE49-F238E27FC236}">
                <a16:creationId xmlns:a16="http://schemas.microsoft.com/office/drawing/2014/main" id="{2B610ECF-84CF-2B30-B3C9-970C223B92DA}"/>
              </a:ext>
            </a:extLst>
          </p:cNvPr>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 b="1" dirty="0"/>
              <a:t>Source Control</a:t>
            </a:r>
            <a:endParaRPr lang="en" dirty="0"/>
          </a:p>
          <a:p>
            <a:pPr lvl="1">
              <a:buChar char="●"/>
            </a:pPr>
            <a:r>
              <a:rPr lang="en" dirty="0"/>
              <a:t>The “source” is your collection code files.</a:t>
            </a:r>
          </a:p>
          <a:p>
            <a:pPr lvl="1">
              <a:buChar char="●"/>
            </a:pPr>
            <a:r>
              <a:rPr lang="en" dirty="0"/>
              <a:t>“Control” is the ability to:</a:t>
            </a:r>
          </a:p>
          <a:p>
            <a:pPr lvl="2">
              <a:buChar char="●"/>
            </a:pPr>
            <a:r>
              <a:rPr lang="en-US" dirty="0"/>
              <a:t>T</a:t>
            </a:r>
            <a:r>
              <a:rPr lang="en" dirty="0"/>
              <a:t>rack the state of a file</a:t>
            </a:r>
          </a:p>
          <a:p>
            <a:pPr lvl="2">
              <a:buChar char="●"/>
            </a:pPr>
            <a:r>
              <a:rPr lang="en" dirty="0"/>
              <a:t>Create versions of your projects</a:t>
            </a:r>
          </a:p>
          <a:p>
            <a:pPr lvl="2">
              <a:buChar char="●"/>
            </a:pPr>
            <a:r>
              <a:rPr lang="en" dirty="0"/>
              <a:t>Perserve the history of your changes</a:t>
            </a:r>
          </a:p>
          <a:p>
            <a:pPr lvl="2">
              <a:buChar char="●"/>
            </a:pPr>
            <a:r>
              <a:rPr lang="en" dirty="0"/>
              <a:t>Roll back changes</a:t>
            </a:r>
          </a:p>
          <a:p>
            <a:pPr lvl="2">
              <a:buChar char="●"/>
            </a:pPr>
            <a:r>
              <a:rPr lang="en" dirty="0"/>
              <a:t>Create variations (branches) of your project.</a:t>
            </a:r>
          </a:p>
        </p:txBody>
      </p:sp>
    </p:spTree>
    <p:extLst>
      <p:ext uri="{BB962C8B-B14F-4D97-AF65-F5344CB8AC3E}">
        <p14:creationId xmlns:p14="http://schemas.microsoft.com/office/powerpoint/2010/main" val="2260997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CB0C7E4A-C3F3-9EFC-13A6-4C72E7FE38DB}"/>
            </a:ext>
          </a:extLst>
        </p:cNvPr>
        <p:cNvGrpSpPr/>
        <p:nvPr/>
      </p:nvGrpSpPr>
      <p:grpSpPr>
        <a:xfrm>
          <a:off x="0" y="0"/>
          <a:ext cx="0" cy="0"/>
          <a:chOff x="0" y="0"/>
          <a:chExt cx="0" cy="0"/>
        </a:xfrm>
      </p:grpSpPr>
      <p:sp>
        <p:nvSpPr>
          <p:cNvPr id="103" name="Google Shape;103;p20">
            <a:extLst>
              <a:ext uri="{FF2B5EF4-FFF2-40B4-BE49-F238E27FC236}">
                <a16:creationId xmlns:a16="http://schemas.microsoft.com/office/drawing/2014/main" id="{047889D1-7D81-B178-334A-E35CF3D9420A}"/>
              </a:ext>
            </a:extLst>
          </p:cNvPr>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solution?</a:t>
            </a:r>
            <a:endParaRPr dirty="0"/>
          </a:p>
        </p:txBody>
      </p:sp>
      <p:sp>
        <p:nvSpPr>
          <p:cNvPr id="104" name="Google Shape;104;p20">
            <a:extLst>
              <a:ext uri="{FF2B5EF4-FFF2-40B4-BE49-F238E27FC236}">
                <a16:creationId xmlns:a16="http://schemas.microsoft.com/office/drawing/2014/main" id="{98883C6B-7F50-AAFD-BAC8-EC44232ABADD}"/>
              </a:ext>
            </a:extLst>
          </p:cNvPr>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595959"/>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8</a:t>
            </a:fld>
            <a:endParaRPr kumimoji="0" sz="1000" b="0" i="0" u="none" strike="noStrike" kern="0" cap="none" spc="0" normalizeH="0" baseline="0" noProof="0">
              <a:ln>
                <a:noFill/>
              </a:ln>
              <a:solidFill>
                <a:srgbClr val="595959"/>
              </a:solidFill>
              <a:effectLst/>
              <a:uLnTx/>
              <a:uFillTx/>
              <a:latin typeface="Arial"/>
              <a:ea typeface="Arial"/>
              <a:cs typeface="Arial"/>
              <a:sym typeface="Arial"/>
            </a:endParaRPr>
          </a:p>
        </p:txBody>
      </p:sp>
      <p:sp>
        <p:nvSpPr>
          <p:cNvPr id="105" name="Google Shape;105;p20">
            <a:extLst>
              <a:ext uri="{FF2B5EF4-FFF2-40B4-BE49-F238E27FC236}">
                <a16:creationId xmlns:a16="http://schemas.microsoft.com/office/drawing/2014/main" id="{2A47EE8A-AA98-724F-68B0-EB19AF1ABF8B}"/>
              </a:ext>
            </a:extLst>
          </p:cNvPr>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 b="1" dirty="0"/>
              <a:t>Source Control</a:t>
            </a:r>
            <a:endParaRPr lang="en" dirty="0"/>
          </a:p>
          <a:p>
            <a:pPr lvl="1">
              <a:buChar char="●"/>
            </a:pPr>
            <a:r>
              <a:rPr lang="en-US" dirty="0"/>
              <a:t>Is a process.</a:t>
            </a:r>
          </a:p>
          <a:p>
            <a:pPr lvl="1">
              <a:buChar char="●"/>
            </a:pPr>
            <a:r>
              <a:rPr lang="en-US" dirty="0"/>
              <a:t>Usually uses a software tool:</a:t>
            </a:r>
          </a:p>
          <a:p>
            <a:pPr lvl="2">
              <a:buChar char="●"/>
            </a:pPr>
            <a:r>
              <a:rPr lang="en-US" sz="2400" b="1" dirty="0"/>
              <a:t>Git</a:t>
            </a:r>
          </a:p>
          <a:p>
            <a:pPr lvl="2">
              <a:buChar char="●"/>
            </a:pPr>
            <a:r>
              <a:rPr lang="en-US" sz="2400" b="1" dirty="0"/>
              <a:t>GitHub</a:t>
            </a:r>
          </a:p>
          <a:p>
            <a:pPr lvl="2">
              <a:buChar char="●"/>
            </a:pPr>
            <a:r>
              <a:rPr lang="en-US" sz="2400" dirty="0"/>
              <a:t>Apache Subversion (SVN)</a:t>
            </a:r>
          </a:p>
          <a:p>
            <a:pPr lvl="2">
              <a:buChar char="●"/>
            </a:pPr>
            <a:r>
              <a:rPr lang="en-US" sz="2400" dirty="0"/>
              <a:t>Mercurial</a:t>
            </a:r>
          </a:p>
          <a:p>
            <a:pPr lvl="2">
              <a:buChar char="●"/>
            </a:pPr>
            <a:r>
              <a:rPr lang="en-US" sz="2400" dirty="0"/>
              <a:t>Bitbucket</a:t>
            </a:r>
          </a:p>
          <a:p>
            <a:pPr lvl="2">
              <a:buChar char="●"/>
            </a:pPr>
            <a:r>
              <a:rPr lang="en-US" sz="2400" dirty="0"/>
              <a:t>Visual Studio Team Services (VSTS)</a:t>
            </a:r>
          </a:p>
          <a:p>
            <a:pPr lvl="2">
              <a:buChar char="●"/>
            </a:pPr>
            <a:r>
              <a:rPr lang="en-US" sz="2400" dirty="0"/>
              <a:t>Azure DevOps</a:t>
            </a:r>
          </a:p>
          <a:p>
            <a:pPr lvl="2">
              <a:buChar char="●"/>
            </a:pPr>
            <a:r>
              <a:rPr lang="en-US" sz="2400" dirty="0"/>
              <a:t>And many more…</a:t>
            </a:r>
            <a:endParaRPr lang="en" sz="2400" dirty="0"/>
          </a:p>
        </p:txBody>
      </p:sp>
    </p:spTree>
    <p:extLst>
      <p:ext uri="{BB962C8B-B14F-4D97-AF65-F5344CB8AC3E}">
        <p14:creationId xmlns:p14="http://schemas.microsoft.com/office/powerpoint/2010/main" val="2897244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0"/>
          <p:cNvSpPr txBox="1">
            <a:spLocks noGrp="1"/>
          </p:cNvSpPr>
          <p:nvPr>
            <p:ph type="title"/>
          </p:nvPr>
        </p:nvSpPr>
        <p:spPr>
          <a:xfrm>
            <a:off x="311700" y="474389"/>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Source Control?</a:t>
            </a:r>
            <a:endParaRPr/>
          </a:p>
        </p:txBody>
      </p:sp>
      <p:sp>
        <p:nvSpPr>
          <p:cNvPr id="104" name="Google Shape;104;p20"/>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595959"/>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9</a:t>
            </a:fld>
            <a:endParaRPr kumimoji="0" sz="1000" b="0" i="0" u="none" strike="noStrike" kern="0" cap="none" spc="0" normalizeH="0" baseline="0" noProof="0">
              <a:ln>
                <a:noFill/>
              </a:ln>
              <a:solidFill>
                <a:srgbClr val="595959"/>
              </a:solidFill>
              <a:effectLst/>
              <a:uLnTx/>
              <a:uFillTx/>
              <a:latin typeface="Arial"/>
              <a:ea typeface="Arial"/>
              <a:cs typeface="Arial"/>
              <a:sym typeface="Arial"/>
            </a:endParaRPr>
          </a:p>
        </p:txBody>
      </p:sp>
      <p:sp>
        <p:nvSpPr>
          <p:cNvPr id="5" name="Rectangle 4">
            <a:extLst>
              <a:ext uri="{FF2B5EF4-FFF2-40B4-BE49-F238E27FC236}">
                <a16:creationId xmlns:a16="http://schemas.microsoft.com/office/drawing/2014/main" id="{39B57709-4107-4E55-803F-CC10D7628050}"/>
              </a:ext>
            </a:extLst>
          </p:cNvPr>
          <p:cNvSpPr/>
          <p:nvPr/>
        </p:nvSpPr>
        <p:spPr>
          <a:xfrm>
            <a:off x="2043065" y="3438166"/>
            <a:ext cx="1164772" cy="2676117"/>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000000"/>
                </a:solidFill>
                <a:effectLst/>
                <a:uLnTx/>
                <a:uFillTx/>
                <a:latin typeface="Arial"/>
                <a:ea typeface="+mn-ea"/>
                <a:cs typeface="+mn-cs"/>
                <a:sym typeface="Arial"/>
              </a:rPr>
              <a:t>Git</a:t>
            </a:r>
            <a:br>
              <a:rPr kumimoji="0" lang="en-US" sz="1400" b="1" i="0" u="none" strike="noStrike" kern="0" cap="none" spc="0" normalizeH="0" baseline="0" noProof="0" dirty="0">
                <a:ln>
                  <a:noFill/>
                </a:ln>
                <a:solidFill>
                  <a:srgbClr val="000000"/>
                </a:solidFill>
                <a:effectLst/>
                <a:uLnTx/>
                <a:uFillTx/>
                <a:latin typeface="Arial"/>
                <a:ea typeface="+mn-ea"/>
                <a:cs typeface="+mn-cs"/>
                <a:sym typeface="Arial"/>
              </a:rPr>
            </a:br>
            <a:endParaRPr kumimoji="0" lang="en-US" sz="1400" b="1" i="0" u="none" strike="noStrike" kern="0" cap="none" spc="0" normalizeH="0" baseline="0" noProof="0" dirty="0">
              <a:ln>
                <a:noFill/>
              </a:ln>
              <a:solidFill>
                <a:srgbClr val="000000"/>
              </a:solidFill>
              <a:effectLst/>
              <a:uLnTx/>
              <a:uFillTx/>
              <a:latin typeface="Arial"/>
              <a:ea typeface="+mn-ea"/>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Local version control</a:t>
            </a:r>
            <a:b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br>
            <a:b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br>
            <a:b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br>
            <a:endParaRPr kumimoji="0" lang="en-US" sz="1400" b="0" i="0" u="none" strike="noStrike" kern="0" cap="none" spc="0" normalizeH="0" baseline="0" noProof="0" dirty="0">
              <a:ln>
                <a:noFill/>
              </a:ln>
              <a:solidFill>
                <a:srgbClr val="000000"/>
              </a:solidFill>
              <a:effectLst/>
              <a:uLnTx/>
              <a:uFillTx/>
              <a:latin typeface="Arial"/>
              <a:ea typeface="+mn-ea"/>
              <a:cs typeface="+mn-cs"/>
              <a:sym typeface="Arial"/>
            </a:endParaRPr>
          </a:p>
        </p:txBody>
      </p:sp>
      <p:sp>
        <p:nvSpPr>
          <p:cNvPr id="6" name="Rectangle 5">
            <a:extLst>
              <a:ext uri="{FF2B5EF4-FFF2-40B4-BE49-F238E27FC236}">
                <a16:creationId xmlns:a16="http://schemas.microsoft.com/office/drawing/2014/main" id="{B1662037-29F5-4CF8-827B-E8F2A7E9533A}"/>
              </a:ext>
            </a:extLst>
          </p:cNvPr>
          <p:cNvSpPr/>
          <p:nvPr/>
        </p:nvSpPr>
        <p:spPr>
          <a:xfrm>
            <a:off x="2195464" y="4993054"/>
            <a:ext cx="304800" cy="3374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Rectangle 9">
            <a:extLst>
              <a:ext uri="{FF2B5EF4-FFF2-40B4-BE49-F238E27FC236}">
                <a16:creationId xmlns:a16="http://schemas.microsoft.com/office/drawing/2014/main" id="{C3A16C5E-D339-472C-890D-BF1811EFE1C0}"/>
              </a:ext>
            </a:extLst>
          </p:cNvPr>
          <p:cNvSpPr/>
          <p:nvPr/>
        </p:nvSpPr>
        <p:spPr>
          <a:xfrm>
            <a:off x="2347864" y="5145454"/>
            <a:ext cx="304800" cy="3374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1" name="Rectangle 10">
            <a:extLst>
              <a:ext uri="{FF2B5EF4-FFF2-40B4-BE49-F238E27FC236}">
                <a16:creationId xmlns:a16="http://schemas.microsoft.com/office/drawing/2014/main" id="{FD222642-454B-475D-8B94-620CF676AD84}"/>
              </a:ext>
            </a:extLst>
          </p:cNvPr>
          <p:cNvSpPr/>
          <p:nvPr/>
        </p:nvSpPr>
        <p:spPr>
          <a:xfrm>
            <a:off x="2500264" y="5297854"/>
            <a:ext cx="304800" cy="3374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2" name="Rectangle 11">
            <a:extLst>
              <a:ext uri="{FF2B5EF4-FFF2-40B4-BE49-F238E27FC236}">
                <a16:creationId xmlns:a16="http://schemas.microsoft.com/office/drawing/2014/main" id="{9D9B661D-6F84-47DE-8C6B-81B098A7CE55}"/>
              </a:ext>
            </a:extLst>
          </p:cNvPr>
          <p:cNvSpPr/>
          <p:nvPr/>
        </p:nvSpPr>
        <p:spPr>
          <a:xfrm>
            <a:off x="2652664" y="5450254"/>
            <a:ext cx="304800" cy="3374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3" name="Rectangle 12">
            <a:extLst>
              <a:ext uri="{FF2B5EF4-FFF2-40B4-BE49-F238E27FC236}">
                <a16:creationId xmlns:a16="http://schemas.microsoft.com/office/drawing/2014/main" id="{3775B0A4-A80C-4D2B-A181-85803B054393}"/>
              </a:ext>
            </a:extLst>
          </p:cNvPr>
          <p:cNvSpPr/>
          <p:nvPr/>
        </p:nvSpPr>
        <p:spPr>
          <a:xfrm>
            <a:off x="2805064" y="5602654"/>
            <a:ext cx="304800" cy="3374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Rectangle 7">
            <a:extLst>
              <a:ext uri="{FF2B5EF4-FFF2-40B4-BE49-F238E27FC236}">
                <a16:creationId xmlns:a16="http://schemas.microsoft.com/office/drawing/2014/main" id="{FEDC8C96-0D8D-4925-866F-AF384A86E6B9}"/>
              </a:ext>
            </a:extLst>
          </p:cNvPr>
          <p:cNvSpPr/>
          <p:nvPr/>
        </p:nvSpPr>
        <p:spPr>
          <a:xfrm>
            <a:off x="330021" y="3442782"/>
            <a:ext cx="874843" cy="128901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Files from Visual Studio</a:t>
            </a:r>
          </a:p>
        </p:txBody>
      </p:sp>
      <p:sp>
        <p:nvSpPr>
          <p:cNvPr id="16" name="Rectangle 15">
            <a:extLst>
              <a:ext uri="{FF2B5EF4-FFF2-40B4-BE49-F238E27FC236}">
                <a16:creationId xmlns:a16="http://schemas.microsoft.com/office/drawing/2014/main" id="{8C591301-D2C8-47C7-AA55-27C0ADB5E246}"/>
              </a:ext>
            </a:extLst>
          </p:cNvPr>
          <p:cNvSpPr/>
          <p:nvPr/>
        </p:nvSpPr>
        <p:spPr>
          <a:xfrm>
            <a:off x="311700" y="2766926"/>
            <a:ext cx="874843" cy="40277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Files</a:t>
            </a:r>
          </a:p>
        </p:txBody>
      </p:sp>
      <p:sp>
        <p:nvSpPr>
          <p:cNvPr id="17" name="Rectangle 16">
            <a:extLst>
              <a:ext uri="{FF2B5EF4-FFF2-40B4-BE49-F238E27FC236}">
                <a16:creationId xmlns:a16="http://schemas.microsoft.com/office/drawing/2014/main" id="{ADB639B1-964C-452C-9C8A-5436386FF180}"/>
              </a:ext>
            </a:extLst>
          </p:cNvPr>
          <p:cNvSpPr/>
          <p:nvPr/>
        </p:nvSpPr>
        <p:spPr>
          <a:xfrm>
            <a:off x="349801" y="5004881"/>
            <a:ext cx="874843" cy="128901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Files from any IDE</a:t>
            </a:r>
          </a:p>
        </p:txBody>
      </p:sp>
      <p:cxnSp>
        <p:nvCxnSpPr>
          <p:cNvPr id="14" name="Straight Arrow Connector 13">
            <a:extLst>
              <a:ext uri="{FF2B5EF4-FFF2-40B4-BE49-F238E27FC236}">
                <a16:creationId xmlns:a16="http://schemas.microsoft.com/office/drawing/2014/main" id="{D0922506-D3B6-4F8C-852F-5266480A453F}"/>
              </a:ext>
            </a:extLst>
          </p:cNvPr>
          <p:cNvCxnSpPr>
            <a:cxnSpLocks/>
            <a:stCxn id="16" idx="3"/>
            <a:endCxn id="5" idx="1"/>
          </p:cNvCxnSpPr>
          <p:nvPr/>
        </p:nvCxnSpPr>
        <p:spPr>
          <a:xfrm>
            <a:off x="1186543" y="2968312"/>
            <a:ext cx="856522" cy="180791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 name="Straight Arrow Connector 19">
            <a:extLst>
              <a:ext uri="{FF2B5EF4-FFF2-40B4-BE49-F238E27FC236}">
                <a16:creationId xmlns:a16="http://schemas.microsoft.com/office/drawing/2014/main" id="{B16CD02F-EFE6-4450-8186-325DD7519EED}"/>
              </a:ext>
            </a:extLst>
          </p:cNvPr>
          <p:cNvCxnSpPr>
            <a:cxnSpLocks/>
            <a:stCxn id="8" idx="3"/>
            <a:endCxn id="5" idx="1"/>
          </p:cNvCxnSpPr>
          <p:nvPr/>
        </p:nvCxnSpPr>
        <p:spPr>
          <a:xfrm>
            <a:off x="1204864" y="4087290"/>
            <a:ext cx="838201" cy="68893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a:extLst>
              <a:ext uri="{FF2B5EF4-FFF2-40B4-BE49-F238E27FC236}">
                <a16:creationId xmlns:a16="http://schemas.microsoft.com/office/drawing/2014/main" id="{C691F214-8E7E-4D47-8CB6-2B3A18E9AB1A}"/>
              </a:ext>
            </a:extLst>
          </p:cNvPr>
          <p:cNvCxnSpPr>
            <a:cxnSpLocks/>
            <a:stCxn id="17" idx="3"/>
            <a:endCxn id="5" idx="1"/>
          </p:cNvCxnSpPr>
          <p:nvPr/>
        </p:nvCxnSpPr>
        <p:spPr>
          <a:xfrm flipV="1">
            <a:off x="1224644" y="4776225"/>
            <a:ext cx="818421" cy="873164"/>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 name="Cloud 21">
            <a:extLst>
              <a:ext uri="{FF2B5EF4-FFF2-40B4-BE49-F238E27FC236}">
                <a16:creationId xmlns:a16="http://schemas.microsoft.com/office/drawing/2014/main" id="{47BC3C39-C535-4AD5-98B1-3353AC8FCA9A}"/>
              </a:ext>
            </a:extLst>
          </p:cNvPr>
          <p:cNvSpPr/>
          <p:nvPr/>
        </p:nvSpPr>
        <p:spPr>
          <a:xfrm>
            <a:off x="4155668" y="3274250"/>
            <a:ext cx="2188028" cy="1765230"/>
          </a:xfrm>
          <a:prstGeom prst="cloud">
            <a:avLst/>
          </a:prstGeom>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000000"/>
                </a:solidFill>
                <a:effectLst/>
                <a:uLnTx/>
                <a:uFillTx/>
                <a:latin typeface="Arial"/>
                <a:ea typeface="+mn-ea"/>
                <a:cs typeface="+mn-cs"/>
                <a:sym typeface="Arial"/>
              </a:rPr>
              <a:t>Git Hub</a:t>
            </a:r>
          </a:p>
        </p:txBody>
      </p:sp>
      <p:sp>
        <p:nvSpPr>
          <p:cNvPr id="24" name="Cloud 23">
            <a:extLst>
              <a:ext uri="{FF2B5EF4-FFF2-40B4-BE49-F238E27FC236}">
                <a16:creationId xmlns:a16="http://schemas.microsoft.com/office/drawing/2014/main" id="{037C25D6-8D98-47BA-B03C-A5A7E3733546}"/>
              </a:ext>
            </a:extLst>
          </p:cNvPr>
          <p:cNvSpPr/>
          <p:nvPr/>
        </p:nvSpPr>
        <p:spPr>
          <a:xfrm>
            <a:off x="7170588" y="2265896"/>
            <a:ext cx="1850570" cy="1572986"/>
          </a:xfrm>
          <a:prstGeom prst="cloud">
            <a:avLst/>
          </a:prstGeom>
        </p:spPr>
        <p:style>
          <a:lnRef idx="2">
            <a:schemeClr val="accent5"/>
          </a:lnRef>
          <a:fillRef idx="1">
            <a:schemeClr val="lt1"/>
          </a:fillRef>
          <a:effectRef idx="0">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Cloud hosting, Azure, Amazon, etc.</a:t>
            </a:r>
          </a:p>
        </p:txBody>
      </p:sp>
      <p:pic>
        <p:nvPicPr>
          <p:cNvPr id="26" name="Graphic 25" descr="Building outline">
            <a:extLst>
              <a:ext uri="{FF2B5EF4-FFF2-40B4-BE49-F238E27FC236}">
                <a16:creationId xmlns:a16="http://schemas.microsoft.com/office/drawing/2014/main" id="{3A30E55A-8EE2-483A-A156-F06CC95A39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78362" y="4416110"/>
            <a:ext cx="1355272" cy="1355272"/>
          </a:xfrm>
          <a:prstGeom prst="rect">
            <a:avLst/>
          </a:prstGeom>
        </p:spPr>
      </p:pic>
      <p:sp>
        <p:nvSpPr>
          <p:cNvPr id="28" name="TextBox 27">
            <a:extLst>
              <a:ext uri="{FF2B5EF4-FFF2-40B4-BE49-F238E27FC236}">
                <a16:creationId xmlns:a16="http://schemas.microsoft.com/office/drawing/2014/main" id="{7026C4B5-A494-4797-AA10-7D3E32B767FD}"/>
              </a:ext>
            </a:extLst>
          </p:cNvPr>
          <p:cNvSpPr txBox="1"/>
          <p:nvPr/>
        </p:nvSpPr>
        <p:spPr>
          <a:xfrm>
            <a:off x="7196720" y="5787711"/>
            <a:ext cx="1436914"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On-prem</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data center </a:t>
            </a:r>
            <a:br>
              <a:rPr kumimoji="0" lang="en-US" sz="1400" b="0" i="0" u="none" strike="noStrike" kern="0" cap="none" spc="0" normalizeH="0" baseline="0" noProof="0" dirty="0">
                <a:ln>
                  <a:noFill/>
                </a:ln>
                <a:solidFill>
                  <a:srgbClr val="000000"/>
                </a:solidFill>
                <a:effectLst/>
                <a:uLnTx/>
                <a:uFillTx/>
                <a:latin typeface="Arial"/>
                <a:cs typeface="Arial"/>
                <a:sym typeface="Arial"/>
              </a:rPr>
            </a:br>
            <a:r>
              <a:rPr kumimoji="0" lang="en-US" sz="1400" b="0" i="0" u="none" strike="noStrike" kern="0" cap="none" spc="0" normalizeH="0" baseline="0" noProof="0" dirty="0">
                <a:ln>
                  <a:noFill/>
                </a:ln>
                <a:solidFill>
                  <a:srgbClr val="000000"/>
                </a:solidFill>
                <a:effectLst/>
                <a:uLnTx/>
                <a:uFillTx/>
                <a:latin typeface="Arial"/>
                <a:cs typeface="Arial"/>
                <a:sym typeface="Arial"/>
              </a:rPr>
              <a:t>and servers</a:t>
            </a:r>
          </a:p>
        </p:txBody>
      </p:sp>
      <p:cxnSp>
        <p:nvCxnSpPr>
          <p:cNvPr id="34" name="Straight Arrow Connector 33">
            <a:extLst>
              <a:ext uri="{FF2B5EF4-FFF2-40B4-BE49-F238E27FC236}">
                <a16:creationId xmlns:a16="http://schemas.microsoft.com/office/drawing/2014/main" id="{D0236697-43DD-4EA1-B17B-95E9BCABB258}"/>
              </a:ext>
            </a:extLst>
          </p:cNvPr>
          <p:cNvCxnSpPr>
            <a:cxnSpLocks/>
            <a:stCxn id="5" idx="3"/>
          </p:cNvCxnSpPr>
          <p:nvPr/>
        </p:nvCxnSpPr>
        <p:spPr>
          <a:xfrm flipV="1">
            <a:off x="3207837" y="4087289"/>
            <a:ext cx="918748" cy="68893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0" name="Straight Arrow Connector 39">
            <a:extLst>
              <a:ext uri="{FF2B5EF4-FFF2-40B4-BE49-F238E27FC236}">
                <a16:creationId xmlns:a16="http://schemas.microsoft.com/office/drawing/2014/main" id="{46D8AE5A-83DC-4FFF-9B94-608EC8508DB6}"/>
              </a:ext>
            </a:extLst>
          </p:cNvPr>
          <p:cNvCxnSpPr>
            <a:cxnSpLocks/>
            <a:stCxn id="22" idx="0"/>
            <a:endCxn id="24" idx="2"/>
          </p:cNvCxnSpPr>
          <p:nvPr/>
        </p:nvCxnSpPr>
        <p:spPr>
          <a:xfrm flipV="1">
            <a:off x="6341873" y="3052389"/>
            <a:ext cx="834455" cy="110447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3" name="Straight Arrow Connector 42">
            <a:extLst>
              <a:ext uri="{FF2B5EF4-FFF2-40B4-BE49-F238E27FC236}">
                <a16:creationId xmlns:a16="http://schemas.microsoft.com/office/drawing/2014/main" id="{7E0AA42D-9E88-4B8A-AD53-038AB4F75A51}"/>
              </a:ext>
            </a:extLst>
          </p:cNvPr>
          <p:cNvCxnSpPr>
            <a:cxnSpLocks/>
            <a:stCxn id="22" idx="0"/>
            <a:endCxn id="26" idx="1"/>
          </p:cNvCxnSpPr>
          <p:nvPr/>
        </p:nvCxnSpPr>
        <p:spPr>
          <a:xfrm>
            <a:off x="6341873" y="4156865"/>
            <a:ext cx="936489" cy="936881"/>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1" name="Rectangle 70">
            <a:extLst>
              <a:ext uri="{FF2B5EF4-FFF2-40B4-BE49-F238E27FC236}">
                <a16:creationId xmlns:a16="http://schemas.microsoft.com/office/drawing/2014/main" id="{6FAD2C96-723E-4E4C-8435-CA46F152A6C1}"/>
              </a:ext>
            </a:extLst>
          </p:cNvPr>
          <p:cNvSpPr/>
          <p:nvPr/>
        </p:nvSpPr>
        <p:spPr>
          <a:xfrm>
            <a:off x="2732843" y="1956278"/>
            <a:ext cx="1018701" cy="8718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Other </a:t>
            </a:r>
            <a:r>
              <a:rPr kumimoji="0" lang="en-US" sz="1400" b="0" i="0" u="none" strike="noStrike" kern="0" cap="none" spc="0" normalizeH="0" baseline="0" noProof="0" dirty="0" err="1">
                <a:ln>
                  <a:noFill/>
                </a:ln>
                <a:solidFill>
                  <a:srgbClr val="000000"/>
                </a:solidFill>
                <a:effectLst/>
                <a:uLnTx/>
                <a:uFillTx/>
                <a:latin typeface="Arial"/>
                <a:ea typeface="+mn-ea"/>
                <a:cs typeface="+mn-cs"/>
                <a:sym typeface="Arial"/>
              </a:rPr>
              <a:t>devs</a:t>
            </a:r>
            <a:endParaRPr kumimoji="0" lang="en-US" sz="1400" b="0" i="0" u="none" strike="noStrike" kern="0" cap="none" spc="0" normalizeH="0" baseline="0" noProof="0" dirty="0">
              <a:ln>
                <a:noFill/>
              </a:ln>
              <a:solidFill>
                <a:srgbClr val="000000"/>
              </a:solidFill>
              <a:effectLst/>
              <a:uLnTx/>
              <a:uFillTx/>
              <a:latin typeface="Arial"/>
              <a:ea typeface="+mn-ea"/>
              <a:cs typeface="+mn-cs"/>
              <a:sym typeface="Arial"/>
            </a:endParaRPr>
          </a:p>
        </p:txBody>
      </p:sp>
      <p:cxnSp>
        <p:nvCxnSpPr>
          <p:cNvPr id="69" name="Straight Arrow Connector 68">
            <a:extLst>
              <a:ext uri="{FF2B5EF4-FFF2-40B4-BE49-F238E27FC236}">
                <a16:creationId xmlns:a16="http://schemas.microsoft.com/office/drawing/2014/main" id="{52D71D6E-81B9-4741-80E3-A127EF20AAFD}"/>
              </a:ext>
            </a:extLst>
          </p:cNvPr>
          <p:cNvCxnSpPr>
            <a:cxnSpLocks/>
          </p:cNvCxnSpPr>
          <p:nvPr/>
        </p:nvCxnSpPr>
        <p:spPr>
          <a:xfrm>
            <a:off x="3634942" y="2828078"/>
            <a:ext cx="1211630" cy="615942"/>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5" name="Rectangle 74">
            <a:extLst>
              <a:ext uri="{FF2B5EF4-FFF2-40B4-BE49-F238E27FC236}">
                <a16:creationId xmlns:a16="http://schemas.microsoft.com/office/drawing/2014/main" id="{E4E16FA0-2E8A-45FD-A5E7-818AD7D89FC3}"/>
              </a:ext>
            </a:extLst>
          </p:cNvPr>
          <p:cNvSpPr/>
          <p:nvPr/>
        </p:nvSpPr>
        <p:spPr>
          <a:xfrm>
            <a:off x="3708165" y="1680387"/>
            <a:ext cx="1018701" cy="8718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Other </a:t>
            </a:r>
            <a:r>
              <a:rPr kumimoji="0" lang="en-US" sz="1400" b="0" i="0" u="none" strike="noStrike" kern="0" cap="none" spc="0" normalizeH="0" baseline="0" noProof="0" dirty="0" err="1">
                <a:ln>
                  <a:noFill/>
                </a:ln>
                <a:solidFill>
                  <a:srgbClr val="000000"/>
                </a:solidFill>
                <a:effectLst/>
                <a:uLnTx/>
                <a:uFillTx/>
                <a:latin typeface="Arial"/>
                <a:ea typeface="+mn-ea"/>
                <a:cs typeface="+mn-cs"/>
                <a:sym typeface="Arial"/>
              </a:rPr>
              <a:t>devs</a:t>
            </a:r>
            <a:endParaRPr kumimoji="0" lang="en-US" sz="1400" b="0" i="0" u="none" strike="noStrike" kern="0" cap="none" spc="0" normalizeH="0" baseline="0" noProof="0" dirty="0">
              <a:ln>
                <a:noFill/>
              </a:ln>
              <a:solidFill>
                <a:srgbClr val="000000"/>
              </a:solidFill>
              <a:effectLst/>
              <a:uLnTx/>
              <a:uFillTx/>
              <a:latin typeface="Arial"/>
              <a:ea typeface="+mn-ea"/>
              <a:cs typeface="+mn-cs"/>
              <a:sym typeface="Arial"/>
            </a:endParaRPr>
          </a:p>
        </p:txBody>
      </p:sp>
      <p:cxnSp>
        <p:nvCxnSpPr>
          <p:cNvPr id="76" name="Straight Arrow Connector 75">
            <a:extLst>
              <a:ext uri="{FF2B5EF4-FFF2-40B4-BE49-F238E27FC236}">
                <a16:creationId xmlns:a16="http://schemas.microsoft.com/office/drawing/2014/main" id="{6A3F610D-F9ED-40BB-85B9-0206AB9223B1}"/>
              </a:ext>
            </a:extLst>
          </p:cNvPr>
          <p:cNvCxnSpPr>
            <a:cxnSpLocks/>
            <a:stCxn id="75" idx="2"/>
          </p:cNvCxnSpPr>
          <p:nvPr/>
        </p:nvCxnSpPr>
        <p:spPr>
          <a:xfrm>
            <a:off x="4217516" y="2552187"/>
            <a:ext cx="848103" cy="785235"/>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Rectangle 76">
            <a:extLst>
              <a:ext uri="{FF2B5EF4-FFF2-40B4-BE49-F238E27FC236}">
                <a16:creationId xmlns:a16="http://schemas.microsoft.com/office/drawing/2014/main" id="{064B77A2-ACA5-4016-9C71-AF19E78F77DD}"/>
              </a:ext>
            </a:extLst>
          </p:cNvPr>
          <p:cNvSpPr/>
          <p:nvPr/>
        </p:nvSpPr>
        <p:spPr>
          <a:xfrm>
            <a:off x="4610650" y="1957490"/>
            <a:ext cx="1018701" cy="8718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Other </a:t>
            </a:r>
            <a:r>
              <a:rPr kumimoji="0" lang="en-US" sz="1400" b="0" i="0" u="none" strike="noStrike" kern="0" cap="none" spc="0" normalizeH="0" baseline="0" noProof="0" dirty="0" err="1">
                <a:ln>
                  <a:noFill/>
                </a:ln>
                <a:solidFill>
                  <a:srgbClr val="000000"/>
                </a:solidFill>
                <a:effectLst/>
                <a:uLnTx/>
                <a:uFillTx/>
                <a:latin typeface="Arial"/>
                <a:ea typeface="+mn-ea"/>
                <a:cs typeface="+mn-cs"/>
                <a:sym typeface="Arial"/>
              </a:rPr>
              <a:t>devs</a:t>
            </a:r>
            <a:endParaRPr kumimoji="0" lang="en-US" sz="1400" b="0" i="0" u="none" strike="noStrike" kern="0" cap="none" spc="0" normalizeH="0" baseline="0" noProof="0" dirty="0">
              <a:ln>
                <a:noFill/>
              </a:ln>
              <a:solidFill>
                <a:srgbClr val="000000"/>
              </a:solidFill>
              <a:effectLst/>
              <a:uLnTx/>
              <a:uFillTx/>
              <a:latin typeface="Arial"/>
              <a:ea typeface="+mn-ea"/>
              <a:cs typeface="+mn-cs"/>
              <a:sym typeface="Arial"/>
            </a:endParaRPr>
          </a:p>
        </p:txBody>
      </p:sp>
      <p:cxnSp>
        <p:nvCxnSpPr>
          <p:cNvPr id="78" name="Straight Arrow Connector 77">
            <a:extLst>
              <a:ext uri="{FF2B5EF4-FFF2-40B4-BE49-F238E27FC236}">
                <a16:creationId xmlns:a16="http://schemas.microsoft.com/office/drawing/2014/main" id="{8A48244E-66E0-4A71-B4B2-21A67DBF2709}"/>
              </a:ext>
            </a:extLst>
          </p:cNvPr>
          <p:cNvCxnSpPr>
            <a:cxnSpLocks/>
            <a:stCxn id="77" idx="2"/>
          </p:cNvCxnSpPr>
          <p:nvPr/>
        </p:nvCxnSpPr>
        <p:spPr>
          <a:xfrm>
            <a:off x="5120001" y="2829290"/>
            <a:ext cx="251486" cy="444960"/>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9" name="Rectangle 78">
            <a:extLst>
              <a:ext uri="{FF2B5EF4-FFF2-40B4-BE49-F238E27FC236}">
                <a16:creationId xmlns:a16="http://schemas.microsoft.com/office/drawing/2014/main" id="{79560AB1-4301-48EA-B694-0E231321E512}"/>
              </a:ext>
            </a:extLst>
          </p:cNvPr>
          <p:cNvSpPr/>
          <p:nvPr/>
        </p:nvSpPr>
        <p:spPr>
          <a:xfrm>
            <a:off x="5643893" y="1803778"/>
            <a:ext cx="1018701" cy="8718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Other </a:t>
            </a:r>
            <a:r>
              <a:rPr kumimoji="0" lang="en-US" sz="1400" b="0" i="0" u="none" strike="noStrike" kern="0" cap="none" spc="0" normalizeH="0" baseline="0" noProof="0" dirty="0" err="1">
                <a:ln>
                  <a:noFill/>
                </a:ln>
                <a:solidFill>
                  <a:srgbClr val="000000"/>
                </a:solidFill>
                <a:effectLst/>
                <a:uLnTx/>
                <a:uFillTx/>
                <a:latin typeface="Arial"/>
                <a:ea typeface="+mn-ea"/>
                <a:cs typeface="+mn-cs"/>
                <a:sym typeface="Arial"/>
              </a:rPr>
              <a:t>devs</a:t>
            </a:r>
            <a:endParaRPr kumimoji="0" lang="en-US" sz="1400" b="0" i="0" u="none" strike="noStrike" kern="0" cap="none" spc="0" normalizeH="0" baseline="0" noProof="0" dirty="0">
              <a:ln>
                <a:noFill/>
              </a:ln>
              <a:solidFill>
                <a:srgbClr val="000000"/>
              </a:solidFill>
              <a:effectLst/>
              <a:uLnTx/>
              <a:uFillTx/>
              <a:latin typeface="Arial"/>
              <a:ea typeface="+mn-ea"/>
              <a:cs typeface="+mn-cs"/>
              <a:sym typeface="Arial"/>
            </a:endParaRPr>
          </a:p>
        </p:txBody>
      </p:sp>
      <p:cxnSp>
        <p:nvCxnSpPr>
          <p:cNvPr id="80" name="Straight Arrow Connector 79">
            <a:extLst>
              <a:ext uri="{FF2B5EF4-FFF2-40B4-BE49-F238E27FC236}">
                <a16:creationId xmlns:a16="http://schemas.microsoft.com/office/drawing/2014/main" id="{8A1AAAFE-8610-4B23-9518-F8BCBAF9E3F0}"/>
              </a:ext>
            </a:extLst>
          </p:cNvPr>
          <p:cNvCxnSpPr>
            <a:cxnSpLocks/>
            <a:stCxn id="79" idx="2"/>
          </p:cNvCxnSpPr>
          <p:nvPr/>
        </p:nvCxnSpPr>
        <p:spPr>
          <a:xfrm flipH="1">
            <a:off x="6070998" y="2675578"/>
            <a:ext cx="82246" cy="723345"/>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0" name="TextBox 29">
            <a:extLst>
              <a:ext uri="{FF2B5EF4-FFF2-40B4-BE49-F238E27FC236}">
                <a16:creationId xmlns:a16="http://schemas.microsoft.com/office/drawing/2014/main" id="{F0A36E6C-2302-E496-9AF1-14996CE8ABE8}"/>
              </a:ext>
            </a:extLst>
          </p:cNvPr>
          <p:cNvSpPr txBox="1"/>
          <p:nvPr/>
        </p:nvSpPr>
        <p:spPr>
          <a:xfrm>
            <a:off x="4549189" y="4214118"/>
            <a:ext cx="134091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Team version control</a:t>
            </a:r>
          </a:p>
        </p:txBody>
      </p:sp>
    </p:spTree>
    <p:extLst>
      <p:ext uri="{BB962C8B-B14F-4D97-AF65-F5344CB8AC3E}">
        <p14:creationId xmlns:p14="http://schemas.microsoft.com/office/powerpoint/2010/main" val="1451127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1"/>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Why Source Control?</a:t>
            </a:r>
            <a:endParaRPr/>
          </a:p>
        </p:txBody>
      </p:sp>
      <p:sp>
        <p:nvSpPr>
          <p:cNvPr id="111" name="Google Shape;111;p2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10</a:t>
            </a:fld>
            <a:endParaRPr>
              <a:solidFill>
                <a:schemeClr val="dk2"/>
              </a:solidFill>
              <a:latin typeface="Arial"/>
              <a:ea typeface="Arial"/>
              <a:cs typeface="Arial"/>
              <a:sym typeface="Arial"/>
            </a:endParaRPr>
          </a:p>
        </p:txBody>
      </p:sp>
      <p:sp>
        <p:nvSpPr>
          <p:cNvPr id="112" name="Google Shape;112;p21"/>
          <p:cNvSpPr txBox="1"/>
          <p:nvPr/>
        </p:nvSpPr>
        <p:spPr>
          <a:xfrm>
            <a:off x="616500" y="1513700"/>
            <a:ext cx="1977000" cy="18534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dk1"/>
                </a:solidFill>
              </a:rPr>
              <a:t>ABC</a:t>
            </a:r>
            <a:endParaRPr sz="3000">
              <a:solidFill>
                <a:schemeClr val="dk1"/>
              </a:solidFill>
            </a:endParaRPr>
          </a:p>
        </p:txBody>
      </p:sp>
      <p:sp>
        <p:nvSpPr>
          <p:cNvPr id="113" name="Google Shape;113;p21"/>
          <p:cNvSpPr txBox="1"/>
          <p:nvPr/>
        </p:nvSpPr>
        <p:spPr>
          <a:xfrm>
            <a:off x="3548450" y="2428100"/>
            <a:ext cx="1977000" cy="18534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dk1"/>
                </a:solidFill>
              </a:rPr>
              <a:t>ABC</a:t>
            </a:r>
            <a:endParaRPr sz="3000">
              <a:solidFill>
                <a:schemeClr val="dk1"/>
              </a:solidFill>
            </a:endParaRPr>
          </a:p>
          <a:p>
            <a:pPr marL="0" lvl="0" indent="0" algn="ctr" rtl="0">
              <a:spcBef>
                <a:spcPts val="0"/>
              </a:spcBef>
              <a:spcAft>
                <a:spcPts val="0"/>
              </a:spcAft>
              <a:buNone/>
            </a:pPr>
            <a:r>
              <a:rPr lang="en" sz="3000">
                <a:solidFill>
                  <a:schemeClr val="dk1"/>
                </a:solidFill>
              </a:rPr>
              <a:t>DEF</a:t>
            </a:r>
            <a:endParaRPr sz="3000">
              <a:solidFill>
                <a:schemeClr val="dk1"/>
              </a:solidFill>
            </a:endParaRPr>
          </a:p>
        </p:txBody>
      </p:sp>
      <p:sp>
        <p:nvSpPr>
          <p:cNvPr id="114" name="Google Shape;114;p21"/>
          <p:cNvSpPr txBox="1"/>
          <p:nvPr/>
        </p:nvSpPr>
        <p:spPr>
          <a:xfrm>
            <a:off x="6344175" y="3342500"/>
            <a:ext cx="1977000" cy="18534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dk1"/>
                </a:solidFill>
              </a:rPr>
              <a:t>ABC</a:t>
            </a:r>
            <a:endParaRPr sz="3000">
              <a:solidFill>
                <a:schemeClr val="dk1"/>
              </a:solidFill>
            </a:endParaRPr>
          </a:p>
          <a:p>
            <a:pPr marL="0" lvl="0" indent="0" algn="ctr" rtl="0">
              <a:spcBef>
                <a:spcPts val="0"/>
              </a:spcBef>
              <a:spcAft>
                <a:spcPts val="0"/>
              </a:spcAft>
              <a:buNone/>
            </a:pPr>
            <a:r>
              <a:rPr lang="en" sz="3000">
                <a:solidFill>
                  <a:schemeClr val="dk1"/>
                </a:solidFill>
              </a:rPr>
              <a:t>DEF</a:t>
            </a:r>
            <a:endParaRPr sz="3000">
              <a:solidFill>
                <a:schemeClr val="dk1"/>
              </a:solidFill>
            </a:endParaRPr>
          </a:p>
          <a:p>
            <a:pPr marL="0" lvl="0" indent="0" algn="ctr" rtl="0">
              <a:spcBef>
                <a:spcPts val="0"/>
              </a:spcBef>
              <a:spcAft>
                <a:spcPts val="0"/>
              </a:spcAft>
              <a:buNone/>
            </a:pPr>
            <a:r>
              <a:rPr lang="en" sz="3000">
                <a:solidFill>
                  <a:schemeClr val="dk1"/>
                </a:solidFill>
              </a:rPr>
              <a:t>GHI</a:t>
            </a:r>
            <a:endParaRPr sz="3000">
              <a:solidFill>
                <a:schemeClr val="dk1"/>
              </a:solidFill>
            </a:endParaRPr>
          </a:p>
        </p:txBody>
      </p:sp>
      <p:cxnSp>
        <p:nvCxnSpPr>
          <p:cNvPr id="115" name="Google Shape;115;p21"/>
          <p:cNvCxnSpPr>
            <a:stCxn id="112" idx="3"/>
            <a:endCxn id="113" idx="1"/>
          </p:cNvCxnSpPr>
          <p:nvPr/>
        </p:nvCxnSpPr>
        <p:spPr>
          <a:xfrm>
            <a:off x="2593500" y="2440400"/>
            <a:ext cx="954900" cy="914400"/>
          </a:xfrm>
          <a:prstGeom prst="curvedConnector3">
            <a:avLst>
              <a:gd name="adj1" fmla="val 50003"/>
            </a:avLst>
          </a:prstGeom>
          <a:noFill/>
          <a:ln w="9525" cap="flat" cmpd="sng">
            <a:solidFill>
              <a:schemeClr val="dk2"/>
            </a:solidFill>
            <a:prstDash val="solid"/>
            <a:round/>
            <a:headEnd type="none" w="med" len="med"/>
            <a:tailEnd type="stealth" w="med" len="med"/>
          </a:ln>
        </p:spPr>
      </p:cxnSp>
      <p:cxnSp>
        <p:nvCxnSpPr>
          <p:cNvPr id="116" name="Google Shape;116;p21"/>
          <p:cNvCxnSpPr>
            <a:stCxn id="113" idx="3"/>
            <a:endCxn id="114" idx="1"/>
          </p:cNvCxnSpPr>
          <p:nvPr/>
        </p:nvCxnSpPr>
        <p:spPr>
          <a:xfrm>
            <a:off x="5525450" y="3354800"/>
            <a:ext cx="818700" cy="914400"/>
          </a:xfrm>
          <a:prstGeom prst="curvedConnector3">
            <a:avLst>
              <a:gd name="adj1" fmla="val 50002"/>
            </a:avLst>
          </a:prstGeom>
          <a:noFill/>
          <a:ln w="9525" cap="flat" cmpd="sng">
            <a:solidFill>
              <a:schemeClr val="dk2"/>
            </a:solidFill>
            <a:prstDash val="solid"/>
            <a:round/>
            <a:headEnd type="none" w="med" len="med"/>
            <a:tailEnd type="stealth" w="med" len="med"/>
          </a:ln>
        </p:spPr>
      </p:cxnSp>
      <p:sp>
        <p:nvSpPr>
          <p:cNvPr id="117" name="Google Shape;117;p21"/>
          <p:cNvSpPr txBox="1"/>
          <p:nvPr/>
        </p:nvSpPr>
        <p:spPr>
          <a:xfrm>
            <a:off x="1072050" y="3367100"/>
            <a:ext cx="1065900" cy="524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rPr>
              <a:t>Version 1</a:t>
            </a:r>
            <a:endParaRPr>
              <a:solidFill>
                <a:schemeClr val="dk1"/>
              </a:solidFill>
            </a:endParaRPr>
          </a:p>
        </p:txBody>
      </p:sp>
      <p:sp>
        <p:nvSpPr>
          <p:cNvPr id="4" name="Google Shape;118;p21">
            <a:extLst>
              <a:ext uri="{FF2B5EF4-FFF2-40B4-BE49-F238E27FC236}">
                <a16:creationId xmlns:a16="http://schemas.microsoft.com/office/drawing/2014/main" id="{FFD040A3-BFD3-79B0-28A5-365BF11765DF}"/>
              </a:ext>
            </a:extLst>
          </p:cNvPr>
          <p:cNvSpPr txBox="1"/>
          <p:nvPr/>
        </p:nvSpPr>
        <p:spPr>
          <a:xfrm>
            <a:off x="3548400" y="4438125"/>
            <a:ext cx="2048836" cy="524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dk1"/>
                </a:solidFill>
              </a:rPr>
              <a:t>Version 2</a:t>
            </a:r>
          </a:p>
          <a:p>
            <a:pPr marL="0" lvl="0" indent="0" algn="ctr" rtl="0">
              <a:spcBef>
                <a:spcPts val="0"/>
              </a:spcBef>
              <a:spcAft>
                <a:spcPts val="0"/>
              </a:spcAft>
              <a:buNone/>
            </a:pPr>
            <a:r>
              <a:rPr lang="en" sz="1100" i="1" dirty="0">
                <a:solidFill>
                  <a:schemeClr val="dk1"/>
                </a:solidFill>
              </a:rPr>
              <a:t>Version 1 maintained</a:t>
            </a:r>
            <a:endParaRPr sz="1100" i="1" dirty="0">
              <a:solidFill>
                <a:schemeClr val="dk1"/>
              </a:solidFill>
            </a:endParaRPr>
          </a:p>
        </p:txBody>
      </p:sp>
      <p:sp>
        <p:nvSpPr>
          <p:cNvPr id="6" name="Google Shape;119;p21">
            <a:extLst>
              <a:ext uri="{FF2B5EF4-FFF2-40B4-BE49-F238E27FC236}">
                <a16:creationId xmlns:a16="http://schemas.microsoft.com/office/drawing/2014/main" id="{3D3C3DA7-FF94-86FB-8D80-92975F1692E8}"/>
              </a:ext>
            </a:extLst>
          </p:cNvPr>
          <p:cNvSpPr txBox="1"/>
          <p:nvPr/>
        </p:nvSpPr>
        <p:spPr>
          <a:xfrm>
            <a:off x="6344150" y="5327518"/>
            <a:ext cx="1977025" cy="524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dk1"/>
                </a:solidFill>
              </a:rPr>
              <a:t>Version 3</a:t>
            </a:r>
          </a:p>
          <a:p>
            <a:pPr algn="ctr"/>
            <a:r>
              <a:rPr lang="en-US" sz="1100" i="1" dirty="0">
                <a:solidFill>
                  <a:schemeClr val="dk1"/>
                </a:solidFill>
              </a:rPr>
              <a:t>Version 1 and 2 maintained</a:t>
            </a:r>
          </a:p>
          <a:p>
            <a:pPr marL="0" lvl="0" indent="0" algn="ctr" rtl="0">
              <a:spcBef>
                <a:spcPts val="0"/>
              </a:spcBef>
              <a:spcAft>
                <a:spcPts val="0"/>
              </a:spcAft>
              <a:buNone/>
            </a:pPr>
            <a:endParaRPr dirty="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2"/>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Why Source Control?</a:t>
            </a:r>
            <a:endParaRPr/>
          </a:p>
        </p:txBody>
      </p:sp>
      <p:sp>
        <p:nvSpPr>
          <p:cNvPr id="125" name="Google Shape;125;p2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11</a:t>
            </a:fld>
            <a:endParaRPr>
              <a:solidFill>
                <a:schemeClr val="dk2"/>
              </a:solidFill>
              <a:latin typeface="Arial"/>
              <a:ea typeface="Arial"/>
              <a:cs typeface="Arial"/>
              <a:sym typeface="Arial"/>
            </a:endParaRPr>
          </a:p>
        </p:txBody>
      </p:sp>
      <p:sp>
        <p:nvSpPr>
          <p:cNvPr id="126" name="Google Shape;126;p22"/>
          <p:cNvSpPr txBox="1"/>
          <p:nvPr/>
        </p:nvSpPr>
        <p:spPr>
          <a:xfrm>
            <a:off x="616500" y="1513700"/>
            <a:ext cx="1977000" cy="18534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dk1"/>
                </a:solidFill>
              </a:rPr>
              <a:t>ABC</a:t>
            </a:r>
            <a:endParaRPr sz="3000">
              <a:solidFill>
                <a:schemeClr val="dk1"/>
              </a:solidFill>
            </a:endParaRPr>
          </a:p>
        </p:txBody>
      </p:sp>
      <p:sp>
        <p:nvSpPr>
          <p:cNvPr id="127" name="Google Shape;127;p22"/>
          <p:cNvSpPr txBox="1"/>
          <p:nvPr/>
        </p:nvSpPr>
        <p:spPr>
          <a:xfrm>
            <a:off x="3548450" y="2428100"/>
            <a:ext cx="1977000" cy="18534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dk1"/>
                </a:solidFill>
              </a:rPr>
              <a:t>ABC</a:t>
            </a:r>
            <a:endParaRPr sz="3000">
              <a:solidFill>
                <a:schemeClr val="dk1"/>
              </a:solidFill>
            </a:endParaRPr>
          </a:p>
          <a:p>
            <a:pPr marL="0" lvl="0" indent="0" algn="ctr" rtl="0">
              <a:spcBef>
                <a:spcPts val="0"/>
              </a:spcBef>
              <a:spcAft>
                <a:spcPts val="0"/>
              </a:spcAft>
              <a:buNone/>
            </a:pPr>
            <a:r>
              <a:rPr lang="en" sz="3000">
                <a:solidFill>
                  <a:schemeClr val="dk1"/>
                </a:solidFill>
              </a:rPr>
              <a:t>DEF</a:t>
            </a:r>
            <a:endParaRPr sz="3000">
              <a:solidFill>
                <a:schemeClr val="dk1"/>
              </a:solidFill>
            </a:endParaRPr>
          </a:p>
        </p:txBody>
      </p:sp>
      <p:sp>
        <p:nvSpPr>
          <p:cNvPr id="128" name="Google Shape;128;p22"/>
          <p:cNvSpPr txBox="1"/>
          <p:nvPr/>
        </p:nvSpPr>
        <p:spPr>
          <a:xfrm>
            <a:off x="6344175" y="3342500"/>
            <a:ext cx="1977000" cy="18534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dk1"/>
                </a:solidFill>
              </a:rPr>
              <a:t>ABC</a:t>
            </a:r>
            <a:endParaRPr sz="3000">
              <a:solidFill>
                <a:schemeClr val="dk1"/>
              </a:solidFill>
            </a:endParaRPr>
          </a:p>
          <a:p>
            <a:pPr marL="0" lvl="0" indent="0" algn="ctr" rtl="0">
              <a:spcBef>
                <a:spcPts val="0"/>
              </a:spcBef>
              <a:spcAft>
                <a:spcPts val="0"/>
              </a:spcAft>
              <a:buNone/>
            </a:pPr>
            <a:r>
              <a:rPr lang="en" sz="3000">
                <a:solidFill>
                  <a:schemeClr val="dk1"/>
                </a:solidFill>
              </a:rPr>
              <a:t>DEF</a:t>
            </a:r>
            <a:endParaRPr sz="3000">
              <a:solidFill>
                <a:schemeClr val="dk1"/>
              </a:solidFill>
            </a:endParaRPr>
          </a:p>
          <a:p>
            <a:pPr marL="0" lvl="0" indent="0" algn="ctr" rtl="0">
              <a:spcBef>
                <a:spcPts val="0"/>
              </a:spcBef>
              <a:spcAft>
                <a:spcPts val="0"/>
              </a:spcAft>
              <a:buNone/>
            </a:pPr>
            <a:r>
              <a:rPr lang="en" sz="3000" strike="sngStrike">
                <a:solidFill>
                  <a:schemeClr val="dk1"/>
                </a:solidFill>
                <a:highlight>
                  <a:srgbClr val="FF0000"/>
                </a:highlight>
              </a:rPr>
              <a:t>GHI</a:t>
            </a:r>
            <a:endParaRPr sz="3000" strike="sngStrike">
              <a:solidFill>
                <a:schemeClr val="dk1"/>
              </a:solidFill>
              <a:highlight>
                <a:srgbClr val="FF0000"/>
              </a:highlight>
            </a:endParaRPr>
          </a:p>
        </p:txBody>
      </p:sp>
      <p:cxnSp>
        <p:nvCxnSpPr>
          <p:cNvPr id="129" name="Google Shape;129;p22"/>
          <p:cNvCxnSpPr>
            <a:stCxn id="126" idx="3"/>
            <a:endCxn id="127" idx="1"/>
          </p:cNvCxnSpPr>
          <p:nvPr/>
        </p:nvCxnSpPr>
        <p:spPr>
          <a:xfrm>
            <a:off x="2593500" y="2440400"/>
            <a:ext cx="954900" cy="914400"/>
          </a:xfrm>
          <a:prstGeom prst="curvedConnector3">
            <a:avLst>
              <a:gd name="adj1" fmla="val 50003"/>
            </a:avLst>
          </a:prstGeom>
          <a:noFill/>
          <a:ln w="9525" cap="flat" cmpd="sng">
            <a:solidFill>
              <a:schemeClr val="dk2"/>
            </a:solidFill>
            <a:prstDash val="solid"/>
            <a:round/>
            <a:headEnd type="none" w="med" len="med"/>
            <a:tailEnd type="stealth" w="med" len="med"/>
          </a:ln>
        </p:spPr>
      </p:cxnSp>
      <p:cxnSp>
        <p:nvCxnSpPr>
          <p:cNvPr id="130" name="Google Shape;130;p22"/>
          <p:cNvCxnSpPr>
            <a:stCxn id="127" idx="3"/>
            <a:endCxn id="128" idx="1"/>
          </p:cNvCxnSpPr>
          <p:nvPr/>
        </p:nvCxnSpPr>
        <p:spPr>
          <a:xfrm>
            <a:off x="5525450" y="3354800"/>
            <a:ext cx="818700" cy="914400"/>
          </a:xfrm>
          <a:prstGeom prst="curvedConnector3">
            <a:avLst>
              <a:gd name="adj1" fmla="val 50002"/>
            </a:avLst>
          </a:prstGeom>
          <a:noFill/>
          <a:ln w="9525" cap="flat" cmpd="sng">
            <a:solidFill>
              <a:schemeClr val="dk2"/>
            </a:solidFill>
            <a:prstDash val="solid"/>
            <a:round/>
            <a:headEnd type="none" w="med" len="med"/>
            <a:tailEnd type="stealth" w="med" len="med"/>
          </a:ln>
        </p:spPr>
      </p:cxnSp>
      <p:sp>
        <p:nvSpPr>
          <p:cNvPr id="131" name="Google Shape;131;p22"/>
          <p:cNvSpPr txBox="1"/>
          <p:nvPr/>
        </p:nvSpPr>
        <p:spPr>
          <a:xfrm>
            <a:off x="1072050" y="3367100"/>
            <a:ext cx="1065900" cy="524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rPr>
              <a:t>Version 1</a:t>
            </a:r>
            <a:endParaRPr>
              <a:solidFill>
                <a:schemeClr val="dk1"/>
              </a:solidFill>
            </a:endParaRPr>
          </a:p>
        </p:txBody>
      </p:sp>
      <p:sp>
        <p:nvSpPr>
          <p:cNvPr id="132" name="Google Shape;132;p22"/>
          <p:cNvSpPr txBox="1"/>
          <p:nvPr/>
        </p:nvSpPr>
        <p:spPr>
          <a:xfrm>
            <a:off x="4039050" y="4281500"/>
            <a:ext cx="1065900" cy="524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rPr>
              <a:t>Version 2</a:t>
            </a:r>
            <a:endParaRPr>
              <a:solidFill>
                <a:schemeClr val="dk1"/>
              </a:solidFill>
            </a:endParaRPr>
          </a:p>
        </p:txBody>
      </p:sp>
      <p:sp>
        <p:nvSpPr>
          <p:cNvPr id="2" name="Google Shape;133;p22">
            <a:extLst>
              <a:ext uri="{FF2B5EF4-FFF2-40B4-BE49-F238E27FC236}">
                <a16:creationId xmlns:a16="http://schemas.microsoft.com/office/drawing/2014/main" id="{5B12E551-B4D0-63F0-6895-FD36ED837C9B}"/>
              </a:ext>
            </a:extLst>
          </p:cNvPr>
          <p:cNvSpPr txBox="1"/>
          <p:nvPr/>
        </p:nvSpPr>
        <p:spPr>
          <a:xfrm>
            <a:off x="6185451" y="5279027"/>
            <a:ext cx="2294448" cy="524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dk1"/>
                </a:solidFill>
              </a:rPr>
              <a:t>Version 3</a:t>
            </a:r>
          </a:p>
          <a:p>
            <a:pPr algn="ctr"/>
            <a:r>
              <a:rPr lang="en-US" i="1" dirty="0">
                <a:solidFill>
                  <a:schemeClr val="dk1"/>
                </a:solidFill>
              </a:rPr>
              <a:t>Can go back to Version 2</a:t>
            </a:r>
          </a:p>
          <a:p>
            <a:pPr marL="0" lvl="0" indent="0" algn="ctr" rtl="0">
              <a:spcBef>
                <a:spcPts val="0"/>
              </a:spcBef>
              <a:spcAft>
                <a:spcPts val="0"/>
              </a:spcAft>
              <a:buNone/>
            </a:pPr>
            <a:endParaRPr dirty="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3"/>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Why Source Control?</a:t>
            </a:r>
            <a:endParaRPr/>
          </a:p>
        </p:txBody>
      </p:sp>
      <p:sp>
        <p:nvSpPr>
          <p:cNvPr id="139" name="Google Shape;139;p23"/>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12</a:t>
            </a:fld>
            <a:endParaRPr>
              <a:solidFill>
                <a:schemeClr val="dk2"/>
              </a:solidFill>
              <a:latin typeface="Arial"/>
              <a:ea typeface="Arial"/>
              <a:cs typeface="Arial"/>
              <a:sym typeface="Arial"/>
            </a:endParaRPr>
          </a:p>
        </p:txBody>
      </p:sp>
      <p:sp>
        <p:nvSpPr>
          <p:cNvPr id="140" name="Google Shape;140;p23"/>
          <p:cNvSpPr txBox="1"/>
          <p:nvPr/>
        </p:nvSpPr>
        <p:spPr>
          <a:xfrm>
            <a:off x="616500" y="1513700"/>
            <a:ext cx="1977000" cy="18534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dk1"/>
                </a:solidFill>
              </a:rPr>
              <a:t>ABC</a:t>
            </a:r>
            <a:endParaRPr sz="2400">
              <a:solidFill>
                <a:schemeClr val="dk1"/>
              </a:solidFill>
            </a:endParaRPr>
          </a:p>
        </p:txBody>
      </p:sp>
      <p:sp>
        <p:nvSpPr>
          <p:cNvPr id="141" name="Google Shape;141;p23"/>
          <p:cNvSpPr txBox="1"/>
          <p:nvPr/>
        </p:nvSpPr>
        <p:spPr>
          <a:xfrm>
            <a:off x="3548450" y="2428100"/>
            <a:ext cx="1977000" cy="18534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3000">
                <a:solidFill>
                  <a:schemeClr val="dk1"/>
                </a:solidFill>
              </a:rPr>
              <a:t>ABC</a:t>
            </a:r>
            <a:endParaRPr sz="3000">
              <a:solidFill>
                <a:schemeClr val="dk1"/>
              </a:solidFill>
            </a:endParaRPr>
          </a:p>
          <a:p>
            <a:pPr marL="0" marR="0" lvl="0" indent="0" algn="ctr" rtl="0">
              <a:lnSpc>
                <a:spcPct val="100000"/>
              </a:lnSpc>
              <a:spcBef>
                <a:spcPts val="0"/>
              </a:spcBef>
              <a:spcAft>
                <a:spcPts val="0"/>
              </a:spcAft>
              <a:buNone/>
            </a:pPr>
            <a:r>
              <a:rPr lang="en" sz="3000">
                <a:solidFill>
                  <a:schemeClr val="dk1"/>
                </a:solidFill>
              </a:rPr>
              <a:t>DEF</a:t>
            </a:r>
            <a:endParaRPr sz="2400">
              <a:solidFill>
                <a:schemeClr val="dk1"/>
              </a:solidFill>
            </a:endParaRPr>
          </a:p>
        </p:txBody>
      </p:sp>
      <p:sp>
        <p:nvSpPr>
          <p:cNvPr id="142" name="Google Shape;142;p23"/>
          <p:cNvSpPr txBox="1"/>
          <p:nvPr/>
        </p:nvSpPr>
        <p:spPr>
          <a:xfrm>
            <a:off x="6344175" y="3342500"/>
            <a:ext cx="1977000" cy="1853400"/>
          </a:xfrm>
          <a:prstGeom prst="rect">
            <a:avLst/>
          </a:prstGeom>
          <a:noFill/>
          <a:ln w="9525" cap="flat" cmpd="sng">
            <a:solidFill>
              <a:srgbClr val="CCCCCC"/>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2"/>
                </a:solidFill>
              </a:rPr>
              <a:t>ABC</a:t>
            </a:r>
            <a:endParaRPr sz="3000">
              <a:solidFill>
                <a:schemeClr val="lt2"/>
              </a:solidFill>
            </a:endParaRPr>
          </a:p>
          <a:p>
            <a:pPr marL="0" lvl="0" indent="0" algn="ctr" rtl="0">
              <a:spcBef>
                <a:spcPts val="0"/>
              </a:spcBef>
              <a:spcAft>
                <a:spcPts val="0"/>
              </a:spcAft>
              <a:buNone/>
            </a:pPr>
            <a:r>
              <a:rPr lang="en" sz="3000">
                <a:solidFill>
                  <a:schemeClr val="lt2"/>
                </a:solidFill>
              </a:rPr>
              <a:t>DEF</a:t>
            </a:r>
            <a:endParaRPr sz="3000">
              <a:solidFill>
                <a:schemeClr val="lt2"/>
              </a:solidFill>
            </a:endParaRPr>
          </a:p>
          <a:p>
            <a:pPr marL="0" lvl="0" indent="0" algn="ctr" rtl="0">
              <a:spcBef>
                <a:spcPts val="0"/>
              </a:spcBef>
              <a:spcAft>
                <a:spcPts val="0"/>
              </a:spcAft>
              <a:buNone/>
            </a:pPr>
            <a:r>
              <a:rPr lang="en" sz="3000" strike="sngStrike">
                <a:solidFill>
                  <a:schemeClr val="lt2"/>
                </a:solidFill>
              </a:rPr>
              <a:t>GHI</a:t>
            </a:r>
            <a:endParaRPr sz="3000" strike="sngStrike">
              <a:solidFill>
                <a:schemeClr val="lt2"/>
              </a:solidFill>
            </a:endParaRPr>
          </a:p>
        </p:txBody>
      </p:sp>
      <p:cxnSp>
        <p:nvCxnSpPr>
          <p:cNvPr id="143" name="Google Shape;143;p23"/>
          <p:cNvCxnSpPr>
            <a:stCxn id="140" idx="3"/>
            <a:endCxn id="141" idx="1"/>
          </p:cNvCxnSpPr>
          <p:nvPr/>
        </p:nvCxnSpPr>
        <p:spPr>
          <a:xfrm>
            <a:off x="2593500" y="2440400"/>
            <a:ext cx="954900" cy="914400"/>
          </a:xfrm>
          <a:prstGeom prst="curvedConnector3">
            <a:avLst>
              <a:gd name="adj1" fmla="val 50003"/>
            </a:avLst>
          </a:prstGeom>
          <a:noFill/>
          <a:ln w="9525" cap="flat" cmpd="sng">
            <a:solidFill>
              <a:schemeClr val="dk2"/>
            </a:solidFill>
            <a:prstDash val="solid"/>
            <a:round/>
            <a:headEnd type="none" w="med" len="med"/>
            <a:tailEnd type="stealth" w="med" len="med"/>
          </a:ln>
        </p:spPr>
      </p:cxnSp>
      <p:cxnSp>
        <p:nvCxnSpPr>
          <p:cNvPr id="144" name="Google Shape;144;p23"/>
          <p:cNvCxnSpPr>
            <a:stCxn id="141" idx="3"/>
            <a:endCxn id="142" idx="1"/>
          </p:cNvCxnSpPr>
          <p:nvPr/>
        </p:nvCxnSpPr>
        <p:spPr>
          <a:xfrm>
            <a:off x="5525450" y="3354800"/>
            <a:ext cx="818700" cy="914400"/>
          </a:xfrm>
          <a:prstGeom prst="curvedConnector3">
            <a:avLst>
              <a:gd name="adj1" fmla="val 50002"/>
            </a:avLst>
          </a:prstGeom>
          <a:noFill/>
          <a:ln w="9525" cap="flat" cmpd="sng">
            <a:solidFill>
              <a:srgbClr val="CCCCCC"/>
            </a:solidFill>
            <a:prstDash val="dot"/>
            <a:round/>
            <a:headEnd type="none" w="med" len="med"/>
            <a:tailEnd type="stealth" w="med" len="med"/>
          </a:ln>
        </p:spPr>
      </p:cxnSp>
      <p:sp>
        <p:nvSpPr>
          <p:cNvPr id="145" name="Google Shape;145;p23"/>
          <p:cNvSpPr txBox="1"/>
          <p:nvPr/>
        </p:nvSpPr>
        <p:spPr>
          <a:xfrm>
            <a:off x="1072050" y="3367100"/>
            <a:ext cx="1065900" cy="524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rPr>
              <a:t>Version 1</a:t>
            </a:r>
            <a:endParaRPr>
              <a:solidFill>
                <a:schemeClr val="dk1"/>
              </a:solidFill>
            </a:endParaRPr>
          </a:p>
        </p:txBody>
      </p:sp>
      <p:sp>
        <p:nvSpPr>
          <p:cNvPr id="147" name="Google Shape;147;p23"/>
          <p:cNvSpPr txBox="1"/>
          <p:nvPr/>
        </p:nvSpPr>
        <p:spPr>
          <a:xfrm>
            <a:off x="6799725" y="5195900"/>
            <a:ext cx="1065900" cy="524700"/>
          </a:xfrm>
          <a:prstGeom prst="rect">
            <a:avLst/>
          </a:prstGeom>
          <a:noFill/>
          <a:ln w="9525" cap="flat" cmpd="sng">
            <a:solidFill>
              <a:srgbClr val="CCCCCC"/>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D9D9D9"/>
                </a:solidFill>
              </a:rPr>
              <a:t>Version 3</a:t>
            </a:r>
            <a:endParaRPr>
              <a:solidFill>
                <a:srgbClr val="D9D9D9"/>
              </a:solidFill>
            </a:endParaRPr>
          </a:p>
        </p:txBody>
      </p:sp>
      <p:sp>
        <p:nvSpPr>
          <p:cNvPr id="2" name="Google Shape;146;p23">
            <a:extLst>
              <a:ext uri="{FF2B5EF4-FFF2-40B4-BE49-F238E27FC236}">
                <a16:creationId xmlns:a16="http://schemas.microsoft.com/office/drawing/2014/main" id="{21291752-A26E-883D-DCC2-FFEBE1064169}"/>
              </a:ext>
            </a:extLst>
          </p:cNvPr>
          <p:cNvSpPr txBox="1"/>
          <p:nvPr/>
        </p:nvSpPr>
        <p:spPr>
          <a:xfrm>
            <a:off x="3096490" y="4482500"/>
            <a:ext cx="2951019" cy="524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dk1"/>
                </a:solidFill>
              </a:rPr>
              <a:t>Version 2</a:t>
            </a:r>
          </a:p>
          <a:p>
            <a:pPr algn="ctr"/>
            <a:r>
              <a:rPr lang="en-US" sz="1100" i="1" dirty="0">
                <a:solidFill>
                  <a:schemeClr val="dk1"/>
                </a:solidFill>
              </a:rPr>
              <a:t>Version 3 can be maintained to address later or removed</a:t>
            </a:r>
          </a:p>
          <a:p>
            <a:pPr marL="0" lvl="0" indent="0" algn="ctr" rtl="0">
              <a:spcBef>
                <a:spcPts val="0"/>
              </a:spcBef>
              <a:spcAft>
                <a:spcPts val="0"/>
              </a:spcAft>
              <a:buNone/>
            </a:pPr>
            <a:endParaRPr dirty="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4"/>
          <p:cNvSpPr txBox="1">
            <a:spLocks noGrp="1"/>
          </p:cNvSpPr>
          <p:nvPr>
            <p:ph type="title"/>
          </p:nvPr>
        </p:nvSpPr>
        <p:spPr>
          <a:xfrm>
            <a:off x="311700" y="2867800"/>
            <a:ext cx="8520600" cy="1122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Git</a:t>
            </a:r>
            <a:endParaRPr/>
          </a:p>
        </p:txBody>
      </p:sp>
      <p:sp>
        <p:nvSpPr>
          <p:cNvPr id="153" name="Google Shape;153;p2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13</a:t>
            </a:fld>
            <a:endParaRPr>
              <a:solidFill>
                <a:schemeClr val="dk2"/>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7">
          <a:extLst>
            <a:ext uri="{FF2B5EF4-FFF2-40B4-BE49-F238E27FC236}">
              <a16:creationId xmlns:a16="http://schemas.microsoft.com/office/drawing/2014/main" id="{7940BF34-768C-41FE-94AC-CC13EC96EF8D}"/>
            </a:ext>
          </a:extLst>
        </p:cNvPr>
        <p:cNvGrpSpPr/>
        <p:nvPr/>
      </p:nvGrpSpPr>
      <p:grpSpPr>
        <a:xfrm>
          <a:off x="0" y="0"/>
          <a:ext cx="0" cy="0"/>
          <a:chOff x="0" y="0"/>
          <a:chExt cx="0" cy="0"/>
        </a:xfrm>
      </p:grpSpPr>
      <p:sp>
        <p:nvSpPr>
          <p:cNvPr id="158" name="Google Shape;158;p25">
            <a:extLst>
              <a:ext uri="{FF2B5EF4-FFF2-40B4-BE49-F238E27FC236}">
                <a16:creationId xmlns:a16="http://schemas.microsoft.com/office/drawing/2014/main" id="{889C79BA-CCA4-10CB-2F31-C2496C946F66}"/>
              </a:ext>
            </a:extLst>
          </p:cNvPr>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Git</a:t>
            </a:r>
            <a:endParaRPr dirty="0"/>
          </a:p>
        </p:txBody>
      </p:sp>
      <p:sp>
        <p:nvSpPr>
          <p:cNvPr id="159" name="Google Shape;159;p25">
            <a:extLst>
              <a:ext uri="{FF2B5EF4-FFF2-40B4-BE49-F238E27FC236}">
                <a16:creationId xmlns:a16="http://schemas.microsoft.com/office/drawing/2014/main" id="{E9A09BDB-0648-99F3-6649-A54ABD927361}"/>
              </a:ext>
            </a:extLst>
          </p:cNvPr>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US" sz="2400" dirty="0"/>
              <a:t>Open source (not owned by anyone) and free to use</a:t>
            </a:r>
          </a:p>
          <a:p>
            <a:pPr marL="457200" lvl="0" indent="-419100" algn="l" rtl="0">
              <a:spcBef>
                <a:spcPts val="0"/>
              </a:spcBef>
              <a:spcAft>
                <a:spcPts val="0"/>
              </a:spcAft>
              <a:buSzPts val="3000"/>
              <a:buChar char="●"/>
            </a:pPr>
            <a:r>
              <a:rPr lang="en-US" sz="2400" dirty="0"/>
              <a:t>Git is a distributed version control tool that tracks changes to files over time</a:t>
            </a:r>
            <a:endParaRPr lang="en" sz="2400" dirty="0"/>
          </a:p>
          <a:p>
            <a:pPr marL="457200" lvl="0" indent="-419100" algn="l" rtl="0">
              <a:spcBef>
                <a:spcPts val="0"/>
              </a:spcBef>
              <a:spcAft>
                <a:spcPts val="0"/>
              </a:spcAft>
              <a:buSzPts val="3000"/>
              <a:buChar char="●"/>
            </a:pPr>
            <a:r>
              <a:rPr lang="en-US" sz="2400" dirty="0"/>
              <a:t>Allows multiple people to work on the same project without overwriting each other’s work</a:t>
            </a:r>
            <a:endParaRPr sz="2400" dirty="0"/>
          </a:p>
          <a:p>
            <a:pPr marL="457200" lvl="0" indent="-419100" algn="l" rtl="0">
              <a:spcBef>
                <a:spcPts val="0"/>
              </a:spcBef>
              <a:spcAft>
                <a:spcPts val="0"/>
              </a:spcAft>
              <a:buSzPts val="3000"/>
              <a:buChar char="●"/>
            </a:pPr>
            <a:r>
              <a:rPr lang="en-US" sz="2400" dirty="0"/>
              <a:t>Stores </a:t>
            </a:r>
            <a:r>
              <a:rPr lang="en-US" sz="2400" b="1" i="1" u="sng" dirty="0"/>
              <a:t>snapshots</a:t>
            </a:r>
            <a:r>
              <a:rPr lang="en-US" sz="2400" dirty="0"/>
              <a:t> of your project so you can go back to any previous version</a:t>
            </a:r>
            <a:endParaRPr sz="2400" dirty="0"/>
          </a:p>
          <a:p>
            <a:pPr marL="457200" lvl="0" indent="-419100" algn="l" rtl="0">
              <a:spcBef>
                <a:spcPts val="0"/>
              </a:spcBef>
              <a:spcAft>
                <a:spcPts val="0"/>
              </a:spcAft>
              <a:buSzPts val="3000"/>
              <a:buChar char="●"/>
            </a:pPr>
            <a:r>
              <a:rPr lang="en-US" sz="2400" dirty="0"/>
              <a:t>Uses branches to let you experiment safely without affecting the main code</a:t>
            </a:r>
            <a:endParaRPr sz="2400" dirty="0"/>
          </a:p>
          <a:p>
            <a:pPr marL="457200" lvl="0" indent="-419100" algn="l" rtl="0">
              <a:spcBef>
                <a:spcPts val="0"/>
              </a:spcBef>
              <a:spcAft>
                <a:spcPts val="0"/>
              </a:spcAft>
              <a:buSzPts val="3000"/>
              <a:buChar char="●"/>
            </a:pPr>
            <a:r>
              <a:rPr lang="en" sz="2400" dirty="0"/>
              <a:t>Git works locally on your computer so you can commit and review history even without internet</a:t>
            </a:r>
            <a:endParaRPr sz="2400" dirty="0"/>
          </a:p>
        </p:txBody>
      </p:sp>
      <p:sp>
        <p:nvSpPr>
          <p:cNvPr id="160" name="Google Shape;160;p25">
            <a:extLst>
              <a:ext uri="{FF2B5EF4-FFF2-40B4-BE49-F238E27FC236}">
                <a16:creationId xmlns:a16="http://schemas.microsoft.com/office/drawing/2014/main" id="{DC68A2C1-A8C7-94EE-FD89-8DC5ACA29C97}"/>
              </a:ext>
            </a:extLst>
          </p:cNvPr>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595959"/>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14</a:t>
            </a:fld>
            <a:endParaRPr kumimoji="0" sz="1000" b="0" i="0" u="none" strike="noStrike" kern="0" cap="none" spc="0" normalizeH="0" baseline="0" noProof="0">
              <a:ln>
                <a:noFill/>
              </a:ln>
              <a:solidFill>
                <a:srgbClr val="595959"/>
              </a:solidFill>
              <a:effectLst/>
              <a:uLnTx/>
              <a:uFillTx/>
              <a:latin typeface="Arial"/>
              <a:ea typeface="Arial"/>
              <a:cs typeface="Arial"/>
              <a:sym typeface="Arial"/>
            </a:endParaRPr>
          </a:p>
        </p:txBody>
      </p:sp>
    </p:spTree>
    <p:extLst>
      <p:ext uri="{BB962C8B-B14F-4D97-AF65-F5344CB8AC3E}">
        <p14:creationId xmlns:p14="http://schemas.microsoft.com/office/powerpoint/2010/main" val="4155567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9B4F3-E528-46F0-B5BE-633DD512B823}"/>
              </a:ext>
            </a:extLst>
          </p:cNvPr>
          <p:cNvSpPr>
            <a:spLocks noGrp="1"/>
          </p:cNvSpPr>
          <p:nvPr>
            <p:ph type="title"/>
          </p:nvPr>
        </p:nvSpPr>
        <p:spPr/>
        <p:txBody>
          <a:bodyPr/>
          <a:lstStyle/>
          <a:p>
            <a:r>
              <a:rPr lang="en-US" dirty="0"/>
              <a:t>Install</a:t>
            </a:r>
          </a:p>
        </p:txBody>
      </p:sp>
      <p:sp>
        <p:nvSpPr>
          <p:cNvPr id="3" name="Text Placeholder 2">
            <a:extLst>
              <a:ext uri="{FF2B5EF4-FFF2-40B4-BE49-F238E27FC236}">
                <a16:creationId xmlns:a16="http://schemas.microsoft.com/office/drawing/2014/main" id="{A2B3363C-5712-4D30-820B-111EB25E4FD3}"/>
              </a:ext>
            </a:extLst>
          </p:cNvPr>
          <p:cNvSpPr>
            <a:spLocks noGrp="1"/>
          </p:cNvSpPr>
          <p:nvPr>
            <p:ph type="body" idx="1"/>
          </p:nvPr>
        </p:nvSpPr>
        <p:spPr/>
        <p:txBody>
          <a:bodyPr/>
          <a:lstStyle/>
          <a:p>
            <a:r>
              <a:rPr lang="en-US" dirty="0"/>
              <a:t>Download and install:</a:t>
            </a:r>
          </a:p>
          <a:p>
            <a:pPr lvl="1"/>
            <a:r>
              <a:rPr lang="en-US" dirty="0">
                <a:hlinkClick r:id="rId2"/>
              </a:rPr>
              <a:t>https://git-scm.com/downloads</a:t>
            </a:r>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No other downloads needed for this class.</a:t>
            </a:r>
          </a:p>
          <a:p>
            <a:pPr lvl="2">
              <a:buFont typeface="Arial" panose="020B0604020202020204" pitchFamily="34" charset="0"/>
              <a:buChar char="•"/>
            </a:pPr>
            <a:r>
              <a:rPr lang="en-US" sz="2400" dirty="0"/>
              <a:t>There are also GUI clients and other tools</a:t>
            </a:r>
            <a:endParaRPr lang="en-US" dirty="0"/>
          </a:p>
        </p:txBody>
      </p:sp>
      <p:sp>
        <p:nvSpPr>
          <p:cNvPr id="4" name="Slide Number Placeholder 3">
            <a:extLst>
              <a:ext uri="{FF2B5EF4-FFF2-40B4-BE49-F238E27FC236}">
                <a16:creationId xmlns:a16="http://schemas.microsoft.com/office/drawing/2014/main" id="{1502E89F-9FAA-4CED-A7BC-305850EA5F5E}"/>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smtClean="0">
                <a:ln>
                  <a:noFill/>
                </a:ln>
                <a:solidFill>
                  <a:srgbClr val="595959"/>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15</a:t>
            </a:fld>
            <a:endParaRPr kumimoji="0" lang="en" sz="1000" b="0" i="0" u="none" strike="noStrike" kern="0" cap="none" spc="0" normalizeH="0" baseline="0" noProof="0">
              <a:ln>
                <a:noFill/>
              </a:ln>
              <a:solidFill>
                <a:srgbClr val="595959"/>
              </a:solidFill>
              <a:effectLst/>
              <a:uLnTx/>
              <a:uFillTx/>
              <a:latin typeface="Arial"/>
              <a:cs typeface="Arial"/>
              <a:sym typeface="Arial"/>
            </a:endParaRPr>
          </a:p>
        </p:txBody>
      </p:sp>
      <p:pic>
        <p:nvPicPr>
          <p:cNvPr id="6" name="Picture 5">
            <a:extLst>
              <a:ext uri="{FF2B5EF4-FFF2-40B4-BE49-F238E27FC236}">
                <a16:creationId xmlns:a16="http://schemas.microsoft.com/office/drawing/2014/main" id="{A9150083-16C3-45E4-B39F-141992505067}"/>
              </a:ext>
            </a:extLst>
          </p:cNvPr>
          <p:cNvPicPr>
            <a:picLocks noChangeAspect="1"/>
          </p:cNvPicPr>
          <p:nvPr/>
        </p:nvPicPr>
        <p:blipFill>
          <a:blip r:embed="rId3"/>
          <a:srcRect b="19389"/>
          <a:stretch/>
        </p:blipFill>
        <p:spPr>
          <a:xfrm>
            <a:off x="1738313" y="2549825"/>
            <a:ext cx="5197326" cy="2422225"/>
          </a:xfrm>
          <a:prstGeom prst="rect">
            <a:avLst/>
          </a:prstGeom>
        </p:spPr>
      </p:pic>
    </p:spTree>
    <p:extLst>
      <p:ext uri="{BB962C8B-B14F-4D97-AF65-F5344CB8AC3E}">
        <p14:creationId xmlns:p14="http://schemas.microsoft.com/office/powerpoint/2010/main" val="42416662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F3472D8-9E67-42FC-8144-6525F6DED055}"/>
              </a:ext>
            </a:extLst>
          </p:cNvPr>
          <p:cNvSpPr>
            <a:spLocks noGrp="1"/>
          </p:cNvSpPr>
          <p:nvPr>
            <p:ph type="body" idx="1"/>
          </p:nvPr>
        </p:nvSpPr>
        <p:spPr/>
        <p:txBody>
          <a:bodyPr/>
          <a:lstStyle/>
          <a:p>
            <a:r>
              <a:rPr lang="en-US" dirty="0"/>
              <a:t>What’s installed:</a:t>
            </a:r>
          </a:p>
          <a:p>
            <a:pPr lvl="1"/>
            <a:r>
              <a:rPr lang="en-US" dirty="0"/>
              <a:t>Bash Shell</a:t>
            </a:r>
          </a:p>
          <a:p>
            <a:pPr lvl="1"/>
            <a:r>
              <a:rPr lang="en-US" dirty="0"/>
              <a:t>CMD Shell</a:t>
            </a:r>
          </a:p>
          <a:p>
            <a:pPr lvl="1"/>
            <a:r>
              <a:rPr lang="en-US" dirty="0"/>
              <a:t>GIT GUI</a:t>
            </a:r>
          </a:p>
          <a:p>
            <a:pPr lvl="1"/>
            <a:r>
              <a:rPr lang="en-US" dirty="0" err="1"/>
              <a:t>Gitk</a:t>
            </a:r>
            <a:r>
              <a:rPr lang="en-US" dirty="0"/>
              <a:t> - The Git </a:t>
            </a:r>
            <a:br>
              <a:rPr lang="en-US" dirty="0"/>
            </a:br>
            <a:r>
              <a:rPr lang="en-US" dirty="0"/>
              <a:t>repository browser</a:t>
            </a:r>
          </a:p>
        </p:txBody>
      </p:sp>
      <p:sp>
        <p:nvSpPr>
          <p:cNvPr id="4" name="Slide Number Placeholder 3">
            <a:extLst>
              <a:ext uri="{FF2B5EF4-FFF2-40B4-BE49-F238E27FC236}">
                <a16:creationId xmlns:a16="http://schemas.microsoft.com/office/drawing/2014/main" id="{9B701181-8ADE-4D4B-9323-2D5408B1AF70}"/>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smtClean="0">
                <a:ln>
                  <a:noFill/>
                </a:ln>
                <a:solidFill>
                  <a:srgbClr val="595959"/>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16</a:t>
            </a:fld>
            <a:endParaRPr kumimoji="0" lang="en" sz="1000" b="0" i="0" u="none" strike="noStrike" kern="0" cap="none" spc="0" normalizeH="0" baseline="0" noProof="0">
              <a:ln>
                <a:noFill/>
              </a:ln>
              <a:solidFill>
                <a:srgbClr val="595959"/>
              </a:solidFill>
              <a:effectLst/>
              <a:uLnTx/>
              <a:uFillTx/>
              <a:latin typeface="Arial"/>
              <a:cs typeface="Arial"/>
              <a:sym typeface="Arial"/>
            </a:endParaRPr>
          </a:p>
        </p:txBody>
      </p:sp>
      <p:pic>
        <p:nvPicPr>
          <p:cNvPr id="6" name="Picture 5">
            <a:extLst>
              <a:ext uri="{FF2B5EF4-FFF2-40B4-BE49-F238E27FC236}">
                <a16:creationId xmlns:a16="http://schemas.microsoft.com/office/drawing/2014/main" id="{92E555C5-413D-43CB-B8B3-B30000B05DA8}"/>
              </a:ext>
            </a:extLst>
          </p:cNvPr>
          <p:cNvPicPr>
            <a:picLocks noChangeAspect="1"/>
          </p:cNvPicPr>
          <p:nvPr/>
        </p:nvPicPr>
        <p:blipFill>
          <a:blip r:embed="rId2"/>
          <a:stretch>
            <a:fillRect/>
          </a:stretch>
        </p:blipFill>
        <p:spPr>
          <a:xfrm>
            <a:off x="4834247" y="2041352"/>
            <a:ext cx="3912561" cy="3366045"/>
          </a:xfrm>
          <a:prstGeom prst="rect">
            <a:avLst/>
          </a:prstGeom>
        </p:spPr>
      </p:pic>
    </p:spTree>
    <p:extLst>
      <p:ext uri="{BB962C8B-B14F-4D97-AF65-F5344CB8AC3E}">
        <p14:creationId xmlns:p14="http://schemas.microsoft.com/office/powerpoint/2010/main" val="37167939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39231-8F37-DBB8-92CA-2A0AB61B70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4F3F13-EB19-30FA-65DE-3AA1812961BA}"/>
              </a:ext>
            </a:extLst>
          </p:cNvPr>
          <p:cNvSpPr>
            <a:spLocks noGrp="1"/>
          </p:cNvSpPr>
          <p:nvPr>
            <p:ph type="title"/>
          </p:nvPr>
        </p:nvSpPr>
        <p:spPr/>
        <p:txBody>
          <a:bodyPr/>
          <a:lstStyle/>
          <a:p>
            <a:r>
              <a:rPr lang="en-US" dirty="0"/>
              <a:t>What’s a “Shell”</a:t>
            </a:r>
          </a:p>
        </p:txBody>
      </p:sp>
      <p:sp>
        <p:nvSpPr>
          <p:cNvPr id="3" name="Text Placeholder 2">
            <a:extLst>
              <a:ext uri="{FF2B5EF4-FFF2-40B4-BE49-F238E27FC236}">
                <a16:creationId xmlns:a16="http://schemas.microsoft.com/office/drawing/2014/main" id="{55BC1444-E260-1056-6815-C721101CD00C}"/>
              </a:ext>
            </a:extLst>
          </p:cNvPr>
          <p:cNvSpPr>
            <a:spLocks noGrp="1"/>
          </p:cNvSpPr>
          <p:nvPr>
            <p:ph type="body" idx="1"/>
          </p:nvPr>
        </p:nvSpPr>
        <p:spPr/>
        <p:txBody>
          <a:bodyPr/>
          <a:lstStyle/>
          <a:p>
            <a:r>
              <a:rPr lang="en-US" sz="2200" dirty="0"/>
              <a:t>A shell is a user interface using text commands.</a:t>
            </a:r>
          </a:p>
          <a:p>
            <a:r>
              <a:rPr lang="en-US" sz="2200" dirty="0"/>
              <a:t>Most often used to communicate/interact with an operating system such as Windows or Linux.</a:t>
            </a:r>
          </a:p>
          <a:p>
            <a:r>
              <a:rPr lang="en-US" sz="2200" dirty="0"/>
              <a:t>Windows includes </a:t>
            </a:r>
            <a:r>
              <a:rPr lang="en-US" sz="2200" dirty="0">
                <a:solidFill>
                  <a:srgbClr val="0070C0"/>
                </a:solidFill>
              </a:rPr>
              <a:t>CMD</a:t>
            </a:r>
            <a:r>
              <a:rPr lang="en-US" sz="2200" dirty="0"/>
              <a:t> and </a:t>
            </a:r>
            <a:r>
              <a:rPr lang="en-US" sz="2200" dirty="0">
                <a:solidFill>
                  <a:srgbClr val="0070C0"/>
                </a:solidFill>
              </a:rPr>
              <a:t>PowerShell</a:t>
            </a:r>
            <a:r>
              <a:rPr lang="en-US" sz="2200" dirty="0"/>
              <a:t>.</a:t>
            </a:r>
          </a:p>
          <a:p>
            <a:r>
              <a:rPr lang="en-US" sz="2200" dirty="0"/>
              <a:t>Linux supports </a:t>
            </a:r>
            <a:r>
              <a:rPr lang="en-US" sz="2200" dirty="0">
                <a:solidFill>
                  <a:srgbClr val="0070C0"/>
                </a:solidFill>
              </a:rPr>
              <a:t>Bash</a:t>
            </a:r>
            <a:r>
              <a:rPr lang="en-US" sz="2200" dirty="0"/>
              <a:t> and other shells.</a:t>
            </a:r>
          </a:p>
          <a:p>
            <a:r>
              <a:rPr lang="en-US" sz="2200" dirty="0"/>
              <a:t>Windows includes “Terminal” that can run multiple shells at once.</a:t>
            </a:r>
          </a:p>
          <a:p>
            <a:r>
              <a:rPr lang="en-US" sz="2200" dirty="0"/>
              <a:t>“Terminal” and “Shell” are usually interchangeable terms.</a:t>
            </a:r>
          </a:p>
          <a:p>
            <a:r>
              <a:rPr lang="en-US" sz="2200" dirty="0"/>
              <a:t>Terminals are often built into developer tools like Visual Studio and Visual Studio Code.</a:t>
            </a:r>
          </a:p>
        </p:txBody>
      </p:sp>
      <p:sp>
        <p:nvSpPr>
          <p:cNvPr id="4" name="Slide Number Placeholder 3">
            <a:extLst>
              <a:ext uri="{FF2B5EF4-FFF2-40B4-BE49-F238E27FC236}">
                <a16:creationId xmlns:a16="http://schemas.microsoft.com/office/drawing/2014/main" id="{E4670FCD-04A7-65E0-93D5-BE1D6E2FE36C}"/>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smtClean="0">
                <a:ln>
                  <a:noFill/>
                </a:ln>
                <a:solidFill>
                  <a:srgbClr val="595959"/>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17</a:t>
            </a:fld>
            <a:endParaRPr kumimoji="0" lang="en" sz="1000" b="0" i="0" u="none" strike="noStrike" kern="0" cap="none" spc="0" normalizeH="0" baseline="0" noProof="0">
              <a:ln>
                <a:noFill/>
              </a:ln>
              <a:solidFill>
                <a:srgbClr val="595959"/>
              </a:solidFill>
              <a:effectLst/>
              <a:uLnTx/>
              <a:uFillTx/>
              <a:latin typeface="Arial"/>
              <a:cs typeface="Arial"/>
              <a:sym typeface="Arial"/>
            </a:endParaRPr>
          </a:p>
        </p:txBody>
      </p:sp>
      <p:sp>
        <p:nvSpPr>
          <p:cNvPr id="5" name="TextBox 4">
            <a:extLst>
              <a:ext uri="{FF2B5EF4-FFF2-40B4-BE49-F238E27FC236}">
                <a16:creationId xmlns:a16="http://schemas.microsoft.com/office/drawing/2014/main" id="{9B4CC142-1000-C834-9BB6-B7099B413E6C}"/>
              </a:ext>
            </a:extLst>
          </p:cNvPr>
          <p:cNvSpPr txBox="1"/>
          <p:nvPr/>
        </p:nvSpPr>
        <p:spPr>
          <a:xfrm>
            <a:off x="1785937" y="6091675"/>
            <a:ext cx="5572126" cy="523220"/>
          </a:xfrm>
          <a:prstGeom prst="rect">
            <a:avLst/>
          </a:prstGeom>
          <a:noFill/>
          <a:ln>
            <a:solidFill>
              <a:schemeClr val="tx2">
                <a:lumMod val="75000"/>
              </a:schemeClr>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BASH = </a:t>
            </a:r>
            <a:r>
              <a:rPr kumimoji="0" lang="en-US" sz="1400" b="0" i="0" u="none" strike="noStrike" kern="0" cap="none" spc="0" normalizeH="0" baseline="0" noProof="0" dirty="0" err="1">
                <a:ln>
                  <a:noFill/>
                </a:ln>
                <a:solidFill>
                  <a:srgbClr val="000000"/>
                </a:solidFill>
                <a:effectLst/>
                <a:uLnTx/>
                <a:uFillTx/>
                <a:latin typeface="Arial"/>
                <a:cs typeface="Arial"/>
                <a:sym typeface="Arial"/>
              </a:rPr>
              <a:t>Bourne</a:t>
            </a:r>
            <a:r>
              <a:rPr kumimoji="0" lang="en-US" sz="1400" b="0" i="0" u="none" strike="noStrike" kern="0" cap="none" spc="0" normalizeH="0" baseline="0" noProof="0" dirty="0">
                <a:ln>
                  <a:noFill/>
                </a:ln>
                <a:solidFill>
                  <a:srgbClr val="000000"/>
                </a:solidFill>
                <a:effectLst/>
                <a:uLnTx/>
                <a:uFillTx/>
                <a:latin typeface="Arial"/>
                <a:cs typeface="Arial"/>
                <a:sym typeface="Arial"/>
              </a:rPr>
              <a:t> Again Shell  (A replacement for the </a:t>
            </a:r>
            <a:r>
              <a:rPr kumimoji="0" lang="en-US" sz="1400" b="0" i="0" u="none" strike="noStrike" kern="0" cap="none" spc="0" normalizeH="0" baseline="0" noProof="0" dirty="0" err="1">
                <a:ln>
                  <a:noFill/>
                </a:ln>
                <a:solidFill>
                  <a:srgbClr val="000000"/>
                </a:solidFill>
                <a:effectLst/>
                <a:uLnTx/>
                <a:uFillTx/>
                <a:latin typeface="Arial"/>
                <a:cs typeface="Arial"/>
                <a:sym typeface="Arial"/>
              </a:rPr>
              <a:t>Bourne</a:t>
            </a:r>
            <a:r>
              <a:rPr kumimoji="0" lang="en-US" sz="1400" b="0" i="0" u="none" strike="noStrike" kern="0" cap="none" spc="0" normalizeH="0" baseline="0" noProof="0" dirty="0">
                <a:ln>
                  <a:noFill/>
                </a:ln>
                <a:solidFill>
                  <a:srgbClr val="000000"/>
                </a:solidFill>
                <a:effectLst/>
                <a:uLnTx/>
                <a:uFillTx/>
                <a:latin typeface="Arial"/>
                <a:cs typeface="Arial"/>
                <a:sym typeface="Arial"/>
              </a:rPr>
              <a:t> Shell! Which was created by Stephen Borne at Bell Labs in 1979.)</a:t>
            </a:r>
          </a:p>
        </p:txBody>
      </p:sp>
    </p:spTree>
    <p:extLst>
      <p:ext uri="{BB962C8B-B14F-4D97-AF65-F5344CB8AC3E}">
        <p14:creationId xmlns:p14="http://schemas.microsoft.com/office/powerpoint/2010/main" val="14394543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5"/>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Bash vs. CMD vs PowerShell vs. some other terminal / shell</a:t>
            </a:r>
            <a:endParaRPr dirty="0"/>
          </a:p>
        </p:txBody>
      </p:sp>
      <p:sp>
        <p:nvSpPr>
          <p:cNvPr id="159" name="Google Shape;159;p25"/>
          <p:cNvSpPr txBox="1">
            <a:spLocks noGrp="1"/>
          </p:cNvSpPr>
          <p:nvPr>
            <p:ph type="body" idx="1"/>
          </p:nvPr>
        </p:nvSpPr>
        <p:spPr>
          <a:xfrm>
            <a:off x="311700" y="1638125"/>
            <a:ext cx="8520600"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US" dirty="0"/>
              <a:t>Use the one you like! All support Git command line commands.</a:t>
            </a:r>
          </a:p>
          <a:p>
            <a:pPr lvl="1">
              <a:buChar char="●"/>
            </a:pPr>
            <a:r>
              <a:rPr lang="en-US" dirty="0">
                <a:solidFill>
                  <a:srgbClr val="0070C0"/>
                </a:solidFill>
              </a:rPr>
              <a:t>Bash</a:t>
            </a:r>
            <a:r>
              <a:rPr lang="en-US" dirty="0"/>
              <a:t> is Linux/</a:t>
            </a:r>
            <a:r>
              <a:rPr lang="en-US" dirty="0" err="1"/>
              <a:t>unix</a:t>
            </a:r>
            <a:r>
              <a:rPr lang="en-US" dirty="0"/>
              <a:t>-like</a:t>
            </a:r>
          </a:p>
          <a:p>
            <a:pPr lvl="1">
              <a:buChar char="●"/>
            </a:pPr>
            <a:r>
              <a:rPr lang="en-US" dirty="0">
                <a:solidFill>
                  <a:srgbClr val="0070C0"/>
                </a:solidFill>
              </a:rPr>
              <a:t>CMD</a:t>
            </a:r>
            <a:r>
              <a:rPr lang="en-US" dirty="0"/>
              <a:t> is DOS/Windows</a:t>
            </a:r>
          </a:p>
          <a:p>
            <a:pPr lvl="1">
              <a:buChar char="●"/>
            </a:pPr>
            <a:r>
              <a:rPr lang="en-US" dirty="0">
                <a:solidFill>
                  <a:srgbClr val="0070C0"/>
                </a:solidFill>
              </a:rPr>
              <a:t>PowerShell</a:t>
            </a:r>
            <a:r>
              <a:rPr lang="en-US" dirty="0"/>
              <a:t> </a:t>
            </a:r>
            <a:r>
              <a:rPr lang="en-US" sz="2400" i="1" dirty="0"/>
              <a:t>(runs everywhere)</a:t>
            </a:r>
            <a:endParaRPr lang="en-US" i="1" dirty="0"/>
          </a:p>
          <a:p>
            <a:pPr lvl="2">
              <a:buChar char="●"/>
            </a:pPr>
            <a:r>
              <a:rPr lang="en-US" sz="2400" dirty="0"/>
              <a:t>PowerShell also supports Git cmdlets (Posh-Git)</a:t>
            </a:r>
          </a:p>
          <a:p>
            <a:r>
              <a:rPr lang="en-US" dirty="0"/>
              <a:t>Support for Git is also built into:</a:t>
            </a:r>
          </a:p>
          <a:p>
            <a:pPr lvl="1"/>
            <a:r>
              <a:rPr lang="en-US" sz="2400" dirty="0"/>
              <a:t>Visual Studio </a:t>
            </a:r>
          </a:p>
          <a:p>
            <a:pPr lvl="1"/>
            <a:r>
              <a:rPr lang="en-US" sz="2400" dirty="0"/>
              <a:t>Visual Studio Code</a:t>
            </a:r>
          </a:p>
        </p:txBody>
      </p:sp>
      <p:sp>
        <p:nvSpPr>
          <p:cNvPr id="160" name="Google Shape;160;p25"/>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595959"/>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18</a:t>
            </a:fld>
            <a:endParaRPr kumimoji="0" sz="1000" b="0" i="0" u="none" strike="noStrike" kern="0" cap="none" spc="0" normalizeH="0" baseline="0" noProof="0">
              <a:ln>
                <a:noFill/>
              </a:ln>
              <a:solidFill>
                <a:srgbClr val="595959"/>
              </a:solidFill>
              <a:effectLst/>
              <a:uLnTx/>
              <a:uFillTx/>
              <a:latin typeface="Arial"/>
              <a:ea typeface="Arial"/>
              <a:cs typeface="Arial"/>
              <a:sym typeface="Arial"/>
            </a:endParaRPr>
          </a:p>
        </p:txBody>
      </p:sp>
    </p:spTree>
    <p:extLst>
      <p:ext uri="{BB962C8B-B14F-4D97-AF65-F5344CB8AC3E}">
        <p14:creationId xmlns:p14="http://schemas.microsoft.com/office/powerpoint/2010/main" val="36025688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6"/>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Bash Shell</a:t>
            </a:r>
            <a:endParaRPr/>
          </a:p>
        </p:txBody>
      </p:sp>
      <p:sp>
        <p:nvSpPr>
          <p:cNvPr id="166" name="Google Shape;166;p26"/>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p>
            <a:pPr lvl="0"/>
            <a:r>
              <a:rPr lang="en-US" sz="2400" dirty="0"/>
              <a:t>A common shell on MAC/Linux computers</a:t>
            </a:r>
          </a:p>
          <a:p>
            <a:pPr lvl="0"/>
            <a:r>
              <a:rPr lang="en-US" sz="2400" dirty="0"/>
              <a:t>Git </a:t>
            </a:r>
            <a:r>
              <a:rPr lang="en-US" sz="2400" dirty="0">
                <a:solidFill>
                  <a:srgbClr val="0070C0"/>
                </a:solidFill>
              </a:rPr>
              <a:t>Bash</a:t>
            </a:r>
            <a:r>
              <a:rPr lang="en-US" sz="2400" dirty="0"/>
              <a:t> lets you use Linux commands in Windows</a:t>
            </a:r>
          </a:p>
          <a:p>
            <a:pPr lvl="0"/>
            <a:r>
              <a:rPr lang="en-US" sz="2400" dirty="0"/>
              <a:t>Sample commands:</a:t>
            </a:r>
          </a:p>
          <a:p>
            <a:pPr lvl="1"/>
            <a:r>
              <a:rPr lang="en-US" sz="2400" b="1" dirty="0">
                <a:latin typeface="Source Code Pro"/>
                <a:ea typeface="Source Code Pro"/>
                <a:cs typeface="Source Code Pro"/>
                <a:sym typeface="Source Code Pro"/>
              </a:rPr>
              <a:t>ls / </a:t>
            </a:r>
            <a:r>
              <a:rPr lang="en-US" sz="2400" b="1" dirty="0" err="1">
                <a:latin typeface="Source Code Pro"/>
                <a:ea typeface="Source Code Pro"/>
                <a:cs typeface="Source Code Pro"/>
                <a:sym typeface="Source Code Pro"/>
              </a:rPr>
              <a:t>ll</a:t>
            </a:r>
            <a:r>
              <a:rPr lang="en-US" sz="2400" dirty="0">
                <a:latin typeface="Source Code Pro"/>
                <a:ea typeface="Source Code Pro"/>
                <a:cs typeface="Source Code Pro"/>
                <a:sym typeface="Source Code Pro"/>
              </a:rPr>
              <a:t> </a:t>
            </a:r>
            <a:r>
              <a:rPr lang="en-US" sz="2400" dirty="0"/>
              <a:t>: list files in directory / list detail directory</a:t>
            </a:r>
          </a:p>
          <a:p>
            <a:pPr lvl="1"/>
            <a:r>
              <a:rPr lang="en-US" sz="2400" b="1" dirty="0" err="1">
                <a:latin typeface="Source Code Pro"/>
                <a:ea typeface="Source Code Pro"/>
                <a:cs typeface="Source Code Pro"/>
                <a:sym typeface="Source Code Pro"/>
              </a:rPr>
              <a:t>mkdir</a:t>
            </a:r>
            <a:r>
              <a:rPr lang="en-US" sz="2400" b="1" dirty="0">
                <a:latin typeface="Source Code Pro"/>
                <a:ea typeface="Source Code Pro"/>
                <a:cs typeface="Source Code Pro"/>
                <a:sym typeface="Source Code Pro"/>
              </a:rPr>
              <a:t> </a:t>
            </a:r>
            <a:r>
              <a:rPr lang="en-US" sz="2400" b="1" dirty="0" err="1">
                <a:latin typeface="Source Code Pro"/>
                <a:ea typeface="Source Code Pro"/>
                <a:cs typeface="Source Code Pro"/>
                <a:sym typeface="Source Code Pro"/>
              </a:rPr>
              <a:t>abc</a:t>
            </a:r>
            <a:r>
              <a:rPr lang="en-US" sz="2400" dirty="0"/>
              <a:t> : make new directory “</a:t>
            </a:r>
            <a:r>
              <a:rPr lang="en-US" sz="2400" dirty="0" err="1"/>
              <a:t>abc</a:t>
            </a:r>
            <a:r>
              <a:rPr lang="en-US" sz="2400" dirty="0"/>
              <a:t>”</a:t>
            </a:r>
          </a:p>
          <a:p>
            <a:pPr lvl="1"/>
            <a:r>
              <a:rPr lang="en-US" sz="2400" b="1" dirty="0">
                <a:latin typeface="Source Code Pro"/>
                <a:ea typeface="Source Code Pro"/>
                <a:cs typeface="Source Code Pro"/>
                <a:sym typeface="Source Code Pro"/>
              </a:rPr>
              <a:t>cd </a:t>
            </a:r>
            <a:r>
              <a:rPr lang="en-US" sz="2400" b="1" dirty="0" err="1">
                <a:latin typeface="Source Code Pro"/>
                <a:ea typeface="Source Code Pro"/>
                <a:cs typeface="Source Code Pro"/>
                <a:sym typeface="Source Code Pro"/>
              </a:rPr>
              <a:t>abc</a:t>
            </a:r>
            <a:r>
              <a:rPr lang="en-US" sz="2400" b="1" dirty="0">
                <a:latin typeface="Source Code Pro"/>
                <a:ea typeface="Source Code Pro"/>
                <a:cs typeface="Source Code Pro"/>
                <a:sym typeface="Source Code Pro"/>
              </a:rPr>
              <a:t> / cd ..</a:t>
            </a:r>
            <a:r>
              <a:rPr lang="en-US" sz="2400" dirty="0"/>
              <a:t> : change to the “</a:t>
            </a:r>
            <a:r>
              <a:rPr lang="en-US" sz="2400" dirty="0" err="1"/>
              <a:t>abc</a:t>
            </a:r>
            <a:r>
              <a:rPr lang="en-US" sz="2400" dirty="0"/>
              <a:t>” directory / parent directory</a:t>
            </a:r>
          </a:p>
          <a:p>
            <a:pPr lvl="1"/>
            <a:r>
              <a:rPr lang="en-US" sz="2400" b="1" dirty="0" err="1">
                <a:latin typeface="Source Code Pro"/>
                <a:ea typeface="Source Code Pro"/>
                <a:cs typeface="Source Code Pro"/>
                <a:sym typeface="Source Code Pro"/>
              </a:rPr>
              <a:t>rmdir</a:t>
            </a:r>
            <a:r>
              <a:rPr lang="en-US" sz="2400" b="1" dirty="0">
                <a:latin typeface="Source Code Pro"/>
                <a:ea typeface="Source Code Pro"/>
                <a:cs typeface="Source Code Pro"/>
                <a:sym typeface="Source Code Pro"/>
              </a:rPr>
              <a:t> </a:t>
            </a:r>
            <a:r>
              <a:rPr lang="en-US" sz="2400" b="1" dirty="0" err="1">
                <a:latin typeface="Source Code Pro"/>
                <a:ea typeface="Source Code Pro"/>
                <a:cs typeface="Source Code Pro"/>
                <a:sym typeface="Source Code Pro"/>
              </a:rPr>
              <a:t>abc</a:t>
            </a:r>
            <a:r>
              <a:rPr lang="en-US" sz="2400" dirty="0"/>
              <a:t> : delete directory “</a:t>
            </a:r>
            <a:r>
              <a:rPr lang="en-US" sz="2400" dirty="0" err="1"/>
              <a:t>abc</a:t>
            </a:r>
            <a:r>
              <a:rPr lang="en-US" sz="2400" dirty="0"/>
              <a:t>” (must be empty)</a:t>
            </a:r>
          </a:p>
          <a:p>
            <a:pPr lvl="1">
              <a:lnSpc>
                <a:spcPct val="114999"/>
              </a:lnSpc>
            </a:pPr>
            <a:r>
              <a:rPr lang="en-US" sz="2400" b="1" dirty="0">
                <a:latin typeface="Source Code Pro"/>
              </a:rPr>
              <a:t>touch </a:t>
            </a:r>
            <a:r>
              <a:rPr lang="en-US" sz="2400" b="1" dirty="0" err="1">
                <a:latin typeface="Source Code Pro"/>
              </a:rPr>
              <a:t>abc</a:t>
            </a:r>
            <a:r>
              <a:rPr lang="en-US" sz="2400" dirty="0"/>
              <a:t>: create empty file named “</a:t>
            </a:r>
            <a:r>
              <a:rPr lang="en-US" sz="2400" dirty="0" err="1"/>
              <a:t>abc</a:t>
            </a:r>
            <a:endParaRPr lang="en-US" sz="2400" dirty="0"/>
          </a:p>
        </p:txBody>
      </p:sp>
      <p:sp>
        <p:nvSpPr>
          <p:cNvPr id="167" name="Google Shape;167;p26"/>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19</a:t>
            </a:fld>
            <a:endParaRPr>
              <a:solidFill>
                <a:schemeClr val="dk2"/>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7"/>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Bash Shell</a:t>
            </a:r>
            <a:endParaRPr/>
          </a:p>
        </p:txBody>
      </p:sp>
      <p:sp>
        <p:nvSpPr>
          <p:cNvPr id="173" name="Google Shape;173;p27"/>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 dirty="0"/>
              <a:t>Use Linux commands in Windows</a:t>
            </a:r>
            <a:endParaRPr dirty="0"/>
          </a:p>
          <a:p>
            <a:pPr marL="914400" lvl="1" indent="-419100" algn="l" rtl="0">
              <a:spcBef>
                <a:spcPts val="0"/>
              </a:spcBef>
              <a:spcAft>
                <a:spcPts val="0"/>
              </a:spcAft>
              <a:buSzPts val="3000"/>
              <a:buChar char="○"/>
            </a:pPr>
            <a:r>
              <a:rPr lang="en" b="1" dirty="0">
                <a:latin typeface="Source Code Pro"/>
                <a:ea typeface="Source Code Pro"/>
                <a:cs typeface="Source Code Pro"/>
                <a:sym typeface="Source Code Pro"/>
              </a:rPr>
              <a:t>cd abc / cd ..</a:t>
            </a:r>
            <a:r>
              <a:rPr lang="en" dirty="0"/>
              <a:t> : change to the abc directory / parent directory</a:t>
            </a:r>
            <a:endParaRPr dirty="0"/>
          </a:p>
          <a:p>
            <a:pPr marL="914400" lvl="1" indent="-419100" algn="l" rtl="0">
              <a:spcBef>
                <a:spcPts val="0"/>
              </a:spcBef>
              <a:spcAft>
                <a:spcPts val="0"/>
              </a:spcAft>
              <a:buSzPts val="3000"/>
              <a:buChar char="○"/>
            </a:pPr>
            <a:r>
              <a:rPr lang="en" b="1" dirty="0">
                <a:latin typeface="Source Code Pro"/>
                <a:ea typeface="Source Code Pro"/>
                <a:cs typeface="Source Code Pro"/>
                <a:sym typeface="Source Code Pro"/>
              </a:rPr>
              <a:t>rm abc</a:t>
            </a:r>
            <a:r>
              <a:rPr lang="en" dirty="0">
                <a:latin typeface="Source Code Pro"/>
                <a:ea typeface="Source Code Pro"/>
                <a:cs typeface="Source Code Pro"/>
                <a:sym typeface="Source Code Pro"/>
              </a:rPr>
              <a:t> </a:t>
            </a:r>
            <a:r>
              <a:rPr lang="en" dirty="0"/>
              <a:t>: delete file abc</a:t>
            </a:r>
            <a:endParaRPr dirty="0"/>
          </a:p>
          <a:p>
            <a:pPr marL="914400" lvl="1" indent="-419100" algn="l" rtl="0">
              <a:spcBef>
                <a:spcPts val="0"/>
              </a:spcBef>
              <a:spcAft>
                <a:spcPts val="0"/>
              </a:spcAft>
              <a:buSzPts val="3000"/>
              <a:buChar char="○"/>
            </a:pPr>
            <a:r>
              <a:rPr lang="en" b="1" dirty="0">
                <a:latin typeface="Source Code Pro"/>
                <a:ea typeface="Source Code Pro"/>
                <a:cs typeface="Source Code Pro"/>
                <a:sym typeface="Source Code Pro"/>
              </a:rPr>
              <a:t>rm -rf .git </a:t>
            </a:r>
            <a:r>
              <a:rPr lang="en" dirty="0"/>
              <a:t>: remove Git from directory </a:t>
            </a:r>
            <a:r>
              <a:rPr lang="en" sz="2400" dirty="0"/>
              <a:t>(</a:t>
            </a:r>
            <a:r>
              <a:rPr lang="en" sz="2400" i="1" dirty="0"/>
              <a:t>Be very careful with this command as folder will no longer be a Git repository)</a:t>
            </a:r>
            <a:endParaRPr dirty="0"/>
          </a:p>
        </p:txBody>
      </p:sp>
      <p:sp>
        <p:nvSpPr>
          <p:cNvPr id="174" name="Google Shape;174;p2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20</a:t>
            </a:fld>
            <a:endParaRPr>
              <a:solidFill>
                <a:schemeClr val="dk2"/>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7"/>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Windows Shell </a:t>
            </a:r>
            <a:r>
              <a:rPr lang="en" sz="3200" dirty="0"/>
              <a:t>(</a:t>
            </a:r>
            <a:r>
              <a:rPr lang="en" sz="3200" dirty="0">
                <a:solidFill>
                  <a:srgbClr val="0070C0"/>
                </a:solidFill>
              </a:rPr>
              <a:t>cmd</a:t>
            </a:r>
            <a:r>
              <a:rPr lang="en" sz="3200" dirty="0"/>
              <a:t> or command prompt)</a:t>
            </a:r>
            <a:endParaRPr dirty="0"/>
          </a:p>
        </p:txBody>
      </p:sp>
      <p:sp>
        <p:nvSpPr>
          <p:cNvPr id="173" name="Google Shape;173;p27"/>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US" dirty="0"/>
              <a:t>Sample commands:</a:t>
            </a:r>
            <a:endParaRPr dirty="0"/>
          </a:p>
          <a:p>
            <a:pPr lvl="1"/>
            <a:r>
              <a:rPr lang="en-US" sz="2800" b="1" dirty="0" err="1">
                <a:latin typeface="Source Code Pro"/>
                <a:ea typeface="Source Code Pro"/>
                <a:cs typeface="Source Code Pro"/>
                <a:sym typeface="Source Code Pro"/>
              </a:rPr>
              <a:t>dir</a:t>
            </a:r>
            <a:r>
              <a:rPr lang="en-US" sz="2800" dirty="0"/>
              <a:t> : list files in a directory</a:t>
            </a:r>
          </a:p>
          <a:p>
            <a:pPr lvl="1"/>
            <a:r>
              <a:rPr lang="en" sz="2800" b="1" dirty="0">
                <a:latin typeface="Source Code Pro"/>
                <a:ea typeface="Source Code Pro"/>
                <a:cs typeface="Source Code Pro"/>
                <a:sym typeface="Source Code Pro"/>
              </a:rPr>
              <a:t>md abc</a:t>
            </a:r>
            <a:r>
              <a:rPr lang="en" sz="2800" dirty="0"/>
              <a:t> : make new directory “abc”</a:t>
            </a:r>
          </a:p>
          <a:p>
            <a:pPr lvl="2">
              <a:buFont typeface="Arial" panose="020B0604020202020204" pitchFamily="34" charset="0"/>
              <a:buChar char="•"/>
            </a:pPr>
            <a:r>
              <a:rPr lang="en" sz="2800" dirty="0"/>
              <a:t>mkdir also works</a:t>
            </a:r>
            <a:endParaRPr lang="en-US" sz="2800" dirty="0"/>
          </a:p>
          <a:p>
            <a:pPr marL="914400" lvl="1" indent="-419100" algn="l" rtl="0">
              <a:spcBef>
                <a:spcPts val="0"/>
              </a:spcBef>
              <a:spcAft>
                <a:spcPts val="0"/>
              </a:spcAft>
              <a:buSzPts val="3000"/>
              <a:buChar char="○"/>
            </a:pPr>
            <a:r>
              <a:rPr lang="en" sz="2800" b="1" dirty="0">
                <a:latin typeface="Source Code Pro"/>
                <a:ea typeface="Source Code Pro"/>
                <a:cs typeface="Source Code Pro"/>
                <a:sym typeface="Source Code Pro"/>
              </a:rPr>
              <a:t>cd abc / cd ..</a:t>
            </a:r>
            <a:r>
              <a:rPr lang="en" sz="2800" dirty="0"/>
              <a:t> : change to the “abc” directory / parent directory</a:t>
            </a:r>
            <a:endParaRPr sz="2800" dirty="0"/>
          </a:p>
          <a:p>
            <a:pPr marL="914400" lvl="1" indent="-419100" algn="l" rtl="0">
              <a:spcBef>
                <a:spcPts val="0"/>
              </a:spcBef>
              <a:spcAft>
                <a:spcPts val="0"/>
              </a:spcAft>
              <a:buSzPts val="3000"/>
              <a:buChar char="○"/>
            </a:pPr>
            <a:r>
              <a:rPr lang="en" sz="2800" b="1" dirty="0">
                <a:latin typeface="Source Code Pro"/>
                <a:ea typeface="Source Code Pro"/>
                <a:cs typeface="Source Code Pro"/>
                <a:sym typeface="Source Code Pro"/>
              </a:rPr>
              <a:t>rm abc</a:t>
            </a:r>
            <a:r>
              <a:rPr lang="en" sz="2800" dirty="0">
                <a:latin typeface="Source Code Pro"/>
                <a:ea typeface="Source Code Pro"/>
                <a:cs typeface="Source Code Pro"/>
                <a:sym typeface="Source Code Pro"/>
              </a:rPr>
              <a:t> </a:t>
            </a:r>
            <a:r>
              <a:rPr lang="en" sz="2800" dirty="0"/>
              <a:t>: delete file abc</a:t>
            </a:r>
          </a:p>
          <a:p>
            <a:pPr lvl="2">
              <a:buFont typeface="Arial" panose="020B0604020202020204" pitchFamily="34" charset="0"/>
              <a:buChar char="•"/>
            </a:pPr>
            <a:r>
              <a:rPr lang="en" sz="2800" dirty="0"/>
              <a:t>rmdir also works</a:t>
            </a:r>
            <a:endParaRPr sz="2800" dirty="0"/>
          </a:p>
          <a:p>
            <a:pPr marL="914400" lvl="1" indent="-419100" algn="l" rtl="0">
              <a:spcBef>
                <a:spcPts val="0"/>
              </a:spcBef>
              <a:spcAft>
                <a:spcPts val="0"/>
              </a:spcAft>
              <a:buSzPts val="3000"/>
              <a:buChar char="○"/>
            </a:pPr>
            <a:r>
              <a:rPr lang="en" sz="2800" b="1" dirty="0">
                <a:latin typeface="Source Code Pro"/>
                <a:ea typeface="Source Code Pro"/>
                <a:cs typeface="Source Code Pro"/>
                <a:sym typeface="Source Code Pro"/>
              </a:rPr>
              <a:t>rm -rf .git </a:t>
            </a:r>
            <a:r>
              <a:rPr lang="en" sz="2800" dirty="0"/>
              <a:t>: remove Git from directory</a:t>
            </a:r>
            <a:endParaRPr sz="2800" dirty="0"/>
          </a:p>
        </p:txBody>
      </p:sp>
      <p:sp>
        <p:nvSpPr>
          <p:cNvPr id="174" name="Google Shape;174;p2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595959"/>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21</a:t>
            </a:fld>
            <a:endParaRPr kumimoji="0" sz="1000" b="0" i="0" u="none" strike="noStrike" kern="0" cap="none" spc="0" normalizeH="0" baseline="0" noProof="0">
              <a:ln>
                <a:noFill/>
              </a:ln>
              <a:solidFill>
                <a:srgbClr val="595959"/>
              </a:solidFill>
              <a:effectLst/>
              <a:uLnTx/>
              <a:uFillTx/>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8"/>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Command Line Interface (CLI)</a:t>
            </a:r>
            <a:endParaRPr/>
          </a:p>
        </p:txBody>
      </p:sp>
      <p:sp>
        <p:nvSpPr>
          <p:cNvPr id="180" name="Google Shape;180;p28"/>
          <p:cNvSpPr txBox="1">
            <a:spLocks noGrp="1"/>
          </p:cNvSpPr>
          <p:nvPr>
            <p:ph type="body" idx="1"/>
          </p:nvPr>
        </p:nvSpPr>
        <p:spPr>
          <a:xfrm>
            <a:off x="311700" y="1357075"/>
            <a:ext cx="8520600" cy="4860548"/>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 dirty="0"/>
              <a:t>Git commands entered in the bash (or other) shell</a:t>
            </a:r>
          </a:p>
          <a:p>
            <a:pPr marL="457200" lvl="0" indent="-419100" algn="l" rtl="0">
              <a:spcBef>
                <a:spcPts val="0"/>
              </a:spcBef>
              <a:spcAft>
                <a:spcPts val="0"/>
              </a:spcAft>
              <a:buSzPts val="3000"/>
              <a:buChar char="●"/>
            </a:pPr>
            <a:r>
              <a:rPr lang="en" dirty="0"/>
              <a:t>Format: </a:t>
            </a:r>
            <a:r>
              <a:rPr lang="en" b="1" dirty="0">
                <a:latin typeface="Source Code Pro"/>
                <a:ea typeface="Source Code Pro"/>
                <a:cs typeface="Source Code Pro"/>
                <a:sym typeface="Source Code Pro"/>
              </a:rPr>
              <a:t>git cmd [opts]</a:t>
            </a:r>
            <a:endParaRPr b="1" dirty="0">
              <a:latin typeface="Source Code Pro"/>
              <a:ea typeface="Source Code Pro"/>
              <a:cs typeface="Source Code Pro"/>
              <a:sym typeface="Source Code Pro"/>
            </a:endParaRPr>
          </a:p>
          <a:p>
            <a:pPr marL="914400" lvl="1" indent="-419100" algn="l" rtl="0">
              <a:spcBef>
                <a:spcPts val="0"/>
              </a:spcBef>
              <a:spcAft>
                <a:spcPts val="0"/>
              </a:spcAft>
              <a:buSzPts val="3000"/>
              <a:buChar char="○"/>
            </a:pPr>
            <a:r>
              <a:rPr lang="en" dirty="0"/>
              <a:t>git: program name</a:t>
            </a:r>
            <a:endParaRPr dirty="0"/>
          </a:p>
          <a:p>
            <a:pPr marL="914400" lvl="1" indent="-419100" algn="l" rtl="0">
              <a:spcBef>
                <a:spcPts val="0"/>
              </a:spcBef>
              <a:spcAft>
                <a:spcPts val="0"/>
              </a:spcAft>
              <a:buSzPts val="3000"/>
              <a:buChar char="○"/>
            </a:pPr>
            <a:r>
              <a:rPr lang="en" dirty="0"/>
              <a:t>cmd: what to do</a:t>
            </a:r>
            <a:endParaRPr dirty="0"/>
          </a:p>
          <a:p>
            <a:pPr marL="914400" lvl="1" indent="-419100" algn="l" rtl="0">
              <a:spcBef>
                <a:spcPts val="0"/>
              </a:spcBef>
              <a:spcAft>
                <a:spcPts val="0"/>
              </a:spcAft>
              <a:buSzPts val="3000"/>
              <a:buChar char="○"/>
            </a:pPr>
            <a:r>
              <a:rPr lang="en" dirty="0"/>
              <a:t>[opts]: options based on command</a:t>
            </a:r>
            <a:endParaRPr dirty="0"/>
          </a:p>
          <a:p>
            <a:pPr marL="457200" lvl="0" indent="-419100" algn="l" rtl="0">
              <a:spcBef>
                <a:spcPts val="0"/>
              </a:spcBef>
              <a:spcAft>
                <a:spcPts val="0"/>
              </a:spcAft>
              <a:buSzPts val="3000"/>
              <a:buChar char="●"/>
            </a:pPr>
            <a:r>
              <a:rPr lang="en" dirty="0"/>
              <a:t>All commands are lower case</a:t>
            </a:r>
            <a:endParaRPr dirty="0"/>
          </a:p>
          <a:p>
            <a:pPr marL="0" lvl="0" indent="0" algn="l" rtl="0">
              <a:spcBef>
                <a:spcPts val="0"/>
              </a:spcBef>
              <a:spcAft>
                <a:spcPts val="0"/>
              </a:spcAft>
              <a:buNone/>
            </a:pPr>
            <a:r>
              <a:rPr lang="en" dirty="0">
                <a:latin typeface="Source Code Pro"/>
                <a:ea typeface="Source Code Pro"/>
                <a:cs typeface="Source Code Pro"/>
                <a:sym typeface="Source Code Pro"/>
              </a:rPr>
              <a:t>$ git status –s</a:t>
            </a:r>
          </a:p>
          <a:p>
            <a:pPr marL="0" indent="0">
              <a:buNone/>
            </a:pPr>
            <a:r>
              <a:rPr lang="en" dirty="0">
                <a:latin typeface="Source Code Pro"/>
                <a:ea typeface="Source Code Pro"/>
                <a:cs typeface="Source Code Pro"/>
                <a:sym typeface="Source Code Pro"/>
              </a:rPr>
              <a:t>	</a:t>
            </a:r>
            <a:r>
              <a:rPr lang="en-US" sz="2000" dirty="0"/>
              <a:t>“status” is the command, “-s” is the “short” option.</a:t>
            </a:r>
          </a:p>
          <a:p>
            <a:pPr marL="0" lvl="0" indent="0" algn="l" rtl="0">
              <a:spcBef>
                <a:spcPts val="0"/>
              </a:spcBef>
              <a:spcAft>
                <a:spcPts val="0"/>
              </a:spcAft>
              <a:buNone/>
            </a:pPr>
            <a:endParaRPr dirty="0">
              <a:latin typeface="Source Code Pro"/>
              <a:ea typeface="Source Code Pro"/>
              <a:cs typeface="Source Code Pro"/>
              <a:sym typeface="Source Code Pro"/>
            </a:endParaRPr>
          </a:p>
        </p:txBody>
      </p:sp>
      <p:sp>
        <p:nvSpPr>
          <p:cNvPr id="181" name="Google Shape;181;p28"/>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22</a:t>
            </a:fld>
            <a:endParaRPr>
              <a:solidFill>
                <a:schemeClr val="dk2"/>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8">
          <a:extLst>
            <a:ext uri="{FF2B5EF4-FFF2-40B4-BE49-F238E27FC236}">
              <a16:creationId xmlns:a16="http://schemas.microsoft.com/office/drawing/2014/main" id="{854B07CD-554E-F67D-01B7-BF35F1A57CC3}"/>
            </a:ext>
          </a:extLst>
        </p:cNvPr>
        <p:cNvGrpSpPr/>
        <p:nvPr/>
      </p:nvGrpSpPr>
      <p:grpSpPr>
        <a:xfrm>
          <a:off x="0" y="0"/>
          <a:ext cx="0" cy="0"/>
          <a:chOff x="0" y="0"/>
          <a:chExt cx="0" cy="0"/>
        </a:xfrm>
      </p:grpSpPr>
      <p:sp>
        <p:nvSpPr>
          <p:cNvPr id="179" name="Google Shape;179;p28">
            <a:extLst>
              <a:ext uri="{FF2B5EF4-FFF2-40B4-BE49-F238E27FC236}">
                <a16:creationId xmlns:a16="http://schemas.microsoft.com/office/drawing/2014/main" id="{F1E94FB3-07E4-EE36-83E1-15EF6BEEE5DA}"/>
              </a:ext>
            </a:extLst>
          </p:cNvPr>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Git Command Line Interface (CLI)</a:t>
            </a:r>
            <a:endParaRPr dirty="0"/>
          </a:p>
        </p:txBody>
      </p:sp>
      <p:sp>
        <p:nvSpPr>
          <p:cNvPr id="180" name="Google Shape;180;p28">
            <a:extLst>
              <a:ext uri="{FF2B5EF4-FFF2-40B4-BE49-F238E27FC236}">
                <a16:creationId xmlns:a16="http://schemas.microsoft.com/office/drawing/2014/main" id="{94D5CE39-0A02-0CE3-E817-EF0B85D1F845}"/>
              </a:ext>
            </a:extLst>
          </p:cNvPr>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US" dirty="0"/>
              <a:t>Help:   git help </a:t>
            </a:r>
          </a:p>
          <a:p>
            <a:pPr marL="457200" lvl="0" indent="-419100" algn="l" rtl="0">
              <a:spcBef>
                <a:spcPts val="0"/>
              </a:spcBef>
              <a:spcAft>
                <a:spcPts val="0"/>
              </a:spcAft>
              <a:buSzPts val="3000"/>
              <a:buChar char="●"/>
            </a:pPr>
            <a:r>
              <a:rPr lang="en-US" dirty="0"/>
              <a:t>Help for a command</a:t>
            </a:r>
          </a:p>
          <a:p>
            <a:pPr lvl="1">
              <a:buChar char="●"/>
            </a:pPr>
            <a:r>
              <a:rPr lang="en-US" dirty="0"/>
              <a:t>git status –h        (inline help)</a:t>
            </a:r>
          </a:p>
          <a:p>
            <a:pPr lvl="1">
              <a:buChar char="●"/>
            </a:pPr>
            <a:r>
              <a:rPr lang="en-US" dirty="0"/>
              <a:t>git status --help  (in browser help) </a:t>
            </a:r>
          </a:p>
          <a:p>
            <a:pPr marL="457200" lvl="0" indent="-419100" algn="l" rtl="0">
              <a:spcBef>
                <a:spcPts val="0"/>
              </a:spcBef>
              <a:spcAft>
                <a:spcPts val="0"/>
              </a:spcAft>
              <a:buSzPts val="3000"/>
              <a:buChar char="●"/>
            </a:pPr>
            <a:r>
              <a:rPr lang="en-US" dirty="0"/>
              <a:t>Option patterns:</a:t>
            </a:r>
          </a:p>
          <a:p>
            <a:pPr lvl="1">
              <a:buChar char="●"/>
            </a:pPr>
            <a:r>
              <a:rPr lang="en-US" dirty="0"/>
              <a:t>One dash is for an abbreviation </a:t>
            </a:r>
          </a:p>
          <a:p>
            <a:pPr lvl="1">
              <a:buChar char="●"/>
            </a:pPr>
            <a:r>
              <a:rPr lang="en-US" dirty="0"/>
              <a:t>Two dashes is for a full option name</a:t>
            </a:r>
            <a:br>
              <a:rPr lang="en-US" dirty="0"/>
            </a:br>
            <a:r>
              <a:rPr lang="en-US" dirty="0"/>
              <a:t>git status --short</a:t>
            </a:r>
            <a:br>
              <a:rPr lang="en-US" dirty="0"/>
            </a:br>
            <a:r>
              <a:rPr lang="en-US" dirty="0"/>
              <a:t>git status -s</a:t>
            </a:r>
            <a:endParaRPr dirty="0"/>
          </a:p>
          <a:p>
            <a:pPr marL="0" lvl="0" indent="0" algn="l" rtl="0">
              <a:spcBef>
                <a:spcPts val="0"/>
              </a:spcBef>
              <a:spcAft>
                <a:spcPts val="0"/>
              </a:spcAft>
              <a:buNone/>
            </a:pPr>
            <a:endParaRPr dirty="0">
              <a:latin typeface="Source Code Pro"/>
              <a:ea typeface="Source Code Pro"/>
              <a:cs typeface="Source Code Pro"/>
              <a:sym typeface="Source Code Pro"/>
            </a:endParaRPr>
          </a:p>
        </p:txBody>
      </p:sp>
      <p:sp>
        <p:nvSpPr>
          <p:cNvPr id="181" name="Google Shape;181;p28">
            <a:extLst>
              <a:ext uri="{FF2B5EF4-FFF2-40B4-BE49-F238E27FC236}">
                <a16:creationId xmlns:a16="http://schemas.microsoft.com/office/drawing/2014/main" id="{07EEA9CE-9923-B30B-9E6A-D705B6E352DC}"/>
              </a:ext>
            </a:extLst>
          </p:cNvPr>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595959"/>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23</a:t>
            </a:fld>
            <a:endParaRPr kumimoji="0" sz="1000" b="0" i="0" u="none" strike="noStrike" kern="0" cap="none" spc="0" normalizeH="0" baseline="0" noProof="0">
              <a:ln>
                <a:noFill/>
              </a:ln>
              <a:solidFill>
                <a:srgbClr val="595959"/>
              </a:solidFill>
              <a:effectLst/>
              <a:uLnTx/>
              <a:uFillTx/>
              <a:latin typeface="Arial"/>
              <a:ea typeface="Arial"/>
              <a:cs typeface="Arial"/>
              <a:sym typeface="Arial"/>
            </a:endParaRPr>
          </a:p>
        </p:txBody>
      </p:sp>
    </p:spTree>
    <p:extLst>
      <p:ext uri="{BB962C8B-B14F-4D97-AF65-F5344CB8AC3E}">
        <p14:creationId xmlns:p14="http://schemas.microsoft.com/office/powerpoint/2010/main" val="12956452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9"/>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File Structure</a:t>
            </a:r>
            <a:endParaRPr dirty="0"/>
          </a:p>
        </p:txBody>
      </p:sp>
      <p:sp>
        <p:nvSpPr>
          <p:cNvPr id="187" name="Google Shape;187;p29"/>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 dirty="0"/>
              <a:t>Git repos have the </a:t>
            </a:r>
            <a:r>
              <a:rPr lang="en" b="1" dirty="0">
                <a:latin typeface="Source Code Pro"/>
                <a:ea typeface="Source Code Pro"/>
                <a:cs typeface="Source Code Pro"/>
                <a:sym typeface="Source Code Pro"/>
              </a:rPr>
              <a:t>.git</a:t>
            </a:r>
            <a:r>
              <a:rPr lang="en" dirty="0"/>
              <a:t> hidden subfolder</a:t>
            </a:r>
            <a:endParaRPr dirty="0"/>
          </a:p>
          <a:p>
            <a:pPr marL="457200" lvl="0" indent="-419100" algn="l" rtl="0">
              <a:spcBef>
                <a:spcPts val="0"/>
              </a:spcBef>
              <a:spcAft>
                <a:spcPts val="0"/>
              </a:spcAft>
              <a:buSzPts val="3000"/>
              <a:buChar char="●"/>
            </a:pPr>
            <a:r>
              <a:rPr lang="en" b="1" dirty="0">
                <a:latin typeface="Source Code Pro"/>
                <a:ea typeface="Source Code Pro"/>
                <a:cs typeface="Source Code Pro"/>
                <a:sym typeface="Source Code Pro"/>
              </a:rPr>
              <a:t>.git</a:t>
            </a:r>
            <a:r>
              <a:rPr lang="en" dirty="0"/>
              <a:t> contents are completely managed by Git</a:t>
            </a:r>
            <a:endParaRPr dirty="0"/>
          </a:p>
          <a:p>
            <a:r>
              <a:rPr lang="en" dirty="0"/>
              <a:t>Removing the </a:t>
            </a:r>
            <a:r>
              <a:rPr lang="en" b="1" dirty="0">
                <a:latin typeface="Source Code Pro"/>
                <a:ea typeface="Source Code Pro"/>
                <a:cs typeface="Source Code Pro"/>
                <a:sym typeface="Source Code Pro"/>
              </a:rPr>
              <a:t>.git</a:t>
            </a:r>
            <a:r>
              <a:rPr lang="en" dirty="0"/>
              <a:t> folder removes Git control all versions of all files</a:t>
            </a:r>
            <a:endParaRPr dirty="0"/>
          </a:p>
        </p:txBody>
      </p:sp>
      <p:sp>
        <p:nvSpPr>
          <p:cNvPr id="188" name="Google Shape;188;p29"/>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24</a:t>
            </a:fld>
            <a:endParaRPr>
              <a:solidFill>
                <a:schemeClr val="dk2"/>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0"/>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Workspaces &amp; Branches</a:t>
            </a:r>
            <a:endParaRPr/>
          </a:p>
        </p:txBody>
      </p:sp>
      <p:sp>
        <p:nvSpPr>
          <p:cNvPr id="194" name="Google Shape;194;p30"/>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25</a:t>
            </a:fld>
            <a:endParaRPr>
              <a:solidFill>
                <a:schemeClr val="dk2"/>
              </a:solidFill>
              <a:latin typeface="Arial"/>
              <a:ea typeface="Arial"/>
              <a:cs typeface="Arial"/>
              <a:sym typeface="Arial"/>
            </a:endParaRPr>
          </a:p>
        </p:txBody>
      </p:sp>
      <p:sp>
        <p:nvSpPr>
          <p:cNvPr id="195" name="Google Shape;195;p30"/>
          <p:cNvSpPr txBox="1"/>
          <p:nvPr/>
        </p:nvSpPr>
        <p:spPr>
          <a:xfrm>
            <a:off x="3507792" y="4316934"/>
            <a:ext cx="1743900" cy="6882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chemeClr val="dk1"/>
                </a:solidFill>
              </a:rPr>
              <a:t>Main</a:t>
            </a:r>
            <a:endParaRPr b="1" dirty="0">
              <a:solidFill>
                <a:schemeClr val="dk1"/>
              </a:solidFill>
            </a:endParaRPr>
          </a:p>
        </p:txBody>
      </p:sp>
      <p:sp>
        <p:nvSpPr>
          <p:cNvPr id="196" name="Google Shape;196;p30"/>
          <p:cNvSpPr txBox="1"/>
          <p:nvPr/>
        </p:nvSpPr>
        <p:spPr>
          <a:xfrm>
            <a:off x="3507792" y="1861550"/>
            <a:ext cx="1743900" cy="971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rPr>
              <a:t>Workspace</a:t>
            </a:r>
            <a:endParaRPr>
              <a:solidFill>
                <a:schemeClr val="dk1"/>
              </a:solidFill>
            </a:endParaRPr>
          </a:p>
        </p:txBody>
      </p:sp>
      <p:sp>
        <p:nvSpPr>
          <p:cNvPr id="197" name="Google Shape;197;p30"/>
          <p:cNvSpPr txBox="1"/>
          <p:nvPr/>
        </p:nvSpPr>
        <p:spPr>
          <a:xfrm>
            <a:off x="735750" y="4308225"/>
            <a:ext cx="1743900" cy="688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rPr>
              <a:t>Enhancement</a:t>
            </a:r>
            <a:endParaRPr>
              <a:solidFill>
                <a:schemeClr val="dk1"/>
              </a:solidFill>
            </a:endParaRPr>
          </a:p>
        </p:txBody>
      </p:sp>
      <p:sp>
        <p:nvSpPr>
          <p:cNvPr id="198" name="Google Shape;198;p30"/>
          <p:cNvSpPr txBox="1"/>
          <p:nvPr/>
        </p:nvSpPr>
        <p:spPr>
          <a:xfrm>
            <a:off x="6279826" y="4308225"/>
            <a:ext cx="1743900" cy="688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rPr>
              <a:t>BugFix</a:t>
            </a:r>
            <a:endParaRPr>
              <a:solidFill>
                <a:schemeClr val="dk1"/>
              </a:solidFill>
            </a:endParaRPr>
          </a:p>
        </p:txBody>
      </p:sp>
      <p:cxnSp>
        <p:nvCxnSpPr>
          <p:cNvPr id="199" name="Google Shape;199;p30"/>
          <p:cNvCxnSpPr>
            <a:stCxn id="196" idx="2"/>
            <a:endCxn id="195" idx="0"/>
          </p:cNvCxnSpPr>
          <p:nvPr/>
        </p:nvCxnSpPr>
        <p:spPr>
          <a:xfrm rot="5400000">
            <a:off x="3637600" y="3574792"/>
            <a:ext cx="1484284" cy="12700"/>
          </a:xfrm>
          <a:prstGeom prst="curvedConnector3">
            <a:avLst>
              <a:gd name="adj1" fmla="val 50000"/>
            </a:avLst>
          </a:prstGeom>
          <a:noFill/>
          <a:ln w="19050" cap="flat" cmpd="sng">
            <a:solidFill>
              <a:schemeClr val="dk2"/>
            </a:solidFill>
            <a:prstDash val="solid"/>
            <a:round/>
            <a:headEnd type="stealth" w="med" len="med"/>
            <a:tailEnd type="stealth" w="med" len="med"/>
          </a:ln>
        </p:spPr>
      </p:cxnSp>
      <p:cxnSp>
        <p:nvCxnSpPr>
          <p:cNvPr id="200" name="Google Shape;200;p30"/>
          <p:cNvCxnSpPr>
            <a:stCxn id="196" idx="2"/>
            <a:endCxn id="197" idx="0"/>
          </p:cNvCxnSpPr>
          <p:nvPr/>
        </p:nvCxnSpPr>
        <p:spPr>
          <a:xfrm rot="5400000">
            <a:off x="2255892" y="2184500"/>
            <a:ext cx="1475700" cy="2772000"/>
          </a:xfrm>
          <a:prstGeom prst="curvedConnector3">
            <a:avLst>
              <a:gd name="adj1" fmla="val 49996"/>
            </a:avLst>
          </a:prstGeom>
          <a:noFill/>
          <a:ln w="9525" cap="flat" cmpd="sng">
            <a:solidFill>
              <a:schemeClr val="dk2"/>
            </a:solidFill>
            <a:prstDash val="solid"/>
            <a:round/>
            <a:headEnd type="stealth" w="med" len="med"/>
            <a:tailEnd type="stealth" w="med" len="med"/>
          </a:ln>
        </p:spPr>
      </p:cxnSp>
      <p:cxnSp>
        <p:nvCxnSpPr>
          <p:cNvPr id="201" name="Google Shape;201;p30"/>
          <p:cNvCxnSpPr>
            <a:stCxn id="196" idx="2"/>
            <a:endCxn id="198" idx="0"/>
          </p:cNvCxnSpPr>
          <p:nvPr/>
        </p:nvCxnSpPr>
        <p:spPr>
          <a:xfrm rot="-5400000" flipH="1">
            <a:off x="5027892" y="2184500"/>
            <a:ext cx="1475700" cy="2772000"/>
          </a:xfrm>
          <a:prstGeom prst="curvedConnector3">
            <a:avLst>
              <a:gd name="adj1" fmla="val 49996"/>
            </a:avLst>
          </a:prstGeom>
          <a:noFill/>
          <a:ln w="9525" cap="flat" cmpd="sng">
            <a:solidFill>
              <a:schemeClr val="dk2"/>
            </a:solidFill>
            <a:prstDash val="solid"/>
            <a:round/>
            <a:headEnd type="stealth" w="med" len="med"/>
            <a:tailEnd type="stealth" w="med" len="med"/>
          </a:ln>
        </p:spPr>
      </p:cxnSp>
      <p:cxnSp>
        <p:nvCxnSpPr>
          <p:cNvPr id="202" name="Google Shape;202;p30"/>
          <p:cNvCxnSpPr/>
          <p:nvPr/>
        </p:nvCxnSpPr>
        <p:spPr>
          <a:xfrm>
            <a:off x="633900" y="3570375"/>
            <a:ext cx="7389900" cy="0"/>
          </a:xfrm>
          <a:prstGeom prst="straightConnector1">
            <a:avLst/>
          </a:prstGeom>
          <a:noFill/>
          <a:ln w="9525" cap="flat" cmpd="sng">
            <a:solidFill>
              <a:schemeClr val="dk2"/>
            </a:solidFill>
            <a:prstDash val="solid"/>
            <a:round/>
            <a:headEnd type="none" w="med" len="med"/>
            <a:tailEnd type="none" w="med" len="med"/>
          </a:ln>
        </p:spPr>
      </p:cxnSp>
      <p:sp>
        <p:nvSpPr>
          <p:cNvPr id="203" name="Google Shape;203;p30"/>
          <p:cNvSpPr txBox="1"/>
          <p:nvPr/>
        </p:nvSpPr>
        <p:spPr>
          <a:xfrm>
            <a:off x="6892125" y="3045675"/>
            <a:ext cx="1131600" cy="524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rPr>
              <a:t>Disk</a:t>
            </a:r>
            <a:endParaRPr>
              <a:solidFill>
                <a:schemeClr val="dk1"/>
              </a:solidFill>
            </a:endParaRPr>
          </a:p>
        </p:txBody>
      </p:sp>
      <p:sp>
        <p:nvSpPr>
          <p:cNvPr id="204" name="Google Shape;204;p30"/>
          <p:cNvSpPr txBox="1"/>
          <p:nvPr/>
        </p:nvSpPr>
        <p:spPr>
          <a:xfrm>
            <a:off x="633900" y="3570375"/>
            <a:ext cx="1131600" cy="524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rPr>
              <a:t>.git</a:t>
            </a:r>
            <a:endParaRPr>
              <a:solidFill>
                <a:schemeClr val="dk1"/>
              </a:solidFill>
            </a:endParaRPr>
          </a:p>
        </p:txBody>
      </p:sp>
      <p:sp>
        <p:nvSpPr>
          <p:cNvPr id="205" name="Google Shape;205;p30"/>
          <p:cNvSpPr txBox="1"/>
          <p:nvPr/>
        </p:nvSpPr>
        <p:spPr>
          <a:xfrm>
            <a:off x="3507900" y="5076275"/>
            <a:ext cx="1743900" cy="9711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Char char="●"/>
            </a:pPr>
            <a:r>
              <a:rPr lang="en" sz="1200">
                <a:solidFill>
                  <a:schemeClr val="dk1"/>
                </a:solidFill>
              </a:rPr>
              <a:t>index.html</a:t>
            </a:r>
            <a:endParaRPr sz="1200">
              <a:solidFill>
                <a:schemeClr val="dk1"/>
              </a:solidFill>
            </a:endParaRPr>
          </a:p>
          <a:p>
            <a:pPr marL="457200" lvl="0" indent="-304800" algn="l" rtl="0">
              <a:spcBef>
                <a:spcPts val="0"/>
              </a:spcBef>
              <a:spcAft>
                <a:spcPts val="0"/>
              </a:spcAft>
              <a:buClr>
                <a:schemeClr val="dk1"/>
              </a:buClr>
              <a:buSzPts val="1200"/>
              <a:buChar char="●"/>
            </a:pPr>
            <a:r>
              <a:rPr lang="en" sz="1200">
                <a:solidFill>
                  <a:schemeClr val="dk1"/>
                </a:solidFill>
              </a:rPr>
              <a:t>index.js</a:t>
            </a:r>
            <a:endParaRPr sz="1200">
              <a:solidFill>
                <a:schemeClr val="dk1"/>
              </a:solidFill>
            </a:endParaRPr>
          </a:p>
          <a:p>
            <a:pPr marL="457200" lvl="0" indent="-304800" algn="l" rtl="0">
              <a:spcBef>
                <a:spcPts val="0"/>
              </a:spcBef>
              <a:spcAft>
                <a:spcPts val="0"/>
              </a:spcAft>
              <a:buClr>
                <a:schemeClr val="dk1"/>
              </a:buClr>
              <a:buSzPts val="1200"/>
              <a:buChar char="●"/>
            </a:pPr>
            <a:r>
              <a:rPr lang="en" sz="1200">
                <a:solidFill>
                  <a:schemeClr val="dk1"/>
                </a:solidFill>
              </a:rPr>
              <a:t>index.css</a:t>
            </a:r>
            <a:endParaRPr sz="1200">
              <a:solidFill>
                <a:schemeClr val="dk1"/>
              </a:solidFill>
            </a:endParaRPr>
          </a:p>
        </p:txBody>
      </p:sp>
      <p:sp>
        <p:nvSpPr>
          <p:cNvPr id="206" name="Google Shape;206;p30"/>
          <p:cNvSpPr txBox="1"/>
          <p:nvPr/>
        </p:nvSpPr>
        <p:spPr>
          <a:xfrm>
            <a:off x="735750" y="5076275"/>
            <a:ext cx="1743900" cy="9711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Char char="●"/>
            </a:pPr>
            <a:r>
              <a:rPr lang="en" sz="1200">
                <a:solidFill>
                  <a:schemeClr val="dk1"/>
                </a:solidFill>
              </a:rPr>
              <a:t>index.html</a:t>
            </a:r>
            <a:endParaRPr sz="1200">
              <a:solidFill>
                <a:schemeClr val="dk1"/>
              </a:solidFill>
            </a:endParaRPr>
          </a:p>
          <a:p>
            <a:pPr marL="457200" lvl="0" indent="-304800" algn="l" rtl="0">
              <a:spcBef>
                <a:spcPts val="0"/>
              </a:spcBef>
              <a:spcAft>
                <a:spcPts val="0"/>
              </a:spcAft>
              <a:buClr>
                <a:srgbClr val="FF0000"/>
              </a:buClr>
              <a:buSzPts val="1200"/>
              <a:buChar char="●"/>
            </a:pPr>
            <a:r>
              <a:rPr lang="en" sz="1200" b="1">
                <a:solidFill>
                  <a:srgbClr val="FF0000"/>
                </a:solidFill>
              </a:rPr>
              <a:t>index.js</a:t>
            </a:r>
            <a:endParaRPr sz="1200" b="1">
              <a:solidFill>
                <a:srgbClr val="FF0000"/>
              </a:solidFill>
            </a:endParaRPr>
          </a:p>
          <a:p>
            <a:pPr marL="457200" lvl="0" indent="-304800" algn="l" rtl="0">
              <a:spcBef>
                <a:spcPts val="0"/>
              </a:spcBef>
              <a:spcAft>
                <a:spcPts val="0"/>
              </a:spcAft>
              <a:buClr>
                <a:srgbClr val="FF0000"/>
              </a:buClr>
              <a:buSzPts val="1200"/>
              <a:buChar char="●"/>
            </a:pPr>
            <a:r>
              <a:rPr lang="en" sz="1200" b="1">
                <a:solidFill>
                  <a:srgbClr val="FF0000"/>
                </a:solidFill>
              </a:rPr>
              <a:t>index.css</a:t>
            </a:r>
            <a:endParaRPr sz="1200" b="1">
              <a:solidFill>
                <a:srgbClr val="FF0000"/>
              </a:solidFill>
            </a:endParaRPr>
          </a:p>
          <a:p>
            <a:pPr marL="457200" lvl="0" indent="-304800" algn="l" rtl="0">
              <a:spcBef>
                <a:spcPts val="0"/>
              </a:spcBef>
              <a:spcAft>
                <a:spcPts val="0"/>
              </a:spcAft>
              <a:buClr>
                <a:srgbClr val="FF0000"/>
              </a:buClr>
              <a:buSzPts val="1200"/>
              <a:buChar char="●"/>
            </a:pPr>
            <a:r>
              <a:rPr lang="en" sz="1200" b="1">
                <a:solidFill>
                  <a:srgbClr val="FF0000"/>
                </a:solidFill>
              </a:rPr>
              <a:t>index3.html</a:t>
            </a:r>
            <a:endParaRPr sz="1200" b="1">
              <a:solidFill>
                <a:srgbClr val="FF0000"/>
              </a:solidFill>
            </a:endParaRPr>
          </a:p>
        </p:txBody>
      </p:sp>
      <p:sp>
        <p:nvSpPr>
          <p:cNvPr id="207" name="Google Shape;207;p30"/>
          <p:cNvSpPr txBox="1"/>
          <p:nvPr/>
        </p:nvSpPr>
        <p:spPr>
          <a:xfrm>
            <a:off x="6280050" y="5076275"/>
            <a:ext cx="1743900" cy="9711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Char char="●"/>
            </a:pPr>
            <a:r>
              <a:rPr lang="en" sz="1200">
                <a:solidFill>
                  <a:schemeClr val="dk1"/>
                </a:solidFill>
              </a:rPr>
              <a:t>index.html</a:t>
            </a:r>
            <a:endParaRPr sz="1200">
              <a:solidFill>
                <a:schemeClr val="dk1"/>
              </a:solidFill>
            </a:endParaRPr>
          </a:p>
          <a:p>
            <a:pPr marL="457200" lvl="0" indent="-304800" algn="l" rtl="0">
              <a:spcBef>
                <a:spcPts val="0"/>
              </a:spcBef>
              <a:spcAft>
                <a:spcPts val="0"/>
              </a:spcAft>
              <a:buClr>
                <a:srgbClr val="FF0000"/>
              </a:buClr>
              <a:buSzPts val="1200"/>
              <a:buChar char="●"/>
            </a:pPr>
            <a:r>
              <a:rPr lang="en" sz="1200" b="1">
                <a:solidFill>
                  <a:srgbClr val="FF0000"/>
                </a:solidFill>
              </a:rPr>
              <a:t>index.js</a:t>
            </a:r>
            <a:endParaRPr sz="1200" b="1">
              <a:solidFill>
                <a:srgbClr val="FF0000"/>
              </a:solidFill>
            </a:endParaRPr>
          </a:p>
          <a:p>
            <a:pPr marL="457200" lvl="0" indent="-304800" algn="l" rtl="0">
              <a:spcBef>
                <a:spcPts val="0"/>
              </a:spcBef>
              <a:spcAft>
                <a:spcPts val="0"/>
              </a:spcAft>
              <a:buClr>
                <a:schemeClr val="dk1"/>
              </a:buClr>
              <a:buSzPts val="1200"/>
              <a:buChar char="●"/>
            </a:pPr>
            <a:r>
              <a:rPr lang="en" sz="1200">
                <a:solidFill>
                  <a:schemeClr val="dk1"/>
                </a:solidFill>
              </a:rPr>
              <a:t>index.css</a:t>
            </a:r>
            <a:endParaRPr sz="1200">
              <a:solidFill>
                <a:schemeClr val="dk1"/>
              </a:solidFill>
            </a:endParaRPr>
          </a:p>
          <a:p>
            <a:pPr marL="457200" lvl="0" indent="-304800" algn="l" rtl="0">
              <a:spcBef>
                <a:spcPts val="0"/>
              </a:spcBef>
              <a:spcAft>
                <a:spcPts val="0"/>
              </a:spcAft>
              <a:buClr>
                <a:srgbClr val="FF0000"/>
              </a:buClr>
              <a:buSzPts val="1200"/>
              <a:buChar char="●"/>
            </a:pPr>
            <a:r>
              <a:rPr lang="en" sz="1200" b="1">
                <a:solidFill>
                  <a:srgbClr val="FF0000"/>
                </a:solidFill>
              </a:rPr>
              <a:t>index2.html</a:t>
            </a:r>
            <a:endParaRPr sz="1200" b="1">
              <a:solidFill>
                <a:srgbClr val="FF0000"/>
              </a:solidFill>
            </a:endParaRPr>
          </a:p>
        </p:txBody>
      </p:sp>
      <p:sp>
        <p:nvSpPr>
          <p:cNvPr id="208" name="Google Shape;208;p30"/>
          <p:cNvSpPr txBox="1"/>
          <p:nvPr/>
        </p:nvSpPr>
        <p:spPr>
          <a:xfrm>
            <a:off x="5407850" y="1841374"/>
            <a:ext cx="1743900" cy="1124447"/>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Char char="●"/>
            </a:pPr>
            <a:r>
              <a:rPr lang="en" sz="1200" dirty="0">
                <a:solidFill>
                  <a:schemeClr val="dk1"/>
                </a:solidFill>
              </a:rPr>
              <a:t>index.html</a:t>
            </a:r>
            <a:endParaRPr sz="1200" dirty="0">
              <a:solidFill>
                <a:schemeClr val="dk1"/>
              </a:solidFill>
            </a:endParaRPr>
          </a:p>
          <a:p>
            <a:pPr marL="457200" lvl="0" indent="-304800" algn="l" rtl="0">
              <a:spcBef>
                <a:spcPts val="0"/>
              </a:spcBef>
              <a:spcAft>
                <a:spcPts val="0"/>
              </a:spcAft>
              <a:buClr>
                <a:schemeClr val="dk1"/>
              </a:buClr>
              <a:buSzPts val="1200"/>
              <a:buChar char="●"/>
            </a:pPr>
            <a:r>
              <a:rPr lang="en" sz="1200" dirty="0">
                <a:solidFill>
                  <a:schemeClr val="dk1"/>
                </a:solidFill>
              </a:rPr>
              <a:t>index.js</a:t>
            </a:r>
            <a:endParaRPr sz="1200" dirty="0">
              <a:solidFill>
                <a:schemeClr val="dk1"/>
              </a:solidFill>
            </a:endParaRPr>
          </a:p>
          <a:p>
            <a:pPr marL="457200" lvl="0" indent="-304800" algn="l" rtl="0">
              <a:spcBef>
                <a:spcPts val="0"/>
              </a:spcBef>
              <a:spcAft>
                <a:spcPts val="0"/>
              </a:spcAft>
              <a:buClr>
                <a:schemeClr val="dk1"/>
              </a:buClr>
              <a:buSzPts val="1200"/>
              <a:buChar char="●"/>
            </a:pPr>
            <a:r>
              <a:rPr lang="en" sz="1200" dirty="0">
                <a:solidFill>
                  <a:schemeClr val="dk1"/>
                </a:solidFill>
              </a:rPr>
              <a:t>index.css</a:t>
            </a:r>
          </a:p>
          <a:p>
            <a:pPr marL="152400" algn="ctr">
              <a:buClr>
                <a:schemeClr val="dk1"/>
              </a:buClr>
              <a:buSzPts val="1200"/>
            </a:pPr>
            <a:r>
              <a:rPr lang="en-US" sz="1200" i="1" dirty="0">
                <a:solidFill>
                  <a:schemeClr val="dk1"/>
                </a:solidFill>
              </a:rPr>
              <a:t>What you see using DIR or LS</a:t>
            </a:r>
          </a:p>
          <a:p>
            <a:pPr marL="457200" lvl="0" indent="-304800" algn="l" rtl="0">
              <a:spcBef>
                <a:spcPts val="0"/>
              </a:spcBef>
              <a:spcAft>
                <a:spcPts val="0"/>
              </a:spcAft>
              <a:buClr>
                <a:schemeClr val="dk1"/>
              </a:buClr>
              <a:buSzPts val="1200"/>
              <a:buChar char="●"/>
            </a:pPr>
            <a:endParaRPr sz="1200" dirty="0">
              <a:solidFill>
                <a:schemeClr val="dk1"/>
              </a:solidFill>
            </a:endParaRPr>
          </a:p>
        </p:txBody>
      </p:sp>
      <p:sp>
        <p:nvSpPr>
          <p:cNvPr id="2" name="TextBox 1">
            <a:extLst>
              <a:ext uri="{FF2B5EF4-FFF2-40B4-BE49-F238E27FC236}">
                <a16:creationId xmlns:a16="http://schemas.microsoft.com/office/drawing/2014/main" id="{A46DAC15-D1B5-E2CE-2D68-9F5AD3395130}"/>
              </a:ext>
            </a:extLst>
          </p:cNvPr>
          <p:cNvSpPr txBox="1"/>
          <p:nvPr/>
        </p:nvSpPr>
        <p:spPr>
          <a:xfrm>
            <a:off x="633900" y="5967525"/>
            <a:ext cx="7838558" cy="369332"/>
          </a:xfrm>
          <a:prstGeom prst="rect">
            <a:avLst/>
          </a:prstGeom>
          <a:noFill/>
        </p:spPr>
        <p:txBody>
          <a:bodyPr wrap="square" rtlCol="0">
            <a:spAutoFit/>
          </a:bodyPr>
          <a:lstStyle/>
          <a:p>
            <a:r>
              <a:rPr lang="en-US" sz="1800" b="1" dirty="0">
                <a:solidFill>
                  <a:srgbClr val="00B050"/>
                </a:solidFill>
              </a:rPr>
              <a:t>An alternate version           Main version                 An alternate version     </a:t>
            </a:r>
          </a:p>
        </p:txBody>
      </p:sp>
      <p:sp>
        <p:nvSpPr>
          <p:cNvPr id="3" name="TextBox 2">
            <a:extLst>
              <a:ext uri="{FF2B5EF4-FFF2-40B4-BE49-F238E27FC236}">
                <a16:creationId xmlns:a16="http://schemas.microsoft.com/office/drawing/2014/main" id="{BBA26714-0403-1C75-C70E-12D1E1A83446}"/>
              </a:ext>
            </a:extLst>
          </p:cNvPr>
          <p:cNvSpPr txBox="1"/>
          <p:nvPr/>
        </p:nvSpPr>
        <p:spPr>
          <a:xfrm>
            <a:off x="3654627" y="6217622"/>
            <a:ext cx="1348446" cy="307777"/>
          </a:xfrm>
          <a:prstGeom prst="rect">
            <a:avLst/>
          </a:prstGeom>
          <a:noFill/>
        </p:spPr>
        <p:txBody>
          <a:bodyPr wrap="none" rtlCol="0">
            <a:spAutoFit/>
          </a:bodyPr>
          <a:lstStyle/>
          <a:p>
            <a:r>
              <a:rPr lang="en-US" i="1" dirty="0">
                <a:solidFill>
                  <a:srgbClr val="00B050"/>
                </a:solidFill>
              </a:rPr>
              <a:t>Default branch</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1"/>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Workspaces &amp; Branches</a:t>
            </a:r>
            <a:endParaRPr dirty="0"/>
          </a:p>
        </p:txBody>
      </p:sp>
      <p:sp>
        <p:nvSpPr>
          <p:cNvPr id="214" name="Google Shape;214;p3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26</a:t>
            </a:fld>
            <a:endParaRPr>
              <a:solidFill>
                <a:schemeClr val="dk2"/>
              </a:solidFill>
              <a:latin typeface="Arial"/>
              <a:ea typeface="Arial"/>
              <a:cs typeface="Arial"/>
              <a:sym typeface="Arial"/>
            </a:endParaRPr>
          </a:p>
        </p:txBody>
      </p:sp>
      <p:sp>
        <p:nvSpPr>
          <p:cNvPr id="215" name="Google Shape;215;p31"/>
          <p:cNvSpPr txBox="1"/>
          <p:nvPr/>
        </p:nvSpPr>
        <p:spPr>
          <a:xfrm>
            <a:off x="3507788" y="3734047"/>
            <a:ext cx="1743900" cy="688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dk1"/>
                </a:solidFill>
              </a:rPr>
              <a:t>Main</a:t>
            </a:r>
            <a:endParaRPr dirty="0">
              <a:solidFill>
                <a:schemeClr val="dk1"/>
              </a:solidFill>
            </a:endParaRPr>
          </a:p>
        </p:txBody>
      </p:sp>
      <p:sp>
        <p:nvSpPr>
          <p:cNvPr id="216" name="Google Shape;216;p31"/>
          <p:cNvSpPr txBox="1"/>
          <p:nvPr/>
        </p:nvSpPr>
        <p:spPr>
          <a:xfrm>
            <a:off x="3507792" y="1287372"/>
            <a:ext cx="1743900" cy="971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dk1"/>
                </a:solidFill>
              </a:rPr>
              <a:t>Workspace</a:t>
            </a:r>
            <a:endParaRPr dirty="0">
              <a:solidFill>
                <a:schemeClr val="dk1"/>
              </a:solidFill>
            </a:endParaRPr>
          </a:p>
        </p:txBody>
      </p:sp>
      <p:sp>
        <p:nvSpPr>
          <p:cNvPr id="217" name="Google Shape;217;p31"/>
          <p:cNvSpPr txBox="1"/>
          <p:nvPr/>
        </p:nvSpPr>
        <p:spPr>
          <a:xfrm>
            <a:off x="735750" y="3734047"/>
            <a:ext cx="1743900" cy="6882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rPr>
              <a:t>Enhancement</a:t>
            </a:r>
            <a:endParaRPr b="1">
              <a:solidFill>
                <a:schemeClr val="dk1"/>
              </a:solidFill>
            </a:endParaRPr>
          </a:p>
        </p:txBody>
      </p:sp>
      <p:sp>
        <p:nvSpPr>
          <p:cNvPr id="218" name="Google Shape;218;p31"/>
          <p:cNvSpPr txBox="1"/>
          <p:nvPr/>
        </p:nvSpPr>
        <p:spPr>
          <a:xfrm>
            <a:off x="6279826" y="3734047"/>
            <a:ext cx="1743900" cy="688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rPr>
              <a:t>BugFix</a:t>
            </a:r>
            <a:endParaRPr>
              <a:solidFill>
                <a:schemeClr val="dk1"/>
              </a:solidFill>
            </a:endParaRPr>
          </a:p>
        </p:txBody>
      </p:sp>
      <p:cxnSp>
        <p:nvCxnSpPr>
          <p:cNvPr id="219" name="Google Shape;219;p31"/>
          <p:cNvCxnSpPr>
            <a:stCxn id="216" idx="2"/>
            <a:endCxn id="215" idx="0"/>
          </p:cNvCxnSpPr>
          <p:nvPr/>
        </p:nvCxnSpPr>
        <p:spPr>
          <a:xfrm rot="-5400000" flipH="1">
            <a:off x="3642192" y="2996022"/>
            <a:ext cx="1475700" cy="600"/>
          </a:xfrm>
          <a:prstGeom prst="curvedConnector3">
            <a:avLst>
              <a:gd name="adj1" fmla="val 49996"/>
            </a:avLst>
          </a:prstGeom>
          <a:noFill/>
          <a:ln w="19050" cap="flat" cmpd="sng">
            <a:solidFill>
              <a:schemeClr val="dk2"/>
            </a:solidFill>
            <a:prstDash val="solid"/>
            <a:round/>
            <a:headEnd type="stealth" w="med" len="med"/>
            <a:tailEnd type="stealth" w="med" len="med"/>
          </a:ln>
        </p:spPr>
      </p:cxnSp>
      <p:cxnSp>
        <p:nvCxnSpPr>
          <p:cNvPr id="220" name="Google Shape;220;p31"/>
          <p:cNvCxnSpPr>
            <a:stCxn id="216" idx="2"/>
            <a:endCxn id="217" idx="0"/>
          </p:cNvCxnSpPr>
          <p:nvPr/>
        </p:nvCxnSpPr>
        <p:spPr>
          <a:xfrm rot="5400000">
            <a:off x="2255892" y="1610322"/>
            <a:ext cx="1475700" cy="2772000"/>
          </a:xfrm>
          <a:prstGeom prst="curvedConnector3">
            <a:avLst>
              <a:gd name="adj1" fmla="val 49996"/>
            </a:avLst>
          </a:prstGeom>
          <a:noFill/>
          <a:ln w="9525" cap="flat" cmpd="sng">
            <a:solidFill>
              <a:schemeClr val="dk2"/>
            </a:solidFill>
            <a:prstDash val="solid"/>
            <a:round/>
            <a:headEnd type="stealth" w="med" len="med"/>
            <a:tailEnd type="stealth" w="med" len="med"/>
          </a:ln>
        </p:spPr>
      </p:cxnSp>
      <p:cxnSp>
        <p:nvCxnSpPr>
          <p:cNvPr id="221" name="Google Shape;221;p31"/>
          <p:cNvCxnSpPr>
            <a:stCxn id="216" idx="2"/>
            <a:endCxn id="218" idx="0"/>
          </p:cNvCxnSpPr>
          <p:nvPr/>
        </p:nvCxnSpPr>
        <p:spPr>
          <a:xfrm rot="-5400000" flipH="1">
            <a:off x="5027892" y="1610322"/>
            <a:ext cx="1475700" cy="2772000"/>
          </a:xfrm>
          <a:prstGeom prst="curvedConnector3">
            <a:avLst>
              <a:gd name="adj1" fmla="val 49996"/>
            </a:avLst>
          </a:prstGeom>
          <a:noFill/>
          <a:ln w="9525" cap="flat" cmpd="sng">
            <a:solidFill>
              <a:schemeClr val="dk2"/>
            </a:solidFill>
            <a:prstDash val="solid"/>
            <a:round/>
            <a:headEnd type="stealth" w="med" len="med"/>
            <a:tailEnd type="stealth" w="med" len="med"/>
          </a:ln>
        </p:spPr>
      </p:cxnSp>
      <p:cxnSp>
        <p:nvCxnSpPr>
          <p:cNvPr id="222" name="Google Shape;222;p31"/>
          <p:cNvCxnSpPr/>
          <p:nvPr/>
        </p:nvCxnSpPr>
        <p:spPr>
          <a:xfrm>
            <a:off x="633900" y="2996197"/>
            <a:ext cx="7389900" cy="0"/>
          </a:xfrm>
          <a:prstGeom prst="straightConnector1">
            <a:avLst/>
          </a:prstGeom>
          <a:noFill/>
          <a:ln w="9525" cap="flat" cmpd="sng">
            <a:solidFill>
              <a:schemeClr val="dk2"/>
            </a:solidFill>
            <a:prstDash val="solid"/>
            <a:round/>
            <a:headEnd type="none" w="med" len="med"/>
            <a:tailEnd type="none" w="med" len="med"/>
          </a:ln>
        </p:spPr>
      </p:cxnSp>
      <p:sp>
        <p:nvSpPr>
          <p:cNvPr id="223" name="Google Shape;223;p31"/>
          <p:cNvSpPr txBox="1"/>
          <p:nvPr/>
        </p:nvSpPr>
        <p:spPr>
          <a:xfrm>
            <a:off x="6892125" y="2471497"/>
            <a:ext cx="1131600" cy="524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rPr>
              <a:t>Disk</a:t>
            </a:r>
            <a:endParaRPr>
              <a:solidFill>
                <a:schemeClr val="dk1"/>
              </a:solidFill>
            </a:endParaRPr>
          </a:p>
        </p:txBody>
      </p:sp>
      <p:sp>
        <p:nvSpPr>
          <p:cNvPr id="224" name="Google Shape;224;p31"/>
          <p:cNvSpPr txBox="1"/>
          <p:nvPr/>
        </p:nvSpPr>
        <p:spPr>
          <a:xfrm>
            <a:off x="633900" y="2996197"/>
            <a:ext cx="1131600" cy="524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rPr>
              <a:t>.git</a:t>
            </a:r>
            <a:endParaRPr>
              <a:solidFill>
                <a:schemeClr val="dk1"/>
              </a:solidFill>
            </a:endParaRPr>
          </a:p>
        </p:txBody>
      </p:sp>
      <p:sp>
        <p:nvSpPr>
          <p:cNvPr id="225" name="Google Shape;225;p31"/>
          <p:cNvSpPr txBox="1"/>
          <p:nvPr/>
        </p:nvSpPr>
        <p:spPr>
          <a:xfrm>
            <a:off x="3507788" y="4553974"/>
            <a:ext cx="1743900" cy="9711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Char char="●"/>
            </a:pPr>
            <a:r>
              <a:rPr lang="en" sz="1200" dirty="0">
                <a:solidFill>
                  <a:schemeClr val="dk1"/>
                </a:solidFill>
              </a:rPr>
              <a:t>index.html</a:t>
            </a:r>
            <a:endParaRPr sz="1200" dirty="0">
              <a:solidFill>
                <a:schemeClr val="dk1"/>
              </a:solidFill>
            </a:endParaRPr>
          </a:p>
          <a:p>
            <a:pPr marL="457200" lvl="0" indent="-304800" algn="l" rtl="0">
              <a:spcBef>
                <a:spcPts val="0"/>
              </a:spcBef>
              <a:spcAft>
                <a:spcPts val="0"/>
              </a:spcAft>
              <a:buClr>
                <a:schemeClr val="dk1"/>
              </a:buClr>
              <a:buSzPts val="1200"/>
              <a:buChar char="●"/>
            </a:pPr>
            <a:r>
              <a:rPr lang="en" sz="1200" dirty="0">
                <a:solidFill>
                  <a:schemeClr val="dk1"/>
                </a:solidFill>
              </a:rPr>
              <a:t>index.js</a:t>
            </a:r>
            <a:endParaRPr sz="1200" dirty="0">
              <a:solidFill>
                <a:schemeClr val="dk1"/>
              </a:solidFill>
            </a:endParaRPr>
          </a:p>
          <a:p>
            <a:pPr marL="457200" lvl="0" indent="-304800" algn="l" rtl="0">
              <a:spcBef>
                <a:spcPts val="0"/>
              </a:spcBef>
              <a:spcAft>
                <a:spcPts val="0"/>
              </a:spcAft>
              <a:buClr>
                <a:schemeClr val="dk1"/>
              </a:buClr>
              <a:buSzPts val="1200"/>
              <a:buChar char="●"/>
            </a:pPr>
            <a:r>
              <a:rPr lang="en" sz="1200" dirty="0">
                <a:solidFill>
                  <a:schemeClr val="dk1"/>
                </a:solidFill>
              </a:rPr>
              <a:t>index.css</a:t>
            </a:r>
            <a:endParaRPr sz="1200" dirty="0">
              <a:solidFill>
                <a:schemeClr val="dk1"/>
              </a:solidFill>
            </a:endParaRPr>
          </a:p>
        </p:txBody>
      </p:sp>
      <p:sp>
        <p:nvSpPr>
          <p:cNvPr id="226" name="Google Shape;226;p31"/>
          <p:cNvSpPr txBox="1"/>
          <p:nvPr/>
        </p:nvSpPr>
        <p:spPr>
          <a:xfrm>
            <a:off x="735750" y="4565707"/>
            <a:ext cx="1743900" cy="9711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Char char="●"/>
            </a:pPr>
            <a:r>
              <a:rPr lang="en" sz="1200" dirty="0">
                <a:solidFill>
                  <a:schemeClr val="dk1"/>
                </a:solidFill>
              </a:rPr>
              <a:t>index.html</a:t>
            </a:r>
            <a:endParaRPr sz="1200" dirty="0">
              <a:solidFill>
                <a:schemeClr val="dk1"/>
              </a:solidFill>
            </a:endParaRPr>
          </a:p>
          <a:p>
            <a:pPr marL="457200" lvl="0" indent="-304800" algn="l" rtl="0">
              <a:spcBef>
                <a:spcPts val="0"/>
              </a:spcBef>
              <a:spcAft>
                <a:spcPts val="0"/>
              </a:spcAft>
              <a:buClr>
                <a:srgbClr val="FF0000"/>
              </a:buClr>
              <a:buSzPts val="1200"/>
              <a:buChar char="●"/>
            </a:pPr>
            <a:r>
              <a:rPr lang="en" sz="1200" b="1" dirty="0">
                <a:solidFill>
                  <a:srgbClr val="FF0000"/>
                </a:solidFill>
              </a:rPr>
              <a:t>index.js</a:t>
            </a:r>
            <a:endParaRPr sz="1200" b="1" dirty="0">
              <a:solidFill>
                <a:srgbClr val="FF0000"/>
              </a:solidFill>
            </a:endParaRPr>
          </a:p>
          <a:p>
            <a:pPr marL="457200" lvl="0" indent="-304800" algn="l" rtl="0">
              <a:spcBef>
                <a:spcPts val="0"/>
              </a:spcBef>
              <a:spcAft>
                <a:spcPts val="0"/>
              </a:spcAft>
              <a:buClr>
                <a:srgbClr val="FF0000"/>
              </a:buClr>
              <a:buSzPts val="1200"/>
              <a:buChar char="●"/>
            </a:pPr>
            <a:r>
              <a:rPr lang="en" sz="1200" b="1" dirty="0">
                <a:solidFill>
                  <a:srgbClr val="FF0000"/>
                </a:solidFill>
              </a:rPr>
              <a:t>index.css</a:t>
            </a:r>
            <a:endParaRPr sz="1200" b="1" dirty="0">
              <a:solidFill>
                <a:srgbClr val="FF0000"/>
              </a:solidFill>
            </a:endParaRPr>
          </a:p>
          <a:p>
            <a:pPr marL="457200" lvl="0" indent="-304800" algn="l" rtl="0">
              <a:spcBef>
                <a:spcPts val="0"/>
              </a:spcBef>
              <a:spcAft>
                <a:spcPts val="0"/>
              </a:spcAft>
              <a:buClr>
                <a:srgbClr val="FF0000"/>
              </a:buClr>
              <a:buSzPts val="1200"/>
              <a:buChar char="●"/>
            </a:pPr>
            <a:r>
              <a:rPr lang="en" sz="1200" b="1" dirty="0">
                <a:solidFill>
                  <a:srgbClr val="FF0000"/>
                </a:solidFill>
              </a:rPr>
              <a:t>index3.html</a:t>
            </a:r>
            <a:endParaRPr sz="1200" b="1" dirty="0">
              <a:solidFill>
                <a:srgbClr val="FF0000"/>
              </a:solidFill>
            </a:endParaRPr>
          </a:p>
        </p:txBody>
      </p:sp>
      <p:sp>
        <p:nvSpPr>
          <p:cNvPr id="227" name="Google Shape;227;p31"/>
          <p:cNvSpPr txBox="1"/>
          <p:nvPr/>
        </p:nvSpPr>
        <p:spPr>
          <a:xfrm>
            <a:off x="6220506" y="4553974"/>
            <a:ext cx="1743900" cy="9711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Char char="●"/>
            </a:pPr>
            <a:r>
              <a:rPr lang="en" sz="1200" dirty="0">
                <a:solidFill>
                  <a:schemeClr val="dk1"/>
                </a:solidFill>
              </a:rPr>
              <a:t>index.html</a:t>
            </a:r>
            <a:endParaRPr sz="1200" dirty="0">
              <a:solidFill>
                <a:schemeClr val="dk1"/>
              </a:solidFill>
            </a:endParaRPr>
          </a:p>
          <a:p>
            <a:pPr marL="457200" lvl="0" indent="-304800" algn="l" rtl="0">
              <a:spcBef>
                <a:spcPts val="0"/>
              </a:spcBef>
              <a:spcAft>
                <a:spcPts val="0"/>
              </a:spcAft>
              <a:buClr>
                <a:srgbClr val="FF0000"/>
              </a:buClr>
              <a:buSzPts val="1200"/>
              <a:buChar char="●"/>
            </a:pPr>
            <a:r>
              <a:rPr lang="en" sz="1200" b="1" dirty="0">
                <a:solidFill>
                  <a:srgbClr val="FF0000"/>
                </a:solidFill>
              </a:rPr>
              <a:t>index.js</a:t>
            </a:r>
            <a:endParaRPr sz="1200" b="1" dirty="0">
              <a:solidFill>
                <a:srgbClr val="FF0000"/>
              </a:solidFill>
            </a:endParaRPr>
          </a:p>
          <a:p>
            <a:pPr marL="457200" lvl="0" indent="-304800" algn="l" rtl="0">
              <a:spcBef>
                <a:spcPts val="0"/>
              </a:spcBef>
              <a:spcAft>
                <a:spcPts val="0"/>
              </a:spcAft>
              <a:buClr>
                <a:schemeClr val="dk1"/>
              </a:buClr>
              <a:buSzPts val="1200"/>
              <a:buChar char="●"/>
            </a:pPr>
            <a:r>
              <a:rPr lang="en" sz="1200" dirty="0">
                <a:solidFill>
                  <a:schemeClr val="dk1"/>
                </a:solidFill>
              </a:rPr>
              <a:t>index.css</a:t>
            </a:r>
            <a:endParaRPr sz="1200" dirty="0">
              <a:solidFill>
                <a:schemeClr val="dk1"/>
              </a:solidFill>
            </a:endParaRPr>
          </a:p>
          <a:p>
            <a:pPr marL="457200" lvl="0" indent="-304800" algn="l" rtl="0">
              <a:spcBef>
                <a:spcPts val="0"/>
              </a:spcBef>
              <a:spcAft>
                <a:spcPts val="0"/>
              </a:spcAft>
              <a:buClr>
                <a:srgbClr val="FF0000"/>
              </a:buClr>
              <a:buSzPts val="1200"/>
              <a:buChar char="●"/>
            </a:pPr>
            <a:r>
              <a:rPr lang="en" sz="1200" b="1" dirty="0">
                <a:solidFill>
                  <a:srgbClr val="FF0000"/>
                </a:solidFill>
              </a:rPr>
              <a:t>index2.html</a:t>
            </a:r>
            <a:endParaRPr sz="1200" b="1" dirty="0">
              <a:solidFill>
                <a:srgbClr val="FF0000"/>
              </a:solidFill>
            </a:endParaRPr>
          </a:p>
        </p:txBody>
      </p:sp>
      <p:sp>
        <p:nvSpPr>
          <p:cNvPr id="228" name="Google Shape;228;p31"/>
          <p:cNvSpPr txBox="1"/>
          <p:nvPr/>
        </p:nvSpPr>
        <p:spPr>
          <a:xfrm>
            <a:off x="5407850" y="1267197"/>
            <a:ext cx="1743900" cy="9711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Char char="●"/>
            </a:pPr>
            <a:r>
              <a:rPr lang="en" sz="1200">
                <a:solidFill>
                  <a:schemeClr val="dk1"/>
                </a:solidFill>
              </a:rPr>
              <a:t>index.html</a:t>
            </a:r>
            <a:endParaRPr sz="1200">
              <a:solidFill>
                <a:schemeClr val="dk1"/>
              </a:solidFill>
            </a:endParaRPr>
          </a:p>
          <a:p>
            <a:pPr marL="457200" lvl="0" indent="-304800" algn="l" rtl="0">
              <a:spcBef>
                <a:spcPts val="0"/>
              </a:spcBef>
              <a:spcAft>
                <a:spcPts val="0"/>
              </a:spcAft>
              <a:buClr>
                <a:srgbClr val="FF0000"/>
              </a:buClr>
              <a:buSzPts val="1200"/>
              <a:buChar char="●"/>
            </a:pPr>
            <a:r>
              <a:rPr lang="en" sz="1200" b="1">
                <a:solidFill>
                  <a:srgbClr val="FF0000"/>
                </a:solidFill>
              </a:rPr>
              <a:t>index.js</a:t>
            </a:r>
            <a:endParaRPr sz="1200" b="1">
              <a:solidFill>
                <a:srgbClr val="FF0000"/>
              </a:solidFill>
            </a:endParaRPr>
          </a:p>
          <a:p>
            <a:pPr marL="457200" lvl="0" indent="-304800" algn="l" rtl="0">
              <a:spcBef>
                <a:spcPts val="0"/>
              </a:spcBef>
              <a:spcAft>
                <a:spcPts val="0"/>
              </a:spcAft>
              <a:buClr>
                <a:srgbClr val="FF0000"/>
              </a:buClr>
              <a:buSzPts val="1200"/>
              <a:buChar char="●"/>
            </a:pPr>
            <a:r>
              <a:rPr lang="en" sz="1200" b="1">
                <a:solidFill>
                  <a:srgbClr val="FF0000"/>
                </a:solidFill>
              </a:rPr>
              <a:t>index.css</a:t>
            </a:r>
            <a:endParaRPr sz="1200" b="1">
              <a:solidFill>
                <a:srgbClr val="FF0000"/>
              </a:solidFill>
            </a:endParaRPr>
          </a:p>
          <a:p>
            <a:pPr marL="457200" lvl="0" indent="-304800" algn="l" rtl="0">
              <a:spcBef>
                <a:spcPts val="0"/>
              </a:spcBef>
              <a:spcAft>
                <a:spcPts val="0"/>
              </a:spcAft>
              <a:buClr>
                <a:srgbClr val="FF0000"/>
              </a:buClr>
              <a:buSzPts val="1200"/>
              <a:buChar char="●"/>
            </a:pPr>
            <a:r>
              <a:rPr lang="en" sz="1200" b="1">
                <a:solidFill>
                  <a:srgbClr val="FF0000"/>
                </a:solidFill>
              </a:rPr>
              <a:t>index3.html</a:t>
            </a:r>
            <a:endParaRPr sz="1200">
              <a:solidFill>
                <a:srgbClr val="FF0000"/>
              </a:solidFill>
            </a:endParaRPr>
          </a:p>
        </p:txBody>
      </p:sp>
      <p:sp>
        <p:nvSpPr>
          <p:cNvPr id="2" name="TextBox 1">
            <a:extLst>
              <a:ext uri="{FF2B5EF4-FFF2-40B4-BE49-F238E27FC236}">
                <a16:creationId xmlns:a16="http://schemas.microsoft.com/office/drawing/2014/main" id="{6754DF24-3FE7-C7E3-A5C2-06BAC6BF83E9}"/>
              </a:ext>
            </a:extLst>
          </p:cNvPr>
          <p:cNvSpPr txBox="1"/>
          <p:nvPr/>
        </p:nvSpPr>
        <p:spPr>
          <a:xfrm>
            <a:off x="710363" y="5519186"/>
            <a:ext cx="7838558" cy="646331"/>
          </a:xfrm>
          <a:prstGeom prst="rect">
            <a:avLst/>
          </a:prstGeom>
          <a:noFill/>
        </p:spPr>
        <p:txBody>
          <a:bodyPr wrap="square" rtlCol="0">
            <a:spAutoFit/>
          </a:bodyPr>
          <a:lstStyle/>
          <a:p>
            <a:r>
              <a:rPr lang="en-US" sz="1800" b="1" dirty="0">
                <a:solidFill>
                  <a:srgbClr val="00B050"/>
                </a:solidFill>
              </a:rPr>
              <a:t>Select and work on this one,</a:t>
            </a:r>
          </a:p>
          <a:p>
            <a:r>
              <a:rPr lang="en-US" sz="1800" b="1" dirty="0">
                <a:solidFill>
                  <a:srgbClr val="00B050"/>
                </a:solidFill>
              </a:rPr>
              <a:t>then merge back in.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2"/>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Workspaces &amp; Branches</a:t>
            </a:r>
            <a:endParaRPr/>
          </a:p>
        </p:txBody>
      </p:sp>
      <p:sp>
        <p:nvSpPr>
          <p:cNvPr id="234" name="Google Shape;234;p3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27</a:t>
            </a:fld>
            <a:endParaRPr>
              <a:solidFill>
                <a:schemeClr val="dk2"/>
              </a:solidFill>
              <a:latin typeface="Arial"/>
              <a:ea typeface="Arial"/>
              <a:cs typeface="Arial"/>
              <a:sym typeface="Arial"/>
            </a:endParaRPr>
          </a:p>
        </p:txBody>
      </p:sp>
      <p:sp>
        <p:nvSpPr>
          <p:cNvPr id="235" name="Google Shape;235;p32"/>
          <p:cNvSpPr txBox="1"/>
          <p:nvPr/>
        </p:nvSpPr>
        <p:spPr>
          <a:xfrm>
            <a:off x="3507788" y="3776605"/>
            <a:ext cx="1743900" cy="688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rPr>
              <a:t>Main</a:t>
            </a:r>
            <a:endParaRPr dirty="0">
              <a:solidFill>
                <a:schemeClr val="dk1"/>
              </a:solidFill>
            </a:endParaRPr>
          </a:p>
        </p:txBody>
      </p:sp>
      <p:sp>
        <p:nvSpPr>
          <p:cNvPr id="236" name="Google Shape;236;p32"/>
          <p:cNvSpPr txBox="1"/>
          <p:nvPr/>
        </p:nvSpPr>
        <p:spPr>
          <a:xfrm>
            <a:off x="3507792" y="1329930"/>
            <a:ext cx="1743900" cy="971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rPr>
              <a:t>Workspace</a:t>
            </a:r>
            <a:endParaRPr>
              <a:solidFill>
                <a:schemeClr val="dk1"/>
              </a:solidFill>
            </a:endParaRPr>
          </a:p>
        </p:txBody>
      </p:sp>
      <p:sp>
        <p:nvSpPr>
          <p:cNvPr id="237" name="Google Shape;237;p32"/>
          <p:cNvSpPr txBox="1"/>
          <p:nvPr/>
        </p:nvSpPr>
        <p:spPr>
          <a:xfrm>
            <a:off x="735750" y="3776605"/>
            <a:ext cx="1743900" cy="688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rPr>
              <a:t>Enhancement</a:t>
            </a:r>
            <a:endParaRPr>
              <a:solidFill>
                <a:schemeClr val="dk1"/>
              </a:solidFill>
            </a:endParaRPr>
          </a:p>
        </p:txBody>
      </p:sp>
      <p:sp>
        <p:nvSpPr>
          <p:cNvPr id="238" name="Google Shape;238;p32"/>
          <p:cNvSpPr txBox="1"/>
          <p:nvPr/>
        </p:nvSpPr>
        <p:spPr>
          <a:xfrm>
            <a:off x="6279826" y="3776605"/>
            <a:ext cx="1743900" cy="6882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rPr>
              <a:t>BugFix</a:t>
            </a:r>
            <a:endParaRPr b="1">
              <a:solidFill>
                <a:schemeClr val="dk1"/>
              </a:solidFill>
            </a:endParaRPr>
          </a:p>
        </p:txBody>
      </p:sp>
      <p:cxnSp>
        <p:nvCxnSpPr>
          <p:cNvPr id="239" name="Google Shape;239;p32"/>
          <p:cNvCxnSpPr>
            <a:stCxn id="236" idx="2"/>
            <a:endCxn id="235" idx="0"/>
          </p:cNvCxnSpPr>
          <p:nvPr/>
        </p:nvCxnSpPr>
        <p:spPr>
          <a:xfrm rot="-5400000" flipH="1">
            <a:off x="3642192" y="3038580"/>
            <a:ext cx="1475700" cy="600"/>
          </a:xfrm>
          <a:prstGeom prst="curvedConnector3">
            <a:avLst>
              <a:gd name="adj1" fmla="val 49996"/>
            </a:avLst>
          </a:prstGeom>
          <a:noFill/>
          <a:ln w="19050" cap="flat" cmpd="sng">
            <a:solidFill>
              <a:schemeClr val="dk2"/>
            </a:solidFill>
            <a:prstDash val="solid"/>
            <a:round/>
            <a:headEnd type="stealth" w="med" len="med"/>
            <a:tailEnd type="stealth" w="med" len="med"/>
          </a:ln>
        </p:spPr>
      </p:cxnSp>
      <p:cxnSp>
        <p:nvCxnSpPr>
          <p:cNvPr id="240" name="Google Shape;240;p32"/>
          <p:cNvCxnSpPr>
            <a:stCxn id="236" idx="2"/>
            <a:endCxn id="237" idx="0"/>
          </p:cNvCxnSpPr>
          <p:nvPr/>
        </p:nvCxnSpPr>
        <p:spPr>
          <a:xfrm rot="5400000">
            <a:off x="2255892" y="1652880"/>
            <a:ext cx="1475700" cy="2772000"/>
          </a:xfrm>
          <a:prstGeom prst="curvedConnector3">
            <a:avLst>
              <a:gd name="adj1" fmla="val 49996"/>
            </a:avLst>
          </a:prstGeom>
          <a:noFill/>
          <a:ln w="9525" cap="flat" cmpd="sng">
            <a:solidFill>
              <a:schemeClr val="dk2"/>
            </a:solidFill>
            <a:prstDash val="solid"/>
            <a:round/>
            <a:headEnd type="stealth" w="med" len="med"/>
            <a:tailEnd type="stealth" w="med" len="med"/>
          </a:ln>
        </p:spPr>
      </p:cxnSp>
      <p:cxnSp>
        <p:nvCxnSpPr>
          <p:cNvPr id="241" name="Google Shape;241;p32"/>
          <p:cNvCxnSpPr>
            <a:stCxn id="236" idx="2"/>
            <a:endCxn id="238" idx="0"/>
          </p:cNvCxnSpPr>
          <p:nvPr/>
        </p:nvCxnSpPr>
        <p:spPr>
          <a:xfrm rot="-5400000" flipH="1">
            <a:off x="5027892" y="1652880"/>
            <a:ext cx="1475700" cy="2772000"/>
          </a:xfrm>
          <a:prstGeom prst="curvedConnector3">
            <a:avLst>
              <a:gd name="adj1" fmla="val 49996"/>
            </a:avLst>
          </a:prstGeom>
          <a:noFill/>
          <a:ln w="9525" cap="flat" cmpd="sng">
            <a:solidFill>
              <a:schemeClr val="dk2"/>
            </a:solidFill>
            <a:prstDash val="solid"/>
            <a:round/>
            <a:headEnd type="stealth" w="med" len="med"/>
            <a:tailEnd type="stealth" w="med" len="med"/>
          </a:ln>
        </p:spPr>
      </p:cxnSp>
      <p:cxnSp>
        <p:nvCxnSpPr>
          <p:cNvPr id="242" name="Google Shape;242;p32"/>
          <p:cNvCxnSpPr/>
          <p:nvPr/>
        </p:nvCxnSpPr>
        <p:spPr>
          <a:xfrm>
            <a:off x="633900" y="3038755"/>
            <a:ext cx="7389900" cy="0"/>
          </a:xfrm>
          <a:prstGeom prst="straightConnector1">
            <a:avLst/>
          </a:prstGeom>
          <a:noFill/>
          <a:ln w="9525" cap="flat" cmpd="sng">
            <a:solidFill>
              <a:schemeClr val="dk2"/>
            </a:solidFill>
            <a:prstDash val="solid"/>
            <a:round/>
            <a:headEnd type="none" w="med" len="med"/>
            <a:tailEnd type="none" w="med" len="med"/>
          </a:ln>
        </p:spPr>
      </p:cxnSp>
      <p:sp>
        <p:nvSpPr>
          <p:cNvPr id="243" name="Google Shape;243;p32"/>
          <p:cNvSpPr txBox="1"/>
          <p:nvPr/>
        </p:nvSpPr>
        <p:spPr>
          <a:xfrm>
            <a:off x="6892125" y="2514055"/>
            <a:ext cx="1131600" cy="524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rPr>
              <a:t>Disk</a:t>
            </a:r>
            <a:endParaRPr>
              <a:solidFill>
                <a:schemeClr val="dk1"/>
              </a:solidFill>
            </a:endParaRPr>
          </a:p>
        </p:txBody>
      </p:sp>
      <p:sp>
        <p:nvSpPr>
          <p:cNvPr id="244" name="Google Shape;244;p32"/>
          <p:cNvSpPr txBox="1"/>
          <p:nvPr/>
        </p:nvSpPr>
        <p:spPr>
          <a:xfrm>
            <a:off x="633900" y="3038755"/>
            <a:ext cx="1131600" cy="524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rPr>
              <a:t>.git</a:t>
            </a:r>
            <a:endParaRPr>
              <a:solidFill>
                <a:schemeClr val="dk1"/>
              </a:solidFill>
            </a:endParaRPr>
          </a:p>
        </p:txBody>
      </p:sp>
      <p:sp>
        <p:nvSpPr>
          <p:cNvPr id="245" name="Google Shape;245;p32"/>
          <p:cNvSpPr txBox="1"/>
          <p:nvPr/>
        </p:nvSpPr>
        <p:spPr>
          <a:xfrm>
            <a:off x="3507900" y="4544655"/>
            <a:ext cx="1743900" cy="9711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Char char="●"/>
            </a:pPr>
            <a:r>
              <a:rPr lang="en" sz="1200">
                <a:solidFill>
                  <a:schemeClr val="dk1"/>
                </a:solidFill>
              </a:rPr>
              <a:t>index.html</a:t>
            </a:r>
            <a:endParaRPr sz="1200">
              <a:solidFill>
                <a:schemeClr val="dk1"/>
              </a:solidFill>
            </a:endParaRPr>
          </a:p>
          <a:p>
            <a:pPr marL="457200" lvl="0" indent="-304800" algn="l" rtl="0">
              <a:spcBef>
                <a:spcPts val="0"/>
              </a:spcBef>
              <a:spcAft>
                <a:spcPts val="0"/>
              </a:spcAft>
              <a:buClr>
                <a:schemeClr val="dk1"/>
              </a:buClr>
              <a:buSzPts val="1200"/>
              <a:buChar char="●"/>
            </a:pPr>
            <a:r>
              <a:rPr lang="en" sz="1200">
                <a:solidFill>
                  <a:schemeClr val="dk1"/>
                </a:solidFill>
              </a:rPr>
              <a:t>index.js</a:t>
            </a:r>
            <a:endParaRPr sz="1200">
              <a:solidFill>
                <a:schemeClr val="dk1"/>
              </a:solidFill>
            </a:endParaRPr>
          </a:p>
          <a:p>
            <a:pPr marL="457200" lvl="0" indent="-304800" algn="l" rtl="0">
              <a:spcBef>
                <a:spcPts val="0"/>
              </a:spcBef>
              <a:spcAft>
                <a:spcPts val="0"/>
              </a:spcAft>
              <a:buClr>
                <a:schemeClr val="dk1"/>
              </a:buClr>
              <a:buSzPts val="1200"/>
              <a:buChar char="●"/>
            </a:pPr>
            <a:r>
              <a:rPr lang="en" sz="1200">
                <a:solidFill>
                  <a:schemeClr val="dk1"/>
                </a:solidFill>
              </a:rPr>
              <a:t>index.css</a:t>
            </a:r>
            <a:endParaRPr sz="1200">
              <a:solidFill>
                <a:schemeClr val="dk1"/>
              </a:solidFill>
            </a:endParaRPr>
          </a:p>
        </p:txBody>
      </p:sp>
      <p:sp>
        <p:nvSpPr>
          <p:cNvPr id="246" name="Google Shape;246;p32"/>
          <p:cNvSpPr txBox="1"/>
          <p:nvPr/>
        </p:nvSpPr>
        <p:spPr>
          <a:xfrm>
            <a:off x="735750" y="4544655"/>
            <a:ext cx="1743900" cy="9711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Char char="●"/>
            </a:pPr>
            <a:r>
              <a:rPr lang="en" sz="1200">
                <a:solidFill>
                  <a:schemeClr val="dk1"/>
                </a:solidFill>
              </a:rPr>
              <a:t>index.html</a:t>
            </a:r>
            <a:endParaRPr sz="1200">
              <a:solidFill>
                <a:schemeClr val="dk1"/>
              </a:solidFill>
            </a:endParaRPr>
          </a:p>
          <a:p>
            <a:pPr marL="457200" lvl="0" indent="-304800" algn="l" rtl="0">
              <a:spcBef>
                <a:spcPts val="0"/>
              </a:spcBef>
              <a:spcAft>
                <a:spcPts val="0"/>
              </a:spcAft>
              <a:buClr>
                <a:srgbClr val="FF0000"/>
              </a:buClr>
              <a:buSzPts val="1200"/>
              <a:buChar char="●"/>
            </a:pPr>
            <a:r>
              <a:rPr lang="en" sz="1200" b="1">
                <a:solidFill>
                  <a:srgbClr val="FF0000"/>
                </a:solidFill>
              </a:rPr>
              <a:t>index.js</a:t>
            </a:r>
            <a:endParaRPr sz="1200" b="1">
              <a:solidFill>
                <a:srgbClr val="FF0000"/>
              </a:solidFill>
            </a:endParaRPr>
          </a:p>
          <a:p>
            <a:pPr marL="457200" lvl="0" indent="-304800" algn="l" rtl="0">
              <a:spcBef>
                <a:spcPts val="0"/>
              </a:spcBef>
              <a:spcAft>
                <a:spcPts val="0"/>
              </a:spcAft>
              <a:buClr>
                <a:srgbClr val="FF0000"/>
              </a:buClr>
              <a:buSzPts val="1200"/>
              <a:buChar char="●"/>
            </a:pPr>
            <a:r>
              <a:rPr lang="en" sz="1200" b="1">
                <a:solidFill>
                  <a:srgbClr val="FF0000"/>
                </a:solidFill>
              </a:rPr>
              <a:t>index.css</a:t>
            </a:r>
            <a:endParaRPr sz="1200" b="1">
              <a:solidFill>
                <a:srgbClr val="FF0000"/>
              </a:solidFill>
            </a:endParaRPr>
          </a:p>
          <a:p>
            <a:pPr marL="457200" lvl="0" indent="-304800" algn="l" rtl="0">
              <a:spcBef>
                <a:spcPts val="0"/>
              </a:spcBef>
              <a:spcAft>
                <a:spcPts val="0"/>
              </a:spcAft>
              <a:buClr>
                <a:srgbClr val="FF0000"/>
              </a:buClr>
              <a:buSzPts val="1200"/>
              <a:buChar char="●"/>
            </a:pPr>
            <a:r>
              <a:rPr lang="en" sz="1200" b="1">
                <a:solidFill>
                  <a:srgbClr val="FF0000"/>
                </a:solidFill>
              </a:rPr>
              <a:t>index3.html</a:t>
            </a:r>
            <a:endParaRPr sz="1200" b="1">
              <a:solidFill>
                <a:srgbClr val="FF0000"/>
              </a:solidFill>
            </a:endParaRPr>
          </a:p>
        </p:txBody>
      </p:sp>
      <p:sp>
        <p:nvSpPr>
          <p:cNvPr id="247" name="Google Shape;247;p32"/>
          <p:cNvSpPr txBox="1"/>
          <p:nvPr/>
        </p:nvSpPr>
        <p:spPr>
          <a:xfrm>
            <a:off x="6280050" y="4544655"/>
            <a:ext cx="1743900" cy="9711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Char char="●"/>
            </a:pPr>
            <a:r>
              <a:rPr lang="en" sz="1200">
                <a:solidFill>
                  <a:schemeClr val="dk1"/>
                </a:solidFill>
              </a:rPr>
              <a:t>index.html</a:t>
            </a:r>
            <a:endParaRPr sz="1200">
              <a:solidFill>
                <a:schemeClr val="dk1"/>
              </a:solidFill>
            </a:endParaRPr>
          </a:p>
          <a:p>
            <a:pPr marL="457200" lvl="0" indent="-304800" algn="l" rtl="0">
              <a:spcBef>
                <a:spcPts val="0"/>
              </a:spcBef>
              <a:spcAft>
                <a:spcPts val="0"/>
              </a:spcAft>
              <a:buClr>
                <a:srgbClr val="FF0000"/>
              </a:buClr>
              <a:buSzPts val="1200"/>
              <a:buChar char="●"/>
            </a:pPr>
            <a:r>
              <a:rPr lang="en" sz="1200" b="1">
                <a:solidFill>
                  <a:srgbClr val="FF0000"/>
                </a:solidFill>
              </a:rPr>
              <a:t>index.js</a:t>
            </a:r>
            <a:endParaRPr sz="1200" b="1">
              <a:solidFill>
                <a:srgbClr val="FF0000"/>
              </a:solidFill>
            </a:endParaRPr>
          </a:p>
          <a:p>
            <a:pPr marL="457200" lvl="0" indent="-304800" algn="l" rtl="0">
              <a:spcBef>
                <a:spcPts val="0"/>
              </a:spcBef>
              <a:spcAft>
                <a:spcPts val="0"/>
              </a:spcAft>
              <a:buClr>
                <a:schemeClr val="dk1"/>
              </a:buClr>
              <a:buSzPts val="1200"/>
              <a:buChar char="●"/>
            </a:pPr>
            <a:r>
              <a:rPr lang="en" sz="1200">
                <a:solidFill>
                  <a:schemeClr val="dk1"/>
                </a:solidFill>
              </a:rPr>
              <a:t>index.css</a:t>
            </a:r>
            <a:endParaRPr sz="1200">
              <a:solidFill>
                <a:schemeClr val="dk1"/>
              </a:solidFill>
            </a:endParaRPr>
          </a:p>
          <a:p>
            <a:pPr marL="457200" lvl="0" indent="-304800" algn="l" rtl="0">
              <a:spcBef>
                <a:spcPts val="0"/>
              </a:spcBef>
              <a:spcAft>
                <a:spcPts val="0"/>
              </a:spcAft>
              <a:buClr>
                <a:srgbClr val="FF0000"/>
              </a:buClr>
              <a:buSzPts val="1200"/>
              <a:buChar char="●"/>
            </a:pPr>
            <a:r>
              <a:rPr lang="en" sz="1200" b="1">
                <a:solidFill>
                  <a:srgbClr val="FF0000"/>
                </a:solidFill>
              </a:rPr>
              <a:t>index2.html</a:t>
            </a:r>
            <a:endParaRPr sz="1200" b="1">
              <a:solidFill>
                <a:srgbClr val="FF0000"/>
              </a:solidFill>
            </a:endParaRPr>
          </a:p>
        </p:txBody>
      </p:sp>
      <p:sp>
        <p:nvSpPr>
          <p:cNvPr id="248" name="Google Shape;248;p32"/>
          <p:cNvSpPr txBox="1"/>
          <p:nvPr/>
        </p:nvSpPr>
        <p:spPr>
          <a:xfrm>
            <a:off x="5407850" y="1309755"/>
            <a:ext cx="1743900" cy="9711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Char char="●"/>
            </a:pPr>
            <a:r>
              <a:rPr lang="en" sz="1200">
                <a:solidFill>
                  <a:schemeClr val="dk1"/>
                </a:solidFill>
              </a:rPr>
              <a:t>index.html</a:t>
            </a:r>
            <a:endParaRPr sz="1200">
              <a:solidFill>
                <a:schemeClr val="dk1"/>
              </a:solidFill>
            </a:endParaRPr>
          </a:p>
          <a:p>
            <a:pPr marL="457200" lvl="0" indent="-304800" algn="l" rtl="0">
              <a:spcBef>
                <a:spcPts val="0"/>
              </a:spcBef>
              <a:spcAft>
                <a:spcPts val="0"/>
              </a:spcAft>
              <a:buClr>
                <a:srgbClr val="FF0000"/>
              </a:buClr>
              <a:buSzPts val="1200"/>
              <a:buChar char="●"/>
            </a:pPr>
            <a:r>
              <a:rPr lang="en" sz="1200" b="1">
                <a:solidFill>
                  <a:srgbClr val="FF0000"/>
                </a:solidFill>
              </a:rPr>
              <a:t>index.js</a:t>
            </a:r>
            <a:endParaRPr sz="1200" b="1">
              <a:solidFill>
                <a:srgbClr val="FF0000"/>
              </a:solidFill>
            </a:endParaRPr>
          </a:p>
          <a:p>
            <a:pPr marL="457200" lvl="0" indent="-304800" algn="l" rtl="0">
              <a:spcBef>
                <a:spcPts val="0"/>
              </a:spcBef>
              <a:spcAft>
                <a:spcPts val="0"/>
              </a:spcAft>
              <a:buClr>
                <a:schemeClr val="dk1"/>
              </a:buClr>
              <a:buSzPts val="1200"/>
              <a:buChar char="●"/>
            </a:pPr>
            <a:r>
              <a:rPr lang="en" sz="1200">
                <a:solidFill>
                  <a:schemeClr val="dk1"/>
                </a:solidFill>
              </a:rPr>
              <a:t>index.css</a:t>
            </a:r>
            <a:endParaRPr sz="1200">
              <a:solidFill>
                <a:schemeClr val="dk1"/>
              </a:solidFill>
            </a:endParaRPr>
          </a:p>
          <a:p>
            <a:pPr marL="457200" lvl="0" indent="-304800" algn="l" rtl="0">
              <a:spcBef>
                <a:spcPts val="0"/>
              </a:spcBef>
              <a:spcAft>
                <a:spcPts val="0"/>
              </a:spcAft>
              <a:buClr>
                <a:srgbClr val="FF0000"/>
              </a:buClr>
              <a:buSzPts val="1200"/>
              <a:buChar char="●"/>
            </a:pPr>
            <a:r>
              <a:rPr lang="en" sz="1200" b="1">
                <a:solidFill>
                  <a:srgbClr val="FF0000"/>
                </a:solidFill>
              </a:rPr>
              <a:t>index2.html</a:t>
            </a:r>
            <a:endParaRPr sz="1200">
              <a:solidFill>
                <a:schemeClr val="dk1"/>
              </a:solidFill>
            </a:endParaRPr>
          </a:p>
        </p:txBody>
      </p:sp>
      <p:sp>
        <p:nvSpPr>
          <p:cNvPr id="3" name="TextBox 2">
            <a:extLst>
              <a:ext uri="{FF2B5EF4-FFF2-40B4-BE49-F238E27FC236}">
                <a16:creationId xmlns:a16="http://schemas.microsoft.com/office/drawing/2014/main" id="{2B06934F-6FA1-32AC-5EAC-34EA66073CAC}"/>
              </a:ext>
            </a:extLst>
          </p:cNvPr>
          <p:cNvSpPr txBox="1"/>
          <p:nvPr/>
        </p:nvSpPr>
        <p:spPr>
          <a:xfrm>
            <a:off x="5251688" y="5557225"/>
            <a:ext cx="3322620" cy="646331"/>
          </a:xfrm>
          <a:prstGeom prst="rect">
            <a:avLst/>
          </a:prstGeom>
          <a:noFill/>
        </p:spPr>
        <p:txBody>
          <a:bodyPr wrap="square" rtlCol="0">
            <a:spAutoFit/>
          </a:bodyPr>
          <a:lstStyle/>
          <a:p>
            <a:r>
              <a:rPr lang="en-US" sz="1800" b="1" dirty="0">
                <a:solidFill>
                  <a:srgbClr val="00B050"/>
                </a:solidFill>
              </a:rPr>
              <a:t>Select and work on this one,</a:t>
            </a:r>
          </a:p>
          <a:p>
            <a:r>
              <a:rPr lang="en-US" sz="1800" b="1" dirty="0">
                <a:solidFill>
                  <a:srgbClr val="00B050"/>
                </a:solidFill>
              </a:rPr>
              <a:t>then merge back in.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3"/>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Typical Workflow</a:t>
            </a:r>
            <a:endParaRPr/>
          </a:p>
        </p:txBody>
      </p:sp>
      <p:sp>
        <p:nvSpPr>
          <p:cNvPr id="254" name="Google Shape;254;p33"/>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28</a:t>
            </a:fld>
            <a:endParaRPr>
              <a:solidFill>
                <a:schemeClr val="dk2"/>
              </a:solidFill>
              <a:latin typeface="Arial"/>
              <a:ea typeface="Arial"/>
              <a:cs typeface="Arial"/>
              <a:sym typeface="Arial"/>
            </a:endParaRPr>
          </a:p>
        </p:txBody>
      </p:sp>
      <p:graphicFrame>
        <p:nvGraphicFramePr>
          <p:cNvPr id="2" name="Google Shape;255;p33">
            <a:extLst>
              <a:ext uri="{FF2B5EF4-FFF2-40B4-BE49-F238E27FC236}">
                <a16:creationId xmlns:a16="http://schemas.microsoft.com/office/drawing/2014/main" id="{0CBF8F78-8E97-2BF8-1315-37DCDD9E46A8}"/>
              </a:ext>
            </a:extLst>
          </p:cNvPr>
          <p:cNvGraphicFramePr/>
          <p:nvPr>
            <p:extLst>
              <p:ext uri="{D42A27DB-BD31-4B8C-83A1-F6EECF244321}">
                <p14:modId xmlns:p14="http://schemas.microsoft.com/office/powerpoint/2010/main" val="271341756"/>
              </p:ext>
            </p:extLst>
          </p:nvPr>
        </p:nvGraphicFramePr>
        <p:xfrm>
          <a:off x="952500" y="1224200"/>
          <a:ext cx="7239000" cy="5120280"/>
        </p:xfrm>
        <a:graphic>
          <a:graphicData uri="http://schemas.openxmlformats.org/drawingml/2006/table">
            <a:tbl>
              <a:tblPr>
                <a:noFill/>
                <a:tableStyleId>{1DB412FF-3A9F-4CAE-B5FB-45894B559091}</a:tableStyleId>
              </a:tblPr>
              <a:tblGrid>
                <a:gridCol w="3976688">
                  <a:extLst>
                    <a:ext uri="{9D8B030D-6E8A-4147-A177-3AD203B41FA5}">
                      <a16:colId xmlns:a16="http://schemas.microsoft.com/office/drawing/2014/main" val="20000"/>
                    </a:ext>
                  </a:extLst>
                </a:gridCol>
                <a:gridCol w="3262312">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US" sz="1600" dirty="0">
                          <a:solidFill>
                            <a:schemeClr val="dk1"/>
                          </a:solidFill>
                          <a:latin typeface="Source Code Pro"/>
                          <a:ea typeface="Source Code Pro"/>
                          <a:cs typeface="Source Code Pro"/>
                          <a:sym typeface="Source Code Pro"/>
                        </a:rPr>
                        <a:t>Create a directory in shell</a:t>
                      </a:r>
                      <a:endParaRPr sz="1600" dirty="0">
                        <a:solidFill>
                          <a:schemeClr val="dk1"/>
                        </a:solidFill>
                        <a:latin typeface="Source Code Pro"/>
                        <a:ea typeface="Source Code Pro"/>
                        <a:cs typeface="Source Code Pro"/>
                        <a:sym typeface="Source Code Pro"/>
                      </a:endParaRPr>
                    </a:p>
                  </a:txBody>
                  <a:tcPr marL="91425" marR="91425" marT="91425" marB="91425">
                    <a:lnL w="9525" cap="flat" cmpd="sng">
                      <a:solidFill>
                        <a:srgbClr val="B7B7B7"/>
                      </a:solidFill>
                      <a:prstDash val="solid"/>
                      <a:round/>
                      <a:headEnd type="none" w="sm" len="sm"/>
                      <a:tailEnd type="none" w="sm" len="sm"/>
                    </a:lnL>
                    <a:lnR w="9525" cap="flat" cmpd="sng" algn="ctr">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r>
                        <a:rPr lang="en-US" sz="1600" dirty="0">
                          <a:solidFill>
                            <a:schemeClr val="dk1"/>
                          </a:solidFill>
                          <a:latin typeface="Trebuchet MS"/>
                          <a:ea typeface="Trebuchet MS"/>
                          <a:cs typeface="Trebuchet MS"/>
                          <a:sym typeface="Trebuchet MS"/>
                        </a:rPr>
                        <a:t>md Proj1 / </a:t>
                      </a:r>
                      <a:r>
                        <a:rPr lang="en-US" sz="1600" dirty="0" err="1">
                          <a:solidFill>
                            <a:schemeClr val="dk1"/>
                          </a:solidFill>
                          <a:latin typeface="Trebuchet MS"/>
                          <a:ea typeface="Trebuchet MS"/>
                          <a:cs typeface="Trebuchet MS"/>
                          <a:sym typeface="Trebuchet MS"/>
                        </a:rPr>
                        <a:t>mkdir</a:t>
                      </a:r>
                      <a:r>
                        <a:rPr lang="en-US" sz="1600" dirty="0">
                          <a:solidFill>
                            <a:schemeClr val="dk1"/>
                          </a:solidFill>
                          <a:latin typeface="Trebuchet MS"/>
                          <a:ea typeface="Trebuchet MS"/>
                          <a:cs typeface="Trebuchet MS"/>
                          <a:sym typeface="Trebuchet MS"/>
                        </a:rPr>
                        <a:t> Proj1</a:t>
                      </a:r>
                      <a:endParaRPr sz="1600" dirty="0">
                        <a:solidFill>
                          <a:schemeClr val="dk1"/>
                        </a:solidFill>
                        <a:latin typeface="Trebuchet MS"/>
                        <a:ea typeface="Trebuchet MS"/>
                        <a:cs typeface="Trebuchet MS"/>
                        <a:sym typeface="Trebuchet MS"/>
                      </a:endParaRPr>
                    </a:p>
                  </a:txBody>
                  <a:tcPr marL="91425" marR="91425" marT="91425" marB="91425">
                    <a:lnL w="9525" cap="flat" cmpd="sng" algn="ctr">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extLst>
                  <a:ext uri="{0D108BD9-81ED-4DB2-BD59-A6C34878D82A}">
                    <a16:rowId xmlns:a16="http://schemas.microsoft.com/office/drawing/2014/main" val="3586864966"/>
                  </a:ext>
                </a:extLst>
              </a:tr>
              <a:tr h="381000">
                <a:tc>
                  <a:txBody>
                    <a:bodyPr/>
                    <a:lstStyle/>
                    <a:p>
                      <a:pPr marL="0" lvl="0" indent="0" algn="l" rtl="0">
                        <a:spcBef>
                          <a:spcPts val="0"/>
                        </a:spcBef>
                        <a:spcAft>
                          <a:spcPts val="0"/>
                        </a:spcAft>
                        <a:buNone/>
                      </a:pPr>
                      <a:r>
                        <a:rPr lang="en-US" sz="1600" dirty="0">
                          <a:solidFill>
                            <a:schemeClr val="dk1"/>
                          </a:solidFill>
                          <a:latin typeface="Source Code Pro"/>
                          <a:ea typeface="Source Code Pro"/>
                          <a:cs typeface="Source Code Pro"/>
                          <a:sym typeface="Source Code Pro"/>
                        </a:rPr>
                        <a:t>Change to the directory</a:t>
                      </a:r>
                      <a:endParaRPr sz="1600" dirty="0">
                        <a:solidFill>
                          <a:schemeClr val="dk1"/>
                        </a:solidFill>
                        <a:latin typeface="Source Code Pro"/>
                        <a:ea typeface="Source Code Pro"/>
                        <a:cs typeface="Source Code Pro"/>
                        <a:sym typeface="Source Code Pro"/>
                      </a:endParaRPr>
                    </a:p>
                  </a:txBody>
                  <a:tcPr marL="91425" marR="91425" marT="91425" marB="91425">
                    <a:lnL w="9525" cap="flat" cmpd="sng">
                      <a:solidFill>
                        <a:srgbClr val="B7B7B7"/>
                      </a:solidFill>
                      <a:prstDash val="solid"/>
                      <a:round/>
                      <a:headEnd type="none" w="sm" len="sm"/>
                      <a:tailEnd type="none" w="sm" len="sm"/>
                    </a:lnL>
                    <a:lnR w="9525" cap="flat" cmpd="sng" algn="ctr">
                      <a:solidFill>
                        <a:srgbClr val="B7B7B7"/>
                      </a:solidFill>
                      <a:prstDash val="solid"/>
                      <a:round/>
                      <a:headEnd type="none" w="sm" len="sm"/>
                      <a:tailEnd type="none" w="sm" len="sm"/>
                    </a:lnR>
                    <a:lnT w="9525" cap="flat" cmpd="sng" algn="ctr">
                      <a:solidFill>
                        <a:srgbClr val="B7B7B7"/>
                      </a:solidFill>
                      <a:prstDash val="solid"/>
                      <a:round/>
                      <a:headEnd type="none" w="sm" len="sm"/>
                      <a:tailEnd type="none" w="sm" len="sm"/>
                    </a:lnT>
                    <a:lnB w="9525" cap="flat" cmpd="sng" algn="ctr">
                      <a:solidFill>
                        <a:srgbClr val="B7B7B7"/>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solidFill>
                            <a:schemeClr val="dk1"/>
                          </a:solidFill>
                          <a:latin typeface="Trebuchet MS"/>
                          <a:ea typeface="Trebuchet MS"/>
                          <a:cs typeface="Trebuchet MS"/>
                          <a:sym typeface="Trebuchet MS"/>
                        </a:rPr>
                        <a:t>cd Proj1 / </a:t>
                      </a:r>
                      <a:r>
                        <a:rPr lang="en-US" sz="1600" dirty="0" err="1">
                          <a:solidFill>
                            <a:schemeClr val="dk1"/>
                          </a:solidFill>
                          <a:latin typeface="Trebuchet MS"/>
                          <a:ea typeface="Trebuchet MS"/>
                          <a:cs typeface="Trebuchet MS"/>
                          <a:sym typeface="Trebuchet MS"/>
                        </a:rPr>
                        <a:t>ckdir</a:t>
                      </a:r>
                      <a:r>
                        <a:rPr lang="en-US" sz="1600" dirty="0">
                          <a:solidFill>
                            <a:schemeClr val="dk1"/>
                          </a:solidFill>
                          <a:latin typeface="Trebuchet MS"/>
                          <a:ea typeface="Trebuchet MS"/>
                          <a:cs typeface="Trebuchet MS"/>
                          <a:sym typeface="Trebuchet MS"/>
                        </a:rPr>
                        <a:t> Proj1</a:t>
                      </a:r>
                    </a:p>
                  </a:txBody>
                  <a:tcPr marL="91425" marR="91425" marT="91425" marB="91425">
                    <a:lnL w="9525" cap="flat" cmpd="sng" algn="ctr">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lgn="ctr">
                      <a:solidFill>
                        <a:srgbClr val="B7B7B7"/>
                      </a:solidFill>
                      <a:prstDash val="solid"/>
                      <a:round/>
                      <a:headEnd type="none" w="sm" len="sm"/>
                      <a:tailEnd type="none" w="sm" len="sm"/>
                    </a:lnT>
                    <a:lnB w="9525" cap="flat" cmpd="sng" algn="ctr">
                      <a:solidFill>
                        <a:srgbClr val="B7B7B7"/>
                      </a:solidFill>
                      <a:prstDash val="solid"/>
                      <a:round/>
                      <a:headEnd type="none" w="sm" len="sm"/>
                      <a:tailEnd type="none" w="sm" len="sm"/>
                    </a:lnB>
                  </a:tcPr>
                </a:tc>
                <a:extLst>
                  <a:ext uri="{0D108BD9-81ED-4DB2-BD59-A6C34878D82A}">
                    <a16:rowId xmlns:a16="http://schemas.microsoft.com/office/drawing/2014/main" val="4219837910"/>
                  </a:ext>
                </a:extLst>
              </a:tr>
              <a:tr h="381000">
                <a:tc>
                  <a:txBody>
                    <a:bodyPr/>
                    <a:lstStyle/>
                    <a:p>
                      <a:pPr marL="0" lvl="0" indent="0" algn="l" rtl="0">
                        <a:spcBef>
                          <a:spcPts val="0"/>
                        </a:spcBef>
                        <a:spcAft>
                          <a:spcPts val="0"/>
                        </a:spcAft>
                        <a:buNone/>
                      </a:pPr>
                      <a:r>
                        <a:rPr lang="en" sz="1600" dirty="0">
                          <a:solidFill>
                            <a:schemeClr val="dk1"/>
                          </a:solidFill>
                          <a:latin typeface="Source Code Pro"/>
                          <a:ea typeface="Source Code Pro"/>
                          <a:cs typeface="Source Code Pro"/>
                          <a:sym typeface="Source Code Pro"/>
                        </a:rPr>
                        <a:t>git init</a:t>
                      </a:r>
                      <a:endParaRPr sz="1600" dirty="0">
                        <a:solidFill>
                          <a:schemeClr val="dk1"/>
                        </a:solidFill>
                        <a:latin typeface="Source Code Pro"/>
                        <a:ea typeface="Source Code Pro"/>
                        <a:cs typeface="Source Code Pro"/>
                        <a:sym typeface="Source Code Pro"/>
                      </a:endParaRPr>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lgn="ctr">
                      <a:solidFill>
                        <a:srgbClr val="B7B7B7"/>
                      </a:solidFill>
                      <a:prstDash val="solid"/>
                      <a:round/>
                      <a:headEnd type="none" w="sm" len="sm"/>
                      <a:tailEnd type="none" w="sm" len="sm"/>
                    </a:lnT>
                    <a:lnB w="9525" cap="flat" cmpd="sng" algn="ctr">
                      <a:solidFill>
                        <a:srgbClr val="B7B7B7"/>
                      </a:solidFill>
                      <a:prstDash val="solid"/>
                      <a:round/>
                      <a:headEnd type="none" w="sm" len="sm"/>
                      <a:tailEnd type="none" w="sm" len="sm"/>
                    </a:lnB>
                  </a:tcPr>
                </a:tc>
                <a:tc>
                  <a:txBody>
                    <a:bodyPr/>
                    <a:lstStyle/>
                    <a:p>
                      <a:pPr marL="0" lvl="0" indent="0" algn="l" rtl="0">
                        <a:spcBef>
                          <a:spcPts val="0"/>
                        </a:spcBef>
                        <a:spcAft>
                          <a:spcPts val="0"/>
                        </a:spcAft>
                        <a:buNone/>
                      </a:pPr>
                      <a:r>
                        <a:rPr lang="en" sz="1600" dirty="0">
                          <a:solidFill>
                            <a:schemeClr val="dk1"/>
                          </a:solidFill>
                          <a:latin typeface="Trebuchet MS"/>
                          <a:ea typeface="Trebuchet MS"/>
                          <a:cs typeface="Trebuchet MS"/>
                          <a:sym typeface="Trebuchet MS"/>
                        </a:rPr>
                        <a:t>Initialized</a:t>
                      </a:r>
                      <a:endParaRPr sz="1600" dirty="0">
                        <a:solidFill>
                          <a:schemeClr val="dk1"/>
                        </a:solidFill>
                        <a:latin typeface="Trebuchet MS"/>
                        <a:ea typeface="Trebuchet MS"/>
                        <a:cs typeface="Trebuchet MS"/>
                        <a:sym typeface="Trebuchet MS"/>
                      </a:endParaRPr>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lgn="ctr">
                      <a:solidFill>
                        <a:srgbClr val="B7B7B7"/>
                      </a:solidFill>
                      <a:prstDash val="solid"/>
                      <a:round/>
                      <a:headEnd type="none" w="sm" len="sm"/>
                      <a:tailEnd type="none" w="sm" len="sm"/>
                    </a:lnT>
                    <a:lnB w="9525" cap="flat" cmpd="sng" algn="ctr">
                      <a:solidFill>
                        <a:srgbClr val="B7B7B7"/>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600" i="1" dirty="0">
                          <a:solidFill>
                            <a:schemeClr val="dk1"/>
                          </a:solidFill>
                          <a:latin typeface="Source Code Pro"/>
                          <a:ea typeface="Source Code Pro"/>
                          <a:cs typeface="Source Code Pro"/>
                          <a:sym typeface="Source Code Pro"/>
                        </a:rPr>
                        <a:t>Create File</a:t>
                      </a:r>
                      <a:endParaRPr sz="1600" i="1" dirty="0">
                        <a:solidFill>
                          <a:schemeClr val="dk1"/>
                        </a:solidFill>
                        <a:latin typeface="Source Code Pro"/>
                        <a:ea typeface="Source Code Pro"/>
                        <a:cs typeface="Source Code Pro"/>
                        <a:sym typeface="Source Code Pro"/>
                      </a:endParaRPr>
                    </a:p>
                  </a:txBody>
                  <a:tcPr marL="91425" marR="91425" marT="91425" marB="91425">
                    <a:lnL w="9525" cap="flat" cmpd="sng">
                      <a:solidFill>
                        <a:srgbClr val="B7B7B7"/>
                      </a:solidFill>
                      <a:prstDash val="solid"/>
                      <a:round/>
                      <a:headEnd type="none" w="sm" len="sm"/>
                      <a:tailEnd type="none" w="sm" len="sm"/>
                    </a:lnL>
                    <a:lnR w="9525" cap="flat" cmpd="sng" algn="ctr">
                      <a:solidFill>
                        <a:srgbClr val="B7B7B7"/>
                      </a:solidFill>
                      <a:prstDash val="solid"/>
                      <a:round/>
                      <a:headEnd type="none" w="sm" len="sm"/>
                      <a:tailEnd type="none" w="sm" len="sm"/>
                    </a:lnR>
                    <a:lnT w="9525" cap="flat" cmpd="sng" algn="ctr">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r>
                        <a:rPr lang="en" sz="1600" dirty="0">
                          <a:solidFill>
                            <a:schemeClr val="dk1"/>
                          </a:solidFill>
                          <a:latin typeface="Trebuchet MS"/>
                          <a:ea typeface="Trebuchet MS"/>
                          <a:cs typeface="Trebuchet MS"/>
                          <a:sym typeface="Trebuchet MS"/>
                        </a:rPr>
                        <a:t>Untracked</a:t>
                      </a:r>
                      <a:endParaRPr sz="1600" dirty="0">
                        <a:solidFill>
                          <a:schemeClr val="dk1"/>
                        </a:solidFill>
                        <a:latin typeface="Trebuchet MS"/>
                        <a:ea typeface="Trebuchet MS"/>
                        <a:cs typeface="Trebuchet MS"/>
                        <a:sym typeface="Trebuchet MS"/>
                      </a:endParaRPr>
                    </a:p>
                  </a:txBody>
                  <a:tcPr marL="91425" marR="91425" marT="91425" marB="91425">
                    <a:lnL w="9525" cap="flat" cmpd="sng" algn="ctr">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lgn="ctr">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1600" dirty="0">
                          <a:solidFill>
                            <a:schemeClr val="dk1"/>
                          </a:solidFill>
                          <a:latin typeface="Source Code Pro"/>
                          <a:ea typeface="Source Code Pro"/>
                          <a:cs typeface="Source Code Pro"/>
                          <a:sym typeface="Source Code Pro"/>
                        </a:rPr>
                        <a:t>git add [</a:t>
                      </a:r>
                      <a:r>
                        <a:rPr lang="en" sz="1600" i="1" dirty="0">
                          <a:solidFill>
                            <a:schemeClr val="dk1"/>
                          </a:solidFill>
                          <a:latin typeface="Source Code Pro"/>
                          <a:ea typeface="Source Code Pro"/>
                          <a:cs typeface="Source Code Pro"/>
                          <a:sym typeface="Source Code Pro"/>
                        </a:rPr>
                        <a:t>filename</a:t>
                      </a:r>
                      <a:r>
                        <a:rPr lang="en" sz="1600" dirty="0">
                          <a:solidFill>
                            <a:schemeClr val="dk1"/>
                          </a:solidFill>
                          <a:latin typeface="Source Code Pro"/>
                          <a:ea typeface="Source Code Pro"/>
                          <a:cs typeface="Source Code Pro"/>
                          <a:sym typeface="Source Code Pro"/>
                        </a:rPr>
                        <a:t>]</a:t>
                      </a:r>
                      <a:endParaRPr sz="1600" dirty="0">
                        <a:solidFill>
                          <a:schemeClr val="dk1"/>
                        </a:solidFill>
                        <a:latin typeface="Source Code Pro"/>
                        <a:ea typeface="Source Code Pro"/>
                        <a:cs typeface="Source Code Pro"/>
                        <a:sym typeface="Source Code Pro"/>
                      </a:endParaRPr>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r>
                        <a:rPr lang="en" sz="1600">
                          <a:solidFill>
                            <a:schemeClr val="dk1"/>
                          </a:solidFill>
                          <a:latin typeface="Trebuchet MS"/>
                          <a:ea typeface="Trebuchet MS"/>
                          <a:cs typeface="Trebuchet MS"/>
                          <a:sym typeface="Trebuchet MS"/>
                        </a:rPr>
                        <a:t>Staged</a:t>
                      </a:r>
                      <a:endParaRPr sz="1600">
                        <a:solidFill>
                          <a:schemeClr val="dk1"/>
                        </a:solidFill>
                        <a:latin typeface="Trebuchet MS"/>
                        <a:ea typeface="Trebuchet MS"/>
                        <a:cs typeface="Trebuchet MS"/>
                        <a:sym typeface="Trebuchet MS"/>
                      </a:endParaRPr>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1600" dirty="0">
                          <a:solidFill>
                            <a:schemeClr val="dk1"/>
                          </a:solidFill>
                          <a:latin typeface="Source Code Pro"/>
                          <a:ea typeface="Source Code Pro"/>
                          <a:cs typeface="Source Code Pro"/>
                          <a:sym typeface="Source Code Pro"/>
                        </a:rPr>
                        <a:t>git commit -m "</a:t>
                      </a:r>
                      <a:r>
                        <a:rPr lang="en" sz="1600" i="1" dirty="0">
                          <a:solidFill>
                            <a:schemeClr val="dk1"/>
                          </a:solidFill>
                          <a:latin typeface="Source Code Pro"/>
                          <a:ea typeface="Source Code Pro"/>
                          <a:cs typeface="Source Code Pro"/>
                          <a:sym typeface="Source Code Pro"/>
                        </a:rPr>
                        <a:t>..comments..</a:t>
                      </a:r>
                      <a:r>
                        <a:rPr lang="en" sz="1600" dirty="0">
                          <a:solidFill>
                            <a:schemeClr val="dk1"/>
                          </a:solidFill>
                          <a:latin typeface="Source Code Pro"/>
                          <a:ea typeface="Source Code Pro"/>
                          <a:cs typeface="Source Code Pro"/>
                          <a:sym typeface="Source Code Pro"/>
                        </a:rPr>
                        <a:t>"</a:t>
                      </a:r>
                      <a:endParaRPr sz="1600" dirty="0">
                        <a:solidFill>
                          <a:schemeClr val="dk1"/>
                        </a:solidFill>
                        <a:latin typeface="Source Code Pro"/>
                        <a:ea typeface="Source Code Pro"/>
                        <a:cs typeface="Source Code Pro"/>
                        <a:sym typeface="Source Code Pro"/>
                      </a:endParaRPr>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r>
                        <a:rPr lang="en" sz="1600">
                          <a:solidFill>
                            <a:schemeClr val="dk1"/>
                          </a:solidFill>
                          <a:latin typeface="Trebuchet MS"/>
                          <a:ea typeface="Trebuchet MS"/>
                          <a:cs typeface="Trebuchet MS"/>
                          <a:sym typeface="Trebuchet MS"/>
                        </a:rPr>
                        <a:t>Committed (v1.0)</a:t>
                      </a:r>
                      <a:endParaRPr sz="1600">
                        <a:solidFill>
                          <a:schemeClr val="dk1"/>
                        </a:solidFill>
                        <a:latin typeface="Trebuchet MS"/>
                        <a:ea typeface="Trebuchet MS"/>
                        <a:cs typeface="Trebuchet MS"/>
                        <a:sym typeface="Trebuchet MS"/>
                      </a:endParaRPr>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sz="1600" i="1" dirty="0">
                          <a:solidFill>
                            <a:schemeClr val="dk1"/>
                          </a:solidFill>
                          <a:latin typeface="Source Code Pro"/>
                          <a:ea typeface="Source Code Pro"/>
                          <a:cs typeface="Source Code Pro"/>
                          <a:sym typeface="Source Code Pro"/>
                        </a:rPr>
                        <a:t>Edit the File</a:t>
                      </a:r>
                      <a:endParaRPr sz="1600" i="1" dirty="0">
                        <a:solidFill>
                          <a:schemeClr val="dk1"/>
                        </a:solidFill>
                        <a:latin typeface="Source Code Pro"/>
                        <a:ea typeface="Source Code Pro"/>
                        <a:cs typeface="Source Code Pro"/>
                        <a:sym typeface="Source Code Pro"/>
                      </a:endParaRPr>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r>
                        <a:rPr lang="en" sz="1600">
                          <a:solidFill>
                            <a:schemeClr val="dk1"/>
                          </a:solidFill>
                          <a:latin typeface="Trebuchet MS"/>
                          <a:ea typeface="Trebuchet MS"/>
                          <a:cs typeface="Trebuchet MS"/>
                          <a:sym typeface="Trebuchet MS"/>
                        </a:rPr>
                        <a:t>Untracked</a:t>
                      </a:r>
                      <a:endParaRPr sz="1600">
                        <a:solidFill>
                          <a:schemeClr val="dk1"/>
                        </a:solidFill>
                        <a:latin typeface="Trebuchet MS"/>
                        <a:ea typeface="Trebuchet MS"/>
                        <a:cs typeface="Trebuchet MS"/>
                        <a:sym typeface="Trebuchet MS"/>
                      </a:endParaRPr>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 sz="1600" dirty="0">
                          <a:solidFill>
                            <a:schemeClr val="dk1"/>
                          </a:solidFill>
                          <a:latin typeface="Source Code Pro"/>
                          <a:ea typeface="Source Code Pro"/>
                          <a:cs typeface="Source Code Pro"/>
                          <a:sym typeface="Source Code Pro"/>
                        </a:rPr>
                        <a:t>git add [</a:t>
                      </a:r>
                      <a:r>
                        <a:rPr lang="en" sz="1600" i="1" dirty="0">
                          <a:solidFill>
                            <a:schemeClr val="dk1"/>
                          </a:solidFill>
                          <a:latin typeface="Source Code Pro"/>
                          <a:ea typeface="Source Code Pro"/>
                          <a:cs typeface="Source Code Pro"/>
                          <a:sym typeface="Source Code Pro"/>
                        </a:rPr>
                        <a:t>filename</a:t>
                      </a:r>
                      <a:r>
                        <a:rPr lang="en" sz="1600" dirty="0">
                          <a:solidFill>
                            <a:schemeClr val="dk1"/>
                          </a:solidFill>
                          <a:latin typeface="Source Code Pro"/>
                          <a:ea typeface="Source Code Pro"/>
                          <a:cs typeface="Source Code Pro"/>
                          <a:sym typeface="Source Code Pro"/>
                        </a:rPr>
                        <a:t>]</a:t>
                      </a:r>
                      <a:endParaRPr sz="1600" dirty="0">
                        <a:solidFill>
                          <a:schemeClr val="dk1"/>
                        </a:solidFill>
                        <a:latin typeface="Source Code Pro"/>
                        <a:ea typeface="Source Code Pro"/>
                        <a:cs typeface="Source Code Pro"/>
                        <a:sym typeface="Source Code Pro"/>
                      </a:endParaRPr>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r>
                        <a:rPr lang="en" sz="1600" dirty="0">
                          <a:solidFill>
                            <a:schemeClr val="dk1"/>
                          </a:solidFill>
                          <a:latin typeface="Trebuchet MS"/>
                          <a:ea typeface="Trebuchet MS"/>
                          <a:cs typeface="Trebuchet MS"/>
                          <a:sym typeface="Trebuchet MS"/>
                        </a:rPr>
                        <a:t>Staged</a:t>
                      </a:r>
                      <a:endParaRPr sz="1600" dirty="0">
                        <a:solidFill>
                          <a:schemeClr val="dk1"/>
                        </a:solidFill>
                        <a:latin typeface="Trebuchet MS"/>
                        <a:ea typeface="Trebuchet MS"/>
                        <a:cs typeface="Trebuchet MS"/>
                        <a:sym typeface="Trebuchet MS"/>
                      </a:endParaRPr>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r>
                        <a:rPr lang="en" sz="1600" dirty="0">
                          <a:solidFill>
                            <a:schemeClr val="dk1"/>
                          </a:solidFill>
                          <a:latin typeface="Source Code Pro"/>
                          <a:ea typeface="Source Code Pro"/>
                          <a:cs typeface="Source Code Pro"/>
                          <a:sym typeface="Source Code Pro"/>
                        </a:rPr>
                        <a:t>git commit -m "</a:t>
                      </a:r>
                      <a:r>
                        <a:rPr lang="en" sz="1600" i="1" dirty="0">
                          <a:solidFill>
                            <a:schemeClr val="dk1"/>
                          </a:solidFill>
                          <a:latin typeface="Source Code Pro"/>
                          <a:ea typeface="Source Code Pro"/>
                          <a:cs typeface="Source Code Pro"/>
                          <a:sym typeface="Source Code Pro"/>
                        </a:rPr>
                        <a:t>..comments..</a:t>
                      </a:r>
                      <a:r>
                        <a:rPr lang="en" sz="1600" dirty="0">
                          <a:solidFill>
                            <a:schemeClr val="dk1"/>
                          </a:solidFill>
                          <a:latin typeface="Source Code Pro"/>
                          <a:ea typeface="Source Code Pro"/>
                          <a:cs typeface="Source Code Pro"/>
                          <a:sym typeface="Source Code Pro"/>
                        </a:rPr>
                        <a:t>"</a:t>
                      </a:r>
                      <a:endParaRPr sz="1600" dirty="0">
                        <a:solidFill>
                          <a:schemeClr val="dk1"/>
                        </a:solidFill>
                        <a:latin typeface="Source Code Pro"/>
                        <a:ea typeface="Source Code Pro"/>
                        <a:cs typeface="Source Code Pro"/>
                        <a:sym typeface="Source Code Pro"/>
                      </a:endParaRPr>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r>
                        <a:rPr lang="en" sz="1600">
                          <a:solidFill>
                            <a:schemeClr val="dk1"/>
                          </a:solidFill>
                          <a:latin typeface="Trebuchet MS"/>
                          <a:ea typeface="Trebuchet MS"/>
                          <a:cs typeface="Trebuchet MS"/>
                          <a:sym typeface="Trebuchet MS"/>
                        </a:rPr>
                        <a:t>Committed (v2.0)</a:t>
                      </a:r>
                      <a:endParaRPr sz="1600">
                        <a:solidFill>
                          <a:schemeClr val="dk1"/>
                        </a:solidFill>
                        <a:latin typeface="Trebuchet MS"/>
                        <a:ea typeface="Trebuchet MS"/>
                        <a:cs typeface="Trebuchet MS"/>
                        <a:sym typeface="Trebuchet MS"/>
                      </a:endParaRPr>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extLst>
                  <a:ext uri="{0D108BD9-81ED-4DB2-BD59-A6C34878D82A}">
                    <a16:rowId xmlns:a16="http://schemas.microsoft.com/office/drawing/2014/main" val="10007"/>
                  </a:ext>
                </a:extLst>
              </a:tr>
              <a:tr h="381000">
                <a:tc>
                  <a:txBody>
                    <a:bodyPr/>
                    <a:lstStyle/>
                    <a:p>
                      <a:pPr marL="0" lvl="0" indent="0" algn="l" rtl="0">
                        <a:spcBef>
                          <a:spcPts val="0"/>
                        </a:spcBef>
                        <a:spcAft>
                          <a:spcPts val="0"/>
                        </a:spcAft>
                        <a:buNone/>
                      </a:pPr>
                      <a:r>
                        <a:rPr lang="en-US" sz="1600" i="1" dirty="0">
                          <a:solidFill>
                            <a:schemeClr val="dk1"/>
                          </a:solidFill>
                          <a:latin typeface="Source Code Pro"/>
                          <a:ea typeface="Source Code Pro"/>
                          <a:cs typeface="Source Code Pro"/>
                          <a:sym typeface="Source Code Pro"/>
                        </a:rPr>
                        <a:t>Create new repository in GitHub</a:t>
                      </a:r>
                      <a:endParaRPr sz="1600" i="1" dirty="0">
                        <a:solidFill>
                          <a:schemeClr val="dk1"/>
                        </a:solidFill>
                        <a:latin typeface="Source Code Pro"/>
                        <a:ea typeface="Source Code Pro"/>
                        <a:cs typeface="Source Code Pro"/>
                        <a:sym typeface="Source Code Pro"/>
                      </a:endParaRPr>
                    </a:p>
                  </a:txBody>
                  <a:tcPr marL="91425" marR="91425" marT="91425" marB="91425">
                    <a:lnL w="9525" cap="flat" cmpd="sng">
                      <a:solidFill>
                        <a:srgbClr val="B7B7B7"/>
                      </a:solidFill>
                      <a:prstDash val="solid"/>
                      <a:round/>
                      <a:headEnd type="none" w="sm" len="sm"/>
                      <a:tailEnd type="none" w="sm" len="sm"/>
                    </a:lnL>
                    <a:lnR w="9525" cap="flat" cmpd="sng" algn="ctr">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lgn="ctr">
                      <a:solidFill>
                        <a:srgbClr val="B7B7B7"/>
                      </a:solidFill>
                      <a:prstDash val="solid"/>
                      <a:round/>
                      <a:headEnd type="none" w="sm" len="sm"/>
                      <a:tailEnd type="none" w="sm" len="sm"/>
                    </a:lnB>
                  </a:tcPr>
                </a:tc>
                <a:tc>
                  <a:txBody>
                    <a:bodyPr/>
                    <a:lstStyle/>
                    <a:p>
                      <a:pPr marL="0" lvl="0" indent="0" algn="l" rtl="0">
                        <a:spcBef>
                          <a:spcPts val="0"/>
                        </a:spcBef>
                        <a:spcAft>
                          <a:spcPts val="0"/>
                        </a:spcAft>
                        <a:buNone/>
                      </a:pPr>
                      <a:r>
                        <a:rPr lang="en-US" sz="1600" dirty="0">
                          <a:solidFill>
                            <a:schemeClr val="dk1"/>
                          </a:solidFill>
                          <a:latin typeface="Trebuchet MS"/>
                          <a:ea typeface="Trebuchet MS"/>
                          <a:cs typeface="Trebuchet MS"/>
                          <a:sym typeface="Trebuchet MS"/>
                        </a:rPr>
                        <a:t>(optional)</a:t>
                      </a:r>
                      <a:endParaRPr sz="1600" dirty="0">
                        <a:solidFill>
                          <a:schemeClr val="dk1"/>
                        </a:solidFill>
                        <a:latin typeface="Trebuchet MS"/>
                        <a:ea typeface="Trebuchet MS"/>
                        <a:cs typeface="Trebuchet MS"/>
                        <a:sym typeface="Trebuchet MS"/>
                      </a:endParaRPr>
                    </a:p>
                  </a:txBody>
                  <a:tcPr marL="91425" marR="91425" marT="91425" marB="91425">
                    <a:lnL w="9525" cap="flat" cmpd="sng" algn="ctr">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lgn="ctr">
                      <a:solidFill>
                        <a:srgbClr val="B7B7B7"/>
                      </a:solidFill>
                      <a:prstDash val="solid"/>
                      <a:round/>
                      <a:headEnd type="none" w="sm" len="sm"/>
                      <a:tailEnd type="none" w="sm" len="sm"/>
                    </a:lnB>
                  </a:tcPr>
                </a:tc>
                <a:extLst>
                  <a:ext uri="{0D108BD9-81ED-4DB2-BD59-A6C34878D82A}">
                    <a16:rowId xmlns:a16="http://schemas.microsoft.com/office/drawing/2014/main" val="3436095735"/>
                  </a:ext>
                </a:extLst>
              </a:tr>
              <a:tr h="38100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solidFill>
                            <a:schemeClr val="dk1"/>
                          </a:solidFill>
                          <a:latin typeface="Source Code Pro"/>
                          <a:ea typeface="Source Code Pro"/>
                          <a:cs typeface="Source Code Pro"/>
                          <a:sym typeface="Source Code Pro"/>
                        </a:rPr>
                        <a:t>git remote add origin [</a:t>
                      </a:r>
                      <a:r>
                        <a:rPr lang="en-US" sz="1600" dirty="0" err="1">
                          <a:solidFill>
                            <a:schemeClr val="dk1"/>
                          </a:solidFill>
                          <a:latin typeface="Source Code Pro"/>
                          <a:ea typeface="Source Code Pro"/>
                          <a:cs typeface="Source Code Pro"/>
                          <a:sym typeface="Source Code Pro"/>
                        </a:rPr>
                        <a:t>url</a:t>
                      </a:r>
                      <a:r>
                        <a:rPr lang="en-US" sz="1600" dirty="0">
                          <a:solidFill>
                            <a:schemeClr val="dk1"/>
                          </a:solidFill>
                          <a:latin typeface="Source Code Pro"/>
                          <a:ea typeface="Source Code Pro"/>
                          <a:cs typeface="Source Code Pro"/>
                          <a:sym typeface="Source Code Pro"/>
                        </a:rPr>
                        <a:t>]</a:t>
                      </a:r>
                    </a:p>
                  </a:txBody>
                  <a:tcPr marL="91425" marR="91425" marT="91425" marB="91425">
                    <a:lnL w="9525" cap="flat" cmpd="sng">
                      <a:solidFill>
                        <a:srgbClr val="B7B7B7"/>
                      </a:solidFill>
                      <a:prstDash val="solid"/>
                      <a:round/>
                      <a:headEnd type="none" w="sm" len="sm"/>
                      <a:tailEnd type="none" w="sm" len="sm"/>
                    </a:lnL>
                    <a:lnR w="9525" cap="flat" cmpd="sng" algn="ctr">
                      <a:solidFill>
                        <a:srgbClr val="B7B7B7"/>
                      </a:solidFill>
                      <a:prstDash val="solid"/>
                      <a:round/>
                      <a:headEnd type="none" w="sm" len="sm"/>
                      <a:tailEnd type="none" w="sm" len="sm"/>
                    </a:lnR>
                    <a:lnT w="9525" cap="flat" cmpd="sng" algn="ctr">
                      <a:solidFill>
                        <a:srgbClr val="B7B7B7"/>
                      </a:solidFill>
                      <a:prstDash val="solid"/>
                      <a:round/>
                      <a:headEnd type="none" w="sm" len="sm"/>
                      <a:tailEnd type="none" w="sm" len="sm"/>
                    </a:lnT>
                    <a:lnB w="9525" cap="flat" cmpd="sng" algn="ctr">
                      <a:solidFill>
                        <a:srgbClr val="B7B7B7"/>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solidFill>
                            <a:schemeClr val="dk1"/>
                          </a:solidFill>
                          <a:latin typeface="Trebuchet MS"/>
                          <a:ea typeface="Trebuchet MS"/>
                          <a:cs typeface="Trebuchet MS"/>
                          <a:sym typeface="Trebuchet MS"/>
                        </a:rPr>
                        <a:t>Connected to GitHub (optional)</a:t>
                      </a:r>
                    </a:p>
                  </a:txBody>
                  <a:tcPr marL="91425" marR="91425" marT="91425" marB="91425">
                    <a:lnL w="9525" cap="flat" cmpd="sng" algn="ctr">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lgn="ctr">
                      <a:solidFill>
                        <a:srgbClr val="B7B7B7"/>
                      </a:solidFill>
                      <a:prstDash val="solid"/>
                      <a:round/>
                      <a:headEnd type="none" w="sm" len="sm"/>
                      <a:tailEnd type="none" w="sm" len="sm"/>
                    </a:lnT>
                    <a:lnB w="9525" cap="flat" cmpd="sng" algn="ctr">
                      <a:solidFill>
                        <a:srgbClr val="B7B7B7"/>
                      </a:solidFill>
                      <a:prstDash val="solid"/>
                      <a:round/>
                      <a:headEnd type="none" w="sm" len="sm"/>
                      <a:tailEnd type="none" w="sm" len="sm"/>
                    </a:lnB>
                  </a:tcPr>
                </a:tc>
                <a:extLst>
                  <a:ext uri="{0D108BD9-81ED-4DB2-BD59-A6C34878D82A}">
                    <a16:rowId xmlns:a16="http://schemas.microsoft.com/office/drawing/2014/main" val="1692501915"/>
                  </a:ext>
                </a:extLst>
              </a:tr>
              <a:tr h="381000">
                <a:tc>
                  <a:txBody>
                    <a:bodyPr/>
                    <a:lstStyle/>
                    <a:p>
                      <a:pPr marL="0" lvl="0" indent="0" algn="l" rtl="0">
                        <a:spcBef>
                          <a:spcPts val="0"/>
                        </a:spcBef>
                        <a:spcAft>
                          <a:spcPts val="0"/>
                        </a:spcAft>
                        <a:buNone/>
                      </a:pPr>
                      <a:r>
                        <a:rPr lang="en" sz="1600" dirty="0">
                          <a:solidFill>
                            <a:schemeClr val="dk1"/>
                          </a:solidFill>
                          <a:latin typeface="Source Code Pro"/>
                          <a:ea typeface="Source Code Pro"/>
                          <a:cs typeface="Source Code Pro"/>
                          <a:sym typeface="Source Code Pro"/>
                        </a:rPr>
                        <a:t>git push origin [</a:t>
                      </a:r>
                      <a:r>
                        <a:rPr lang="en" sz="1600" i="1" dirty="0">
                          <a:solidFill>
                            <a:schemeClr val="dk1"/>
                          </a:solidFill>
                          <a:latin typeface="Source Code Pro"/>
                          <a:ea typeface="Source Code Pro"/>
                          <a:cs typeface="Source Code Pro"/>
                          <a:sym typeface="Source Code Pro"/>
                        </a:rPr>
                        <a:t>branchname</a:t>
                      </a:r>
                      <a:r>
                        <a:rPr lang="en" sz="1600" dirty="0">
                          <a:solidFill>
                            <a:schemeClr val="dk1"/>
                          </a:solidFill>
                          <a:latin typeface="Source Code Pro"/>
                          <a:ea typeface="Source Code Pro"/>
                          <a:cs typeface="Source Code Pro"/>
                          <a:sym typeface="Source Code Pro"/>
                        </a:rPr>
                        <a:t>]</a:t>
                      </a:r>
                      <a:endParaRPr sz="1600" dirty="0">
                        <a:solidFill>
                          <a:schemeClr val="dk1"/>
                        </a:solidFill>
                        <a:latin typeface="Source Code Pro"/>
                        <a:ea typeface="Source Code Pro"/>
                        <a:cs typeface="Source Code Pro"/>
                        <a:sym typeface="Source Code Pro"/>
                      </a:endParaRPr>
                    </a:p>
                  </a:txBody>
                  <a:tcPr marL="91425" marR="91425" marT="91425" marB="91425">
                    <a:lnL w="9525" cap="flat" cmpd="sng">
                      <a:solidFill>
                        <a:srgbClr val="B7B7B7"/>
                      </a:solidFill>
                      <a:prstDash val="solid"/>
                      <a:round/>
                      <a:headEnd type="none" w="sm" len="sm"/>
                      <a:tailEnd type="none" w="sm" len="sm"/>
                    </a:lnL>
                    <a:lnR w="9525" cap="flat" cmpd="sng" algn="ctr">
                      <a:solidFill>
                        <a:srgbClr val="B7B7B7"/>
                      </a:solidFill>
                      <a:prstDash val="solid"/>
                      <a:round/>
                      <a:headEnd type="none" w="sm" len="sm"/>
                      <a:tailEnd type="none" w="sm" len="sm"/>
                    </a:lnR>
                    <a:lnT w="9525" cap="flat" cmpd="sng" algn="ctr">
                      <a:solidFill>
                        <a:srgbClr val="B7B7B7"/>
                      </a:solidFill>
                      <a:prstDash val="solid"/>
                      <a:round/>
                      <a:headEnd type="none" w="sm" len="sm"/>
                      <a:tailEnd type="none" w="sm" len="sm"/>
                    </a:lnT>
                    <a:lnB w="9525" cap="flat" cmpd="sng" algn="ctr">
                      <a:solidFill>
                        <a:srgbClr val="B7B7B7"/>
                      </a:solidFill>
                      <a:prstDash val="solid"/>
                      <a:round/>
                      <a:headEnd type="none" w="sm" len="sm"/>
                      <a:tailEnd type="none" w="sm" len="sm"/>
                    </a:lnB>
                  </a:tcPr>
                </a:tc>
                <a:tc>
                  <a:txBody>
                    <a:bodyPr/>
                    <a:lstStyle/>
                    <a:p>
                      <a:pPr marL="0" lvl="0" indent="0" algn="l" rtl="0">
                        <a:spcBef>
                          <a:spcPts val="0"/>
                        </a:spcBef>
                        <a:spcAft>
                          <a:spcPts val="0"/>
                        </a:spcAft>
                        <a:buNone/>
                      </a:pPr>
                      <a:r>
                        <a:rPr lang="en" sz="1600" dirty="0">
                          <a:solidFill>
                            <a:schemeClr val="dk1"/>
                          </a:solidFill>
                          <a:latin typeface="Trebuchet MS"/>
                          <a:ea typeface="Trebuchet MS"/>
                          <a:cs typeface="Trebuchet MS"/>
                          <a:sym typeface="Trebuchet MS"/>
                        </a:rPr>
                        <a:t>Copied to GitHub (optional)</a:t>
                      </a:r>
                      <a:endParaRPr sz="1600" dirty="0">
                        <a:solidFill>
                          <a:schemeClr val="dk1"/>
                        </a:solidFill>
                        <a:latin typeface="Trebuchet MS"/>
                        <a:ea typeface="Trebuchet MS"/>
                        <a:cs typeface="Trebuchet MS"/>
                        <a:sym typeface="Trebuchet MS"/>
                      </a:endParaRPr>
                    </a:p>
                  </a:txBody>
                  <a:tcPr marL="91425" marR="91425" marT="91425" marB="91425">
                    <a:lnL w="9525" cap="flat" cmpd="sng" algn="ctr">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lgn="ctr">
                      <a:solidFill>
                        <a:srgbClr val="B7B7B7"/>
                      </a:solidFill>
                      <a:prstDash val="solid"/>
                      <a:round/>
                      <a:headEnd type="none" w="sm" len="sm"/>
                      <a:tailEnd type="none" w="sm" len="sm"/>
                    </a:lnT>
                    <a:lnB w="9525" cap="flat" cmpd="sng" algn="ctr">
                      <a:solidFill>
                        <a:srgbClr val="B7B7B7"/>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4"/>
          <p:cNvSpPr txBox="1">
            <a:spLocks noGrp="1"/>
          </p:cNvSpPr>
          <p:nvPr>
            <p:ph type="title"/>
          </p:nvPr>
        </p:nvSpPr>
        <p:spPr>
          <a:xfrm>
            <a:off x="311700" y="2867800"/>
            <a:ext cx="8520600" cy="1122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Commands</a:t>
            </a:r>
            <a:endParaRPr/>
          </a:p>
        </p:txBody>
      </p:sp>
      <p:sp>
        <p:nvSpPr>
          <p:cNvPr id="261" name="Google Shape;261;p3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29</a:t>
            </a:fld>
            <a:endParaRPr>
              <a:solidFill>
                <a:schemeClr val="dk2"/>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35"/>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Overview commands</a:t>
            </a:r>
            <a:endParaRPr/>
          </a:p>
        </p:txBody>
      </p:sp>
      <p:sp>
        <p:nvSpPr>
          <p:cNvPr id="267" name="Google Shape;267;p35"/>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30</a:t>
            </a:fld>
            <a:endParaRPr>
              <a:solidFill>
                <a:schemeClr val="dk2"/>
              </a:solidFill>
              <a:latin typeface="Arial"/>
              <a:ea typeface="Arial"/>
              <a:cs typeface="Arial"/>
              <a:sym typeface="Arial"/>
            </a:endParaRPr>
          </a:p>
        </p:txBody>
      </p:sp>
      <p:sp>
        <p:nvSpPr>
          <p:cNvPr id="268" name="Google Shape;268;p35"/>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 dirty="0"/>
              <a:t>All commands begin with </a:t>
            </a:r>
            <a:r>
              <a:rPr lang="en" dirty="0">
                <a:latin typeface="Source Code Pro"/>
                <a:ea typeface="Source Code Pro"/>
                <a:cs typeface="Source Code Pro"/>
                <a:sym typeface="Source Code Pro"/>
              </a:rPr>
              <a:t>git</a:t>
            </a:r>
            <a:endParaRPr dirty="0">
              <a:latin typeface="Source Code Pro"/>
              <a:ea typeface="Source Code Pro"/>
              <a:cs typeface="Source Code Pro"/>
              <a:sym typeface="Source Code Pro"/>
            </a:endParaRPr>
          </a:p>
          <a:p>
            <a:pPr marL="457200" lvl="0" indent="-419100" algn="l" rtl="0">
              <a:spcBef>
                <a:spcPts val="0"/>
              </a:spcBef>
              <a:spcAft>
                <a:spcPts val="0"/>
              </a:spcAft>
              <a:buSzPts val="3000"/>
              <a:buChar char="●"/>
            </a:pPr>
            <a:r>
              <a:rPr lang="en" dirty="0"/>
              <a:t>All text in lower case</a:t>
            </a:r>
            <a:endParaRPr dirty="0"/>
          </a:p>
          <a:p>
            <a:pPr marL="457200" lvl="0" indent="-419100" algn="l" rtl="0">
              <a:spcBef>
                <a:spcPts val="0"/>
              </a:spcBef>
              <a:spcAft>
                <a:spcPts val="0"/>
              </a:spcAft>
              <a:buSzPts val="3000"/>
              <a:buChar char="●"/>
            </a:pPr>
            <a:r>
              <a:rPr lang="en" dirty="0"/>
              <a:t>Strings in single or double quotes</a:t>
            </a:r>
          </a:p>
          <a:p>
            <a:pPr marL="457200" lvl="0" indent="-419100" algn="l" rtl="0">
              <a:spcBef>
                <a:spcPts val="0"/>
              </a:spcBef>
              <a:spcAft>
                <a:spcPts val="0"/>
              </a:spcAft>
              <a:buSzPts val="3000"/>
              <a:buChar char="●"/>
            </a:pPr>
            <a:endParaRPr lang="en" dirty="0"/>
          </a:p>
          <a:p>
            <a:pPr lvl="0"/>
            <a:r>
              <a:rPr lang="en-US" dirty="0"/>
              <a:t>Help:</a:t>
            </a:r>
          </a:p>
          <a:p>
            <a:pPr lvl="1">
              <a:buChar char="●"/>
            </a:pPr>
            <a:r>
              <a:rPr lang="en-US" sz="2000" dirty="0"/>
              <a:t>C:/Program Files/Git/mingw64/share/doc/git-doc/git.html</a:t>
            </a:r>
            <a:endParaRPr lang="en-US" dirty="0"/>
          </a:p>
          <a:p>
            <a:pPr lvl="1">
              <a:buChar char="●"/>
            </a:pPr>
            <a:r>
              <a:rPr lang="en-US" dirty="0"/>
              <a:t>Add --help to any command:</a:t>
            </a:r>
          </a:p>
          <a:p>
            <a:pPr lvl="2">
              <a:buChar char="●"/>
            </a:pPr>
            <a:r>
              <a:rPr lang="en-US" dirty="0"/>
              <a:t>git status --help </a:t>
            </a:r>
          </a:p>
          <a:p>
            <a:pPr marL="457200" lvl="0" indent="-419100" algn="l" rtl="0">
              <a:spcBef>
                <a:spcPts val="0"/>
              </a:spcBef>
              <a:spcAft>
                <a:spcPts val="0"/>
              </a:spcAft>
              <a:buSzPts val="3000"/>
              <a:buChar char="●"/>
            </a:pPr>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6"/>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Command: init</a:t>
            </a:r>
            <a:endParaRPr dirty="0"/>
          </a:p>
        </p:txBody>
      </p:sp>
      <p:sp>
        <p:nvSpPr>
          <p:cNvPr id="274" name="Google Shape;274;p36"/>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 dirty="0"/>
              <a:t>Initialize a folder on disk as a Git repository</a:t>
            </a:r>
            <a:endParaRPr dirty="0"/>
          </a:p>
          <a:p>
            <a:pPr marL="457200" lvl="0" indent="-419100" algn="l" rtl="0">
              <a:spcBef>
                <a:spcPts val="0"/>
              </a:spcBef>
              <a:spcAft>
                <a:spcPts val="0"/>
              </a:spcAft>
              <a:buSzPts val="3000"/>
              <a:buChar char="●"/>
            </a:pPr>
            <a:r>
              <a:rPr lang="en" dirty="0"/>
              <a:t>Creates the </a:t>
            </a:r>
            <a:r>
              <a:rPr lang="en" dirty="0">
                <a:latin typeface="Source Code Pro"/>
                <a:ea typeface="Source Code Pro"/>
                <a:cs typeface="Source Code Pro"/>
                <a:sym typeface="Source Code Pro"/>
              </a:rPr>
              <a:t>.git</a:t>
            </a:r>
            <a:r>
              <a:rPr lang="en" dirty="0"/>
              <a:t> hidden folder</a:t>
            </a:r>
            <a:endParaRPr dirty="0"/>
          </a:p>
          <a:p>
            <a:pPr marL="457200" lvl="0" indent="0" algn="l" rtl="0">
              <a:spcBef>
                <a:spcPts val="0"/>
              </a:spcBef>
              <a:spcAft>
                <a:spcPts val="0"/>
              </a:spcAft>
              <a:buNone/>
            </a:pPr>
            <a:r>
              <a:rPr lang="en" sz="2000" i="1" dirty="0"/>
              <a:t>Note: you should never init a subfolder of an existing repo </a:t>
            </a:r>
          </a:p>
          <a:p>
            <a:pPr lvl="0" indent="0">
              <a:buNone/>
            </a:pPr>
            <a:r>
              <a:rPr lang="en" sz="2000" i="1" dirty="0"/>
              <a:t>(i.e. no init inside of inits!)</a:t>
            </a:r>
            <a:endParaRPr sz="2000" dirty="0"/>
          </a:p>
          <a:p>
            <a:pPr marL="0" lvl="0" indent="0" algn="l" rtl="0">
              <a:spcBef>
                <a:spcPts val="0"/>
              </a:spcBef>
              <a:spcAft>
                <a:spcPts val="0"/>
              </a:spcAft>
              <a:buNone/>
            </a:pPr>
            <a:endParaRPr dirty="0">
              <a:latin typeface="Source Code Pro"/>
              <a:ea typeface="Source Code Pro"/>
              <a:cs typeface="Source Code Pro"/>
              <a:sym typeface="Source Code Pro"/>
            </a:endParaRPr>
          </a:p>
          <a:p>
            <a:pPr marL="0" lvl="0" indent="0" algn="l" rtl="0">
              <a:spcBef>
                <a:spcPts val="0"/>
              </a:spcBef>
              <a:spcAft>
                <a:spcPts val="0"/>
              </a:spcAft>
              <a:buNone/>
            </a:pPr>
            <a:r>
              <a:rPr lang="en" dirty="0">
                <a:latin typeface="Source Code Pro"/>
                <a:ea typeface="Source Code Pro"/>
                <a:cs typeface="Source Code Pro"/>
                <a:sym typeface="Source Code Pro"/>
              </a:rPr>
              <a:t>$ </a:t>
            </a:r>
            <a:r>
              <a:rPr lang="en" b="1" dirty="0">
                <a:latin typeface="Source Code Pro"/>
                <a:ea typeface="Source Code Pro"/>
                <a:cs typeface="Source Code Pro"/>
                <a:sym typeface="Source Code Pro"/>
              </a:rPr>
              <a:t>git init</a:t>
            </a:r>
            <a:r>
              <a:rPr lang="en" dirty="0">
                <a:latin typeface="Source Code Pro"/>
                <a:ea typeface="Source Code Pro"/>
                <a:cs typeface="Source Code Pro"/>
                <a:sym typeface="Source Code Pro"/>
              </a:rPr>
              <a:t> // </a:t>
            </a:r>
            <a:r>
              <a:rPr lang="en" dirty="0"/>
              <a:t>initialize the current folder 				    as Git repo</a:t>
            </a:r>
            <a:endParaRPr dirty="0"/>
          </a:p>
        </p:txBody>
      </p:sp>
      <p:sp>
        <p:nvSpPr>
          <p:cNvPr id="275" name="Google Shape;275;p36"/>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31</a:t>
            </a:fld>
            <a:endParaRPr>
              <a:solidFill>
                <a:schemeClr val="dk2"/>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37"/>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Command: remote</a:t>
            </a:r>
            <a:endParaRPr dirty="0"/>
          </a:p>
        </p:txBody>
      </p:sp>
      <p:sp>
        <p:nvSpPr>
          <p:cNvPr id="281" name="Google Shape;281;p37"/>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 dirty="0"/>
              <a:t>Links a GitHub repo to the Git repo</a:t>
            </a:r>
            <a:endParaRPr dirty="0"/>
          </a:p>
          <a:p>
            <a:pPr marL="457200" lvl="0" indent="-419100" algn="l" rtl="0">
              <a:spcBef>
                <a:spcPts val="0"/>
              </a:spcBef>
              <a:spcAft>
                <a:spcPts val="0"/>
              </a:spcAft>
              <a:buSzPts val="3000"/>
              <a:buChar char="●"/>
            </a:pPr>
            <a:r>
              <a:rPr lang="en" dirty="0"/>
              <a:t>Allows copying commits to/from GitHub</a:t>
            </a:r>
            <a:endParaRPr dirty="0"/>
          </a:p>
          <a:p>
            <a:pPr lvl="0"/>
            <a:r>
              <a:rPr lang="en-US" dirty="0"/>
              <a:t>Creates link to GitHub, but does not copy files</a:t>
            </a:r>
          </a:p>
          <a:p>
            <a:pPr marL="0" lvl="0" indent="0">
              <a:buNone/>
            </a:pPr>
            <a:r>
              <a:rPr lang="en-US" sz="3200" dirty="0">
                <a:latin typeface="Source Code Pro"/>
                <a:ea typeface="Source Code Pro"/>
                <a:cs typeface="Source Code Pro"/>
                <a:sym typeface="Source Code Pro"/>
              </a:rPr>
              <a:t>     </a:t>
            </a:r>
            <a:r>
              <a:rPr lang="en-US" sz="2400" dirty="0">
                <a:latin typeface="Source Code Pro"/>
                <a:ea typeface="Source Code Pro"/>
                <a:cs typeface="Source Code Pro"/>
                <a:sym typeface="Source Code Pro"/>
              </a:rPr>
              <a:t>$ git remote add origin [name].git </a:t>
            </a:r>
            <a:endParaRPr lang="en-US" dirty="0">
              <a:latin typeface="Source Code Pro"/>
              <a:ea typeface="Source Code Pro"/>
              <a:cs typeface="Source Code Pro"/>
              <a:sym typeface="Source Code Pro"/>
            </a:endParaRPr>
          </a:p>
          <a:p>
            <a:pPr marL="342900" indent="-342900"/>
            <a:r>
              <a:rPr lang="en-US" sz="3200" dirty="0"/>
              <a:t>Remove / display remote link</a:t>
            </a:r>
            <a:endParaRPr lang="en-US" sz="3200" dirty="0">
              <a:latin typeface="Source Code Pro"/>
              <a:ea typeface="Source Code Pro"/>
              <a:cs typeface="Source Code Pro"/>
              <a:sym typeface="Source Code Pro"/>
            </a:endParaRPr>
          </a:p>
          <a:p>
            <a:pPr marL="0" lvl="0" indent="0">
              <a:buNone/>
            </a:pPr>
            <a:r>
              <a:rPr lang="en-US" sz="2400" dirty="0">
                <a:latin typeface="Source Code Pro"/>
                <a:ea typeface="Source Code Pro"/>
                <a:cs typeface="Source Code Pro"/>
                <a:sym typeface="Source Code Pro"/>
              </a:rPr>
              <a:t>	$ git remote remove origin</a:t>
            </a:r>
          </a:p>
          <a:p>
            <a:pPr marL="0" lvl="0" indent="0">
              <a:buNone/>
            </a:pPr>
            <a:r>
              <a:rPr lang="en-US" sz="2400" dirty="0">
                <a:latin typeface="Source Code Pro"/>
                <a:ea typeface="Source Code Pro"/>
                <a:cs typeface="Source Code Pro"/>
                <a:sym typeface="Source Code Pro"/>
              </a:rPr>
              <a:t>	$ git remote -v // </a:t>
            </a:r>
            <a:r>
              <a:rPr lang="en-US" sz="2400" dirty="0"/>
              <a:t>display GitHub link</a:t>
            </a:r>
          </a:p>
          <a:p>
            <a:pPr marL="0" lvl="0" indent="0" algn="l" rtl="0">
              <a:spcBef>
                <a:spcPts val="0"/>
              </a:spcBef>
              <a:spcAft>
                <a:spcPts val="0"/>
              </a:spcAft>
              <a:buNone/>
            </a:pPr>
            <a:endParaRPr dirty="0"/>
          </a:p>
        </p:txBody>
      </p:sp>
      <p:sp>
        <p:nvSpPr>
          <p:cNvPr id="282" name="Google Shape;282;p37"/>
          <p:cNvSpPr txBox="1">
            <a:spLocks noGrp="1"/>
          </p:cNvSpPr>
          <p:nvPr>
            <p:ph type="sldNum" idx="12"/>
          </p:nvPr>
        </p:nvSpPr>
        <p:spPr>
          <a:xfrm>
            <a:off x="8472458" y="624048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32</a:t>
            </a:fld>
            <a:endParaRPr>
              <a:solidFill>
                <a:schemeClr val="dk2"/>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38"/>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Command: status</a:t>
            </a:r>
            <a:endParaRPr dirty="0"/>
          </a:p>
        </p:txBody>
      </p:sp>
      <p:sp>
        <p:nvSpPr>
          <p:cNvPr id="288" name="Google Shape;288;p38"/>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 dirty="0"/>
              <a:t>Displays the status of all the files in the workspace. Valid stats are:</a:t>
            </a:r>
            <a:endParaRPr dirty="0"/>
          </a:p>
          <a:p>
            <a:pPr marL="914400" lvl="1" indent="-419100" algn="l" rtl="0">
              <a:spcBef>
                <a:spcPts val="0"/>
              </a:spcBef>
              <a:spcAft>
                <a:spcPts val="0"/>
              </a:spcAft>
              <a:buSzPts val="3000"/>
              <a:buChar char="○"/>
            </a:pPr>
            <a:r>
              <a:rPr lang="en" dirty="0"/>
              <a:t>untracked</a:t>
            </a:r>
            <a:endParaRPr dirty="0"/>
          </a:p>
          <a:p>
            <a:pPr marL="914400" lvl="1" indent="-419100" algn="l" rtl="0">
              <a:spcBef>
                <a:spcPts val="0"/>
              </a:spcBef>
              <a:spcAft>
                <a:spcPts val="0"/>
              </a:spcAft>
              <a:buSzPts val="3000"/>
              <a:buChar char="○"/>
            </a:pPr>
            <a:r>
              <a:rPr lang="en" dirty="0"/>
              <a:t>staged</a:t>
            </a:r>
            <a:endParaRPr dirty="0"/>
          </a:p>
          <a:p>
            <a:pPr marL="457200" lvl="0" indent="-419100" algn="l" rtl="0">
              <a:spcBef>
                <a:spcPts val="0"/>
              </a:spcBef>
              <a:spcAft>
                <a:spcPts val="0"/>
              </a:spcAft>
              <a:buSzPts val="3000"/>
              <a:buChar char="●"/>
            </a:pPr>
            <a:r>
              <a:rPr lang="en" dirty="0"/>
              <a:t>Files not displayed means workspace and repo are in sync on that file</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sz="2400" dirty="0">
                <a:latin typeface="Source Code Pro"/>
                <a:ea typeface="Source Code Pro"/>
                <a:cs typeface="Source Code Pro"/>
                <a:sym typeface="Source Code Pro"/>
              </a:rPr>
              <a:t>$ git status </a:t>
            </a:r>
            <a:r>
              <a:rPr lang="en" dirty="0">
                <a:latin typeface="Source Code Pro"/>
                <a:ea typeface="Source Code Pro"/>
                <a:cs typeface="Source Code Pro"/>
                <a:sym typeface="Source Code Pro"/>
              </a:rPr>
              <a:t>//</a:t>
            </a:r>
            <a:r>
              <a:rPr lang="en" sz="2400" dirty="0">
                <a:latin typeface="Source Code Pro"/>
                <a:ea typeface="Source Code Pro"/>
                <a:cs typeface="Source Code Pro"/>
                <a:sym typeface="Source Code Pro"/>
              </a:rPr>
              <a:t> </a:t>
            </a:r>
            <a:r>
              <a:rPr lang="en" sz="2400" dirty="0"/>
              <a:t>display status</a:t>
            </a:r>
            <a:endParaRPr sz="2400" dirty="0"/>
          </a:p>
          <a:p>
            <a:pPr marL="0" lvl="0" indent="0" algn="l" rtl="0">
              <a:spcBef>
                <a:spcPts val="0"/>
              </a:spcBef>
              <a:spcAft>
                <a:spcPts val="0"/>
              </a:spcAft>
              <a:buNone/>
            </a:pPr>
            <a:r>
              <a:rPr lang="en" sz="2400" dirty="0">
                <a:latin typeface="Source Code Pro"/>
                <a:ea typeface="Source Code Pro"/>
                <a:cs typeface="Source Code Pro"/>
                <a:sym typeface="Source Code Pro"/>
              </a:rPr>
              <a:t>$ git status -s -u </a:t>
            </a:r>
            <a:r>
              <a:rPr lang="en" dirty="0">
                <a:latin typeface="Source Code Pro"/>
                <a:ea typeface="Source Code Pro"/>
                <a:cs typeface="Source Code Pro"/>
                <a:sym typeface="Source Code Pro"/>
              </a:rPr>
              <a:t>//</a:t>
            </a:r>
            <a:r>
              <a:rPr lang="en" sz="2400" dirty="0"/>
              <a:t> display abbrev status</a:t>
            </a:r>
            <a:endParaRPr sz="2400" dirty="0"/>
          </a:p>
        </p:txBody>
      </p:sp>
      <p:sp>
        <p:nvSpPr>
          <p:cNvPr id="289" name="Google Shape;289;p38"/>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33</a:t>
            </a:fld>
            <a:endParaRPr>
              <a:solidFill>
                <a:schemeClr val="dk2"/>
              </a:solidFill>
              <a:latin typeface="Arial"/>
              <a:ea typeface="Arial"/>
              <a:cs typeface="Arial"/>
              <a:sym typeface="Arial"/>
            </a:endParaRPr>
          </a:p>
        </p:txBody>
      </p:sp>
      <p:sp>
        <p:nvSpPr>
          <p:cNvPr id="2" name="TextBox 1">
            <a:extLst>
              <a:ext uri="{FF2B5EF4-FFF2-40B4-BE49-F238E27FC236}">
                <a16:creationId xmlns:a16="http://schemas.microsoft.com/office/drawing/2014/main" id="{42A142E6-D184-52CD-F6E1-220FF92B3744}"/>
              </a:ext>
            </a:extLst>
          </p:cNvPr>
          <p:cNvSpPr txBox="1"/>
          <p:nvPr/>
        </p:nvSpPr>
        <p:spPr>
          <a:xfrm>
            <a:off x="6260496" y="2175824"/>
            <a:ext cx="2123062" cy="1231106"/>
          </a:xfrm>
          <a:prstGeom prst="rect">
            <a:avLst/>
          </a:prstGeom>
          <a:solidFill>
            <a:schemeClr val="accent6">
              <a:lumMod val="40000"/>
              <a:lumOff val="60000"/>
            </a:schemeClr>
          </a:solidFill>
          <a:ln>
            <a:solidFill>
              <a:schemeClr val="dk1"/>
            </a:solidFill>
          </a:ln>
        </p:spPr>
        <p:txBody>
          <a:bodyPr wrap="square" rtlCol="0">
            <a:spAutoFit/>
          </a:bodyPr>
          <a:lstStyle/>
          <a:p>
            <a:r>
              <a:rPr lang="en-US" sz="2000" dirty="0">
                <a:solidFill>
                  <a:srgbClr val="00B050"/>
                </a:solidFill>
              </a:rPr>
              <a:t>While learning, do this after each command.</a:t>
            </a:r>
          </a:p>
          <a:p>
            <a:endParaRPr lang="en-US" dirty="0">
              <a:solidFill>
                <a:srgbClr val="00B05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39"/>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a:t>
            </a:r>
            <a:r>
              <a:rPr lang="en" dirty="0"/>
              <a:t>mmand: add</a:t>
            </a:r>
            <a:endParaRPr dirty="0"/>
          </a:p>
        </p:txBody>
      </p:sp>
      <p:sp>
        <p:nvSpPr>
          <p:cNvPr id="295" name="Google Shape;295;p39"/>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 dirty="0"/>
              <a:t>Stages files for commit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sz="2400" dirty="0">
                <a:latin typeface="Source Code Pro"/>
                <a:ea typeface="Source Code Pro"/>
                <a:cs typeface="Source Code Pro"/>
                <a:sym typeface="Source Code Pro"/>
              </a:rPr>
              <a:t>$ git add [file] </a:t>
            </a:r>
            <a:r>
              <a:rPr lang="en" dirty="0">
                <a:latin typeface="Source Code Pro"/>
                <a:ea typeface="Source Code Pro"/>
                <a:cs typeface="Source Code Pro"/>
                <a:sym typeface="Source Code Pro"/>
              </a:rPr>
              <a:t>//</a:t>
            </a:r>
            <a:r>
              <a:rPr lang="en" sz="2400" dirty="0">
                <a:latin typeface="Source Code Pro"/>
                <a:ea typeface="Source Code Pro"/>
                <a:cs typeface="Source Code Pro"/>
                <a:sym typeface="Source Code Pro"/>
              </a:rPr>
              <a:t> </a:t>
            </a:r>
            <a:r>
              <a:rPr lang="en" sz="2400" dirty="0"/>
              <a:t>stage a file</a:t>
            </a:r>
            <a:endParaRPr sz="2400" dirty="0"/>
          </a:p>
          <a:p>
            <a:pPr marL="0" lvl="0" indent="0" algn="l" rtl="0">
              <a:spcBef>
                <a:spcPts val="0"/>
              </a:spcBef>
              <a:spcAft>
                <a:spcPts val="0"/>
              </a:spcAft>
              <a:buNone/>
            </a:pPr>
            <a:r>
              <a:rPr lang="en" sz="2400" dirty="0">
                <a:latin typeface="Source Code Pro"/>
                <a:ea typeface="Source Code Pro"/>
                <a:cs typeface="Source Code Pro"/>
                <a:sym typeface="Source Code Pro"/>
              </a:rPr>
              <a:t>$ git add [file] [file] … </a:t>
            </a:r>
            <a:r>
              <a:rPr lang="en" dirty="0">
                <a:latin typeface="Source Code Pro"/>
                <a:ea typeface="Source Code Pro"/>
                <a:cs typeface="Source Code Pro"/>
                <a:sym typeface="Source Code Pro"/>
              </a:rPr>
              <a:t>//</a:t>
            </a:r>
            <a:r>
              <a:rPr lang="en" sz="2400" dirty="0">
                <a:latin typeface="Source Code Pro"/>
                <a:ea typeface="Source Code Pro"/>
                <a:cs typeface="Source Code Pro"/>
                <a:sym typeface="Source Code Pro"/>
              </a:rPr>
              <a:t> </a:t>
            </a:r>
            <a:r>
              <a:rPr lang="en" sz="2400" dirty="0"/>
              <a:t>stage multiple files</a:t>
            </a:r>
            <a:endParaRPr sz="2400" dirty="0"/>
          </a:p>
          <a:p>
            <a:pPr marL="0" lvl="0" indent="0" algn="l" rtl="0">
              <a:spcBef>
                <a:spcPts val="0"/>
              </a:spcBef>
              <a:spcAft>
                <a:spcPts val="0"/>
              </a:spcAft>
              <a:buNone/>
            </a:pPr>
            <a:r>
              <a:rPr lang="en" sz="2400" dirty="0">
                <a:latin typeface="Source Code Pro"/>
                <a:ea typeface="Source Code Pro"/>
                <a:cs typeface="Source Code Pro"/>
                <a:sym typeface="Source Code Pro"/>
              </a:rPr>
              <a:t>$ git add *.* *.md </a:t>
            </a:r>
            <a:r>
              <a:rPr lang="en" dirty="0">
                <a:latin typeface="Source Code Pro"/>
                <a:ea typeface="Source Code Pro"/>
                <a:cs typeface="Source Code Pro"/>
                <a:sym typeface="Source Code Pro"/>
              </a:rPr>
              <a:t>//</a:t>
            </a:r>
            <a:r>
              <a:rPr lang="en" sz="2400" dirty="0">
                <a:latin typeface="Source Code Pro"/>
                <a:ea typeface="Source Code Pro"/>
                <a:cs typeface="Source Code Pro"/>
                <a:sym typeface="Source Code Pro"/>
              </a:rPr>
              <a:t> </a:t>
            </a:r>
            <a:r>
              <a:rPr lang="en" sz="2400" dirty="0"/>
              <a:t>stage by file spec</a:t>
            </a:r>
            <a:endParaRPr sz="2400" dirty="0"/>
          </a:p>
          <a:p>
            <a:pPr marL="0" lvl="0" indent="0" algn="l" rtl="0">
              <a:spcBef>
                <a:spcPts val="0"/>
              </a:spcBef>
              <a:spcAft>
                <a:spcPts val="0"/>
              </a:spcAft>
              <a:buNone/>
            </a:pPr>
            <a:r>
              <a:rPr lang="en" sz="2400" dirty="0">
                <a:latin typeface="Source Code Pro"/>
                <a:ea typeface="Source Code Pro"/>
                <a:cs typeface="Source Code Pro"/>
                <a:sym typeface="Source Code Pro"/>
              </a:rPr>
              <a:t>$ git add . </a:t>
            </a:r>
            <a:r>
              <a:rPr lang="en" dirty="0">
                <a:latin typeface="Source Code Pro"/>
                <a:ea typeface="Source Code Pro"/>
                <a:cs typeface="Source Code Pro"/>
                <a:sym typeface="Source Code Pro"/>
              </a:rPr>
              <a:t>//</a:t>
            </a:r>
            <a:r>
              <a:rPr lang="en" sz="2400" dirty="0">
                <a:latin typeface="Source Code Pro"/>
                <a:ea typeface="Source Code Pro"/>
                <a:cs typeface="Source Code Pro"/>
                <a:sym typeface="Source Code Pro"/>
              </a:rPr>
              <a:t> </a:t>
            </a:r>
            <a:r>
              <a:rPr lang="en" sz="2400" dirty="0"/>
              <a:t>stage all unstaged files</a:t>
            </a:r>
            <a:endParaRPr sz="2400" dirty="0"/>
          </a:p>
        </p:txBody>
      </p:sp>
      <p:sp>
        <p:nvSpPr>
          <p:cNvPr id="296" name="Google Shape;296;p39"/>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34</a:t>
            </a:fld>
            <a:endParaRPr>
              <a:solidFill>
                <a:schemeClr val="dk2"/>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0"/>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Commit: commit</a:t>
            </a:r>
            <a:endParaRPr dirty="0"/>
          </a:p>
        </p:txBody>
      </p:sp>
      <p:sp>
        <p:nvSpPr>
          <p:cNvPr id="302" name="Google Shape;302;p40"/>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 dirty="0"/>
              <a:t>Writes staged file(s) to the repo</a:t>
            </a:r>
            <a:endParaRPr dirty="0"/>
          </a:p>
          <a:p>
            <a:pPr marL="457200" lvl="0" indent="-419100" algn="l" rtl="0">
              <a:spcBef>
                <a:spcPts val="0"/>
              </a:spcBef>
              <a:spcAft>
                <a:spcPts val="0"/>
              </a:spcAft>
              <a:buSzPts val="3000"/>
              <a:buChar char="●"/>
            </a:pPr>
            <a:r>
              <a:rPr lang="en" dirty="0"/>
              <a:t>Requires a message to document the commit</a:t>
            </a:r>
            <a:endParaRPr dirty="0"/>
          </a:p>
          <a:p>
            <a:pPr marL="457200" lvl="0" indent="-419100" algn="l" rtl="0">
              <a:spcBef>
                <a:spcPts val="0"/>
              </a:spcBef>
              <a:spcAft>
                <a:spcPts val="0"/>
              </a:spcAft>
              <a:buSzPts val="3000"/>
              <a:buChar char="●"/>
            </a:pPr>
            <a:r>
              <a:rPr lang="en" dirty="0"/>
              <a:t>Doing a commit without the message will open an editor for the message</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sz="2400" dirty="0">
                <a:latin typeface="Source Code Pro"/>
                <a:ea typeface="Source Code Pro"/>
                <a:cs typeface="Source Code Pro"/>
                <a:sym typeface="Source Code Pro"/>
              </a:rPr>
              <a:t>$ git commit -m “abc” </a:t>
            </a:r>
            <a:r>
              <a:rPr lang="en" dirty="0">
                <a:latin typeface="Source Code Pro"/>
                <a:ea typeface="Source Code Pro"/>
                <a:cs typeface="Source Code Pro"/>
                <a:sym typeface="Source Code Pro"/>
              </a:rPr>
              <a:t>//</a:t>
            </a:r>
            <a:r>
              <a:rPr lang="en" sz="2400" dirty="0"/>
              <a:t> commit with message abc</a:t>
            </a:r>
          </a:p>
          <a:p>
            <a:pPr marL="0" indent="0">
              <a:buNone/>
            </a:pPr>
            <a:r>
              <a:rPr lang="en-US" sz="2400" dirty="0">
                <a:latin typeface="Source Code Pro"/>
                <a:ea typeface="Source Code Pro"/>
                <a:cs typeface="Source Code Pro"/>
                <a:sym typeface="Source Code Pro"/>
              </a:rPr>
              <a:t>$ git commit --message </a:t>
            </a:r>
            <a:r>
              <a:rPr lang="en-US" sz="2400" dirty="0">
                <a:solidFill>
                  <a:schemeClr val="dk1"/>
                </a:solidFill>
                <a:latin typeface="Source Code Pro"/>
                <a:ea typeface="Source Code Pro"/>
                <a:cs typeface="Source Code Pro"/>
                <a:sym typeface="Source Code Pro"/>
              </a:rPr>
              <a:t>"</a:t>
            </a:r>
            <a:r>
              <a:rPr lang="en-US" sz="2400" dirty="0" err="1">
                <a:latin typeface="Source Code Pro"/>
                <a:ea typeface="Source Code Pro"/>
                <a:cs typeface="Source Code Pro"/>
                <a:sym typeface="Source Code Pro"/>
              </a:rPr>
              <a:t>abc</a:t>
            </a:r>
            <a:r>
              <a:rPr lang="en-US" sz="2400" dirty="0">
                <a:solidFill>
                  <a:schemeClr val="dk1"/>
                </a:solidFill>
                <a:latin typeface="Source Code Pro"/>
                <a:ea typeface="Source Code Pro"/>
                <a:cs typeface="Source Code Pro"/>
                <a:sym typeface="Source Code Pro"/>
              </a:rPr>
              <a:t>"</a:t>
            </a:r>
            <a:endParaRPr lang="en-US" sz="2400" dirty="0"/>
          </a:p>
          <a:p>
            <a:pPr marL="0" lvl="0" indent="0" algn="l" rtl="0">
              <a:spcBef>
                <a:spcPts val="0"/>
              </a:spcBef>
              <a:spcAft>
                <a:spcPts val="0"/>
              </a:spcAft>
              <a:buNone/>
            </a:pPr>
            <a:endParaRPr sz="2400" dirty="0"/>
          </a:p>
        </p:txBody>
      </p:sp>
      <p:sp>
        <p:nvSpPr>
          <p:cNvPr id="303" name="Google Shape;303;p40"/>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35</a:t>
            </a:fld>
            <a:endParaRPr>
              <a:solidFill>
                <a:schemeClr val="dk2"/>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41"/>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Command: push / pull</a:t>
            </a:r>
            <a:endParaRPr dirty="0"/>
          </a:p>
        </p:txBody>
      </p:sp>
      <p:sp>
        <p:nvSpPr>
          <p:cNvPr id="309" name="Google Shape;309;p41"/>
          <p:cNvSpPr txBox="1">
            <a:spLocks noGrp="1"/>
          </p:cNvSpPr>
          <p:nvPr>
            <p:ph type="body" idx="1"/>
          </p:nvPr>
        </p:nvSpPr>
        <p:spPr>
          <a:xfrm>
            <a:off x="145448" y="1147514"/>
            <a:ext cx="9069806" cy="5348289"/>
          </a:xfrm>
          <a:prstGeom prst="rect">
            <a:avLst/>
          </a:prstGeom>
        </p:spPr>
        <p:txBody>
          <a:bodyPr spcFirstLastPara="1" wrap="square" lIns="91425" tIns="91425" rIns="91425" bIns="91425" anchor="t" anchorCtr="0">
            <a:noAutofit/>
          </a:bodyPr>
          <a:lstStyle/>
          <a:p>
            <a:pPr marL="31750" lvl="0" indent="0" algn="l" rtl="0">
              <a:spcBef>
                <a:spcPts val="0"/>
              </a:spcBef>
              <a:spcAft>
                <a:spcPts val="0"/>
              </a:spcAft>
              <a:buSzPts val="3100"/>
              <a:buNone/>
            </a:pPr>
            <a:r>
              <a:rPr lang="en" sz="2400" dirty="0"/>
              <a:t>Only needed when using a distributed version control system such as GitHub</a:t>
            </a:r>
          </a:p>
          <a:p>
            <a:pPr lvl="1" indent="-425450">
              <a:buSzPts val="3100"/>
              <a:buChar char="●"/>
            </a:pPr>
            <a:r>
              <a:rPr lang="en" sz="2400" dirty="0"/>
              <a:t>Copy from Git to GitHub (push)</a:t>
            </a:r>
            <a:endParaRPr sz="2400" dirty="0"/>
          </a:p>
          <a:p>
            <a:pPr lvl="1" indent="-425450">
              <a:buSzPts val="3100"/>
              <a:buChar char="●"/>
            </a:pPr>
            <a:r>
              <a:rPr lang="en" sz="2400" dirty="0"/>
              <a:t>Copy from GitHub to Git (pull)</a:t>
            </a:r>
            <a:endParaRPr sz="2400" dirty="0"/>
          </a:p>
          <a:p>
            <a:pPr lvl="1" indent="-425450">
              <a:buSzPts val="3100"/>
              <a:buChar char="●"/>
            </a:pPr>
            <a:r>
              <a:rPr lang="en" sz="2400" dirty="0"/>
              <a:t>Entire commits are pushed / pulled</a:t>
            </a:r>
            <a:endParaRPr sz="2400" dirty="0"/>
          </a:p>
          <a:p>
            <a:pPr marL="0" lvl="0" indent="0" algn="l" rtl="0">
              <a:spcBef>
                <a:spcPts val="0"/>
              </a:spcBef>
              <a:spcAft>
                <a:spcPts val="0"/>
              </a:spcAft>
              <a:buNone/>
            </a:pPr>
            <a:r>
              <a:rPr lang="en" sz="1800" dirty="0">
                <a:latin typeface="Source Code Pro"/>
                <a:ea typeface="Source Code Pro"/>
                <a:cs typeface="Source Code Pro"/>
                <a:sym typeface="Source Code Pro"/>
              </a:rPr>
              <a:t>$ git push origin [branch] </a:t>
            </a:r>
            <a:r>
              <a:rPr lang="en" sz="2400" dirty="0">
                <a:latin typeface="Source Code Pro"/>
                <a:ea typeface="Source Code Pro"/>
                <a:cs typeface="Source Code Pro"/>
                <a:sym typeface="Source Code Pro"/>
              </a:rPr>
              <a:t>//</a:t>
            </a:r>
            <a:r>
              <a:rPr lang="en" sz="1800" dirty="0">
                <a:latin typeface="Source Code Pro"/>
                <a:ea typeface="Source Code Pro"/>
                <a:cs typeface="Source Code Pro"/>
                <a:sym typeface="Source Code Pro"/>
              </a:rPr>
              <a:t> </a:t>
            </a:r>
            <a:r>
              <a:rPr lang="en" sz="1800" dirty="0"/>
              <a:t>push local branch to [branch] on remote</a:t>
            </a:r>
            <a:endParaRPr sz="1800" dirty="0"/>
          </a:p>
          <a:p>
            <a:pPr marL="0" lvl="0" indent="0" algn="l" rtl="0">
              <a:spcBef>
                <a:spcPts val="0"/>
              </a:spcBef>
              <a:spcAft>
                <a:spcPts val="0"/>
              </a:spcAft>
              <a:buNone/>
            </a:pPr>
            <a:r>
              <a:rPr lang="en" sz="1800" dirty="0">
                <a:latin typeface="Source Code Pro"/>
                <a:ea typeface="Source Code Pro"/>
                <a:cs typeface="Source Code Pro"/>
                <a:sym typeface="Source Code Pro"/>
              </a:rPr>
              <a:t>$ git pull origin main </a:t>
            </a:r>
            <a:r>
              <a:rPr lang="en" sz="2400" dirty="0">
                <a:latin typeface="Source Code Pro"/>
                <a:ea typeface="Source Code Pro"/>
                <a:cs typeface="Source Code Pro"/>
                <a:sym typeface="Source Code Pro"/>
              </a:rPr>
              <a:t>//</a:t>
            </a:r>
            <a:r>
              <a:rPr lang="en" sz="1800" dirty="0"/>
              <a:t> pull to local branch from main on remote</a:t>
            </a:r>
            <a:br>
              <a:rPr lang="en" sz="1800" dirty="0"/>
            </a:br>
            <a:endParaRPr lang="en" sz="1800" dirty="0"/>
          </a:p>
          <a:p>
            <a:pPr marL="38100" indent="0">
              <a:buNone/>
            </a:pPr>
            <a:r>
              <a:rPr lang="en-US" sz="1800" dirty="0"/>
              <a:t>Note: “origin” is a nickname for a remote repository and the use of “origin” is a convention or default.</a:t>
            </a:r>
          </a:p>
          <a:p>
            <a:pPr marL="38100" indent="0">
              <a:buNone/>
            </a:pPr>
            <a:r>
              <a:rPr lang="en-US" sz="1800" dirty="0">
                <a:latin typeface="Source Code Pro"/>
                <a:ea typeface="Source Code Pro"/>
              </a:rPr>
              <a:t>	git remote add </a:t>
            </a:r>
            <a:r>
              <a:rPr lang="en-US" sz="1800" b="1" dirty="0" err="1">
                <a:latin typeface="Source Code Pro"/>
                <a:ea typeface="Source Code Pro"/>
              </a:rPr>
              <a:t>myrepo</a:t>
            </a:r>
            <a:r>
              <a:rPr lang="en-US" sz="1800" dirty="0">
                <a:latin typeface="Source Code Pro"/>
                <a:ea typeface="Source Code Pro"/>
              </a:rPr>
              <a:t> https://github.com/gitrepo/Demo.git</a:t>
            </a:r>
            <a:endParaRPr lang="en-US" sz="1800" dirty="0"/>
          </a:p>
          <a:p>
            <a:pPr marL="38100" indent="0">
              <a:buNone/>
            </a:pPr>
            <a:r>
              <a:rPr lang="en-US" sz="1800" dirty="0"/>
              <a:t>	git pull </a:t>
            </a:r>
            <a:r>
              <a:rPr lang="en-US" sz="1800" b="1" dirty="0" err="1"/>
              <a:t>myrepo</a:t>
            </a:r>
            <a:r>
              <a:rPr lang="en-US" sz="1800" dirty="0"/>
              <a:t> main</a:t>
            </a:r>
          </a:p>
          <a:p>
            <a:pPr marL="38100" indent="0">
              <a:buNone/>
            </a:pPr>
            <a:r>
              <a:rPr lang="en-US" sz="1800" dirty="0"/>
              <a:t>	git push </a:t>
            </a:r>
            <a:r>
              <a:rPr lang="en-US" sz="1800" b="1" dirty="0" err="1"/>
              <a:t>myrepo</a:t>
            </a:r>
            <a:endParaRPr lang="en-US" sz="1800" b="1" dirty="0"/>
          </a:p>
          <a:p>
            <a:pPr marL="0" lvl="0" indent="0" algn="l" rtl="0">
              <a:spcBef>
                <a:spcPts val="0"/>
              </a:spcBef>
              <a:spcAft>
                <a:spcPts val="0"/>
              </a:spcAft>
              <a:buNone/>
            </a:pPr>
            <a:endParaRPr sz="1800" dirty="0"/>
          </a:p>
        </p:txBody>
      </p:sp>
      <p:sp>
        <p:nvSpPr>
          <p:cNvPr id="310" name="Google Shape;310;p4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36</a:t>
            </a:fld>
            <a:endParaRPr>
              <a:solidFill>
                <a:schemeClr val="dk2"/>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6">
          <a:extLst>
            <a:ext uri="{FF2B5EF4-FFF2-40B4-BE49-F238E27FC236}">
              <a16:creationId xmlns:a16="http://schemas.microsoft.com/office/drawing/2014/main" id="{5AD9B908-E4C3-C2E5-E62E-6E41098A275A}"/>
            </a:ext>
          </a:extLst>
        </p:cNvPr>
        <p:cNvGrpSpPr/>
        <p:nvPr/>
      </p:nvGrpSpPr>
      <p:grpSpPr>
        <a:xfrm>
          <a:off x="0" y="0"/>
          <a:ext cx="0" cy="0"/>
          <a:chOff x="0" y="0"/>
          <a:chExt cx="0" cy="0"/>
        </a:xfrm>
      </p:grpSpPr>
      <p:sp>
        <p:nvSpPr>
          <p:cNvPr id="357" name="Google Shape;357;p48">
            <a:extLst>
              <a:ext uri="{FF2B5EF4-FFF2-40B4-BE49-F238E27FC236}">
                <a16:creationId xmlns:a16="http://schemas.microsoft.com/office/drawing/2014/main" id="{B9D56012-DC25-0220-2CFF-5592D070762E}"/>
              </a:ext>
            </a:extLst>
          </p:cNvPr>
          <p:cNvSpPr txBox="1">
            <a:spLocks noGrp="1"/>
          </p:cNvSpPr>
          <p:nvPr>
            <p:ph type="body" idx="1"/>
          </p:nvPr>
        </p:nvSpPr>
        <p:spPr>
          <a:xfrm>
            <a:off x="311700" y="1253525"/>
            <a:ext cx="8472900" cy="5157900"/>
          </a:xfrm>
          <a:prstGeom prst="rect">
            <a:avLst/>
          </a:prstGeom>
        </p:spPr>
        <p:txBody>
          <a:bodyPr spcFirstLastPara="1" wrap="square" lIns="91425" tIns="91425" rIns="91425" bIns="91425" anchor="t" anchorCtr="0">
            <a:noAutofit/>
          </a:bodyPr>
          <a:lstStyle/>
          <a:p>
            <a:pPr marL="685800" lvl="0" indent="-419100" algn="l" rtl="0">
              <a:spcBef>
                <a:spcPts val="0"/>
              </a:spcBef>
              <a:spcAft>
                <a:spcPts val="0"/>
              </a:spcAft>
              <a:buSzPts val="3000"/>
              <a:buAutoNum type="arabicPeriod"/>
            </a:pPr>
            <a:r>
              <a:rPr lang="en" sz="2400" dirty="0"/>
              <a:t>Create a repo in the Repos folder named MyRepo</a:t>
            </a:r>
            <a:endParaRPr sz="2400" dirty="0"/>
          </a:p>
          <a:p>
            <a:pPr marL="685800" lvl="0" indent="-419100" algn="l" rtl="0">
              <a:spcBef>
                <a:spcPts val="0"/>
              </a:spcBef>
              <a:spcAft>
                <a:spcPts val="0"/>
              </a:spcAft>
              <a:buSzPts val="3000"/>
              <a:buAutoNum type="arabicPeriod"/>
            </a:pPr>
            <a:r>
              <a:rPr lang="en" sz="2400" dirty="0"/>
              <a:t>Create a text file named mytestfile.txt</a:t>
            </a:r>
            <a:endParaRPr sz="2400" dirty="0"/>
          </a:p>
          <a:p>
            <a:pPr marL="685800" lvl="0" indent="-419100" algn="l" rtl="0">
              <a:spcBef>
                <a:spcPts val="0"/>
              </a:spcBef>
              <a:spcAft>
                <a:spcPts val="0"/>
              </a:spcAft>
              <a:buSzPts val="3000"/>
              <a:buAutoNum type="arabicPeriod"/>
            </a:pPr>
            <a:r>
              <a:rPr lang="en" sz="2400" dirty="0"/>
              <a:t>Add one line: This is my test file</a:t>
            </a:r>
          </a:p>
          <a:p>
            <a:pPr marL="685800" lvl="0" indent="-419100" algn="l" rtl="0">
              <a:spcBef>
                <a:spcPts val="0"/>
              </a:spcBef>
              <a:spcAft>
                <a:spcPts val="0"/>
              </a:spcAft>
              <a:buSzPts val="3000"/>
              <a:buAutoNum type="arabicPeriod"/>
            </a:pPr>
            <a:r>
              <a:rPr lang="en" sz="2400" dirty="0"/>
              <a:t>Display status - </a:t>
            </a:r>
            <a:r>
              <a:rPr lang="en" sz="2000" i="1" dirty="0"/>
              <a:t>what is the status of the file?</a:t>
            </a:r>
            <a:endParaRPr sz="2000" i="1" dirty="0"/>
          </a:p>
          <a:p>
            <a:pPr marL="685800" lvl="0" indent="-419100" algn="l" rtl="0">
              <a:spcBef>
                <a:spcPts val="0"/>
              </a:spcBef>
              <a:spcAft>
                <a:spcPts val="0"/>
              </a:spcAft>
              <a:buSzPts val="3000"/>
              <a:buAutoNum type="arabicPeriod"/>
            </a:pPr>
            <a:r>
              <a:rPr lang="en" sz="2400" dirty="0"/>
              <a:t>Stage the file</a:t>
            </a:r>
          </a:p>
          <a:p>
            <a:pPr marL="685800" lvl="0" indent="-419100" algn="l" rtl="0">
              <a:spcBef>
                <a:spcPts val="0"/>
              </a:spcBef>
              <a:spcAft>
                <a:spcPts val="0"/>
              </a:spcAft>
              <a:buSzPts val="3000"/>
              <a:buAutoNum type="arabicPeriod"/>
            </a:pPr>
            <a:r>
              <a:rPr lang="en" sz="2400" dirty="0"/>
              <a:t>Display status </a:t>
            </a:r>
            <a:r>
              <a:rPr lang="en-US" sz="2000" dirty="0"/>
              <a:t>– </a:t>
            </a:r>
            <a:r>
              <a:rPr lang="en-US" sz="2000" i="1" dirty="0"/>
              <a:t>now what is the status of the file?</a:t>
            </a:r>
          </a:p>
          <a:p>
            <a:pPr marL="685800" lvl="0" indent="-419100" algn="l" rtl="0">
              <a:spcBef>
                <a:spcPts val="0"/>
              </a:spcBef>
              <a:spcAft>
                <a:spcPts val="0"/>
              </a:spcAft>
              <a:buSzPts val="3000"/>
              <a:buAutoNum type="arabicPeriod"/>
            </a:pPr>
            <a:r>
              <a:rPr lang="en-US" sz="2400" dirty="0"/>
              <a:t>Commit the file</a:t>
            </a:r>
          </a:p>
          <a:p>
            <a:pPr marL="685800">
              <a:buFont typeface="Tahoma"/>
              <a:buAutoNum type="arabicPeriod"/>
            </a:pPr>
            <a:r>
              <a:rPr lang="en" sz="2400" dirty="0"/>
              <a:t>Display status </a:t>
            </a:r>
            <a:r>
              <a:rPr lang="en-US" sz="2400" dirty="0"/>
              <a:t>– </a:t>
            </a:r>
            <a:r>
              <a:rPr lang="en-US" sz="2000" i="1" dirty="0"/>
              <a:t>what is the message displayed?</a:t>
            </a:r>
            <a:endParaRPr lang="en" sz="3200" i="1" dirty="0"/>
          </a:p>
          <a:p>
            <a:pPr marL="685800" lvl="0" indent="-419100" algn="l" rtl="0">
              <a:spcBef>
                <a:spcPts val="0"/>
              </a:spcBef>
              <a:spcAft>
                <a:spcPts val="0"/>
              </a:spcAft>
              <a:buSzPts val="3000"/>
              <a:buAutoNum type="arabicPeriod"/>
            </a:pPr>
            <a:r>
              <a:rPr lang="en" sz="2400" dirty="0"/>
              <a:t>Follow the steps above to add another text file named mytestfile2.txt</a:t>
            </a:r>
          </a:p>
        </p:txBody>
      </p:sp>
      <p:sp>
        <p:nvSpPr>
          <p:cNvPr id="358" name="Google Shape;358;p48">
            <a:extLst>
              <a:ext uri="{FF2B5EF4-FFF2-40B4-BE49-F238E27FC236}">
                <a16:creationId xmlns:a16="http://schemas.microsoft.com/office/drawing/2014/main" id="{2D790B97-62F3-608C-FB7E-7E8FB75C3408}"/>
              </a:ext>
            </a:extLst>
          </p:cNvPr>
          <p:cNvSpPr txBox="1">
            <a:spLocks noGrp="1"/>
          </p:cNvSpPr>
          <p:nvPr>
            <p:ph type="sldNum" idx="12"/>
          </p:nvPr>
        </p:nvSpPr>
        <p:spPr>
          <a:xfrm>
            <a:off x="8556784" y="6333134"/>
            <a:ext cx="548700" cy="525000"/>
          </a:xfrm>
          <a:prstGeom prst="rect">
            <a:avLst/>
          </a:prstGeom>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300" b="0" i="0" u="none" strike="noStrike" kern="0" cap="none" spc="0" normalizeH="0" baseline="0" noProof="0">
                <a:ln>
                  <a:noFill/>
                </a:ln>
                <a:solidFill>
                  <a:srgbClr val="595959"/>
                </a:solidFill>
                <a:effectLst/>
                <a:uLnTx/>
                <a:uFillTx/>
                <a:latin typeface="Georgia"/>
                <a:sym typeface="Georgia"/>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37</a:t>
            </a:fld>
            <a:endParaRPr kumimoji="0" sz="1300" b="0" i="0" u="none" strike="noStrike" kern="0" cap="none" spc="0" normalizeH="0" baseline="0" noProof="0">
              <a:ln>
                <a:noFill/>
              </a:ln>
              <a:solidFill>
                <a:srgbClr val="595959"/>
              </a:solidFill>
              <a:effectLst/>
              <a:uLnTx/>
              <a:uFillTx/>
              <a:latin typeface="Georgia"/>
              <a:sym typeface="Georgia"/>
            </a:endParaRPr>
          </a:p>
        </p:txBody>
      </p:sp>
      <p:sp>
        <p:nvSpPr>
          <p:cNvPr id="359" name="Google Shape;359;p48">
            <a:extLst>
              <a:ext uri="{FF2B5EF4-FFF2-40B4-BE49-F238E27FC236}">
                <a16:creationId xmlns:a16="http://schemas.microsoft.com/office/drawing/2014/main" id="{12C987F2-182D-DB17-7DF2-E092A45787D1}"/>
              </a:ext>
            </a:extLst>
          </p:cNvPr>
          <p:cNvSpPr txBox="1">
            <a:spLocks noGrp="1"/>
          </p:cNvSpPr>
          <p:nvPr>
            <p:ph type="subTitle" idx="2"/>
          </p:nvPr>
        </p:nvSpPr>
        <p:spPr>
          <a:xfrm>
            <a:off x="3017125" y="459850"/>
            <a:ext cx="6088500" cy="52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Create repo and add file</a:t>
            </a:r>
            <a:endParaRPr dirty="0"/>
          </a:p>
        </p:txBody>
      </p:sp>
    </p:spTree>
    <p:extLst>
      <p:ext uri="{BB962C8B-B14F-4D97-AF65-F5344CB8AC3E}">
        <p14:creationId xmlns:p14="http://schemas.microsoft.com/office/powerpoint/2010/main" val="35247233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42"/>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Command: branch</a:t>
            </a:r>
            <a:endParaRPr dirty="0"/>
          </a:p>
        </p:txBody>
      </p:sp>
      <p:sp>
        <p:nvSpPr>
          <p:cNvPr id="316" name="Google Shape;316;p42"/>
          <p:cNvSpPr txBox="1">
            <a:spLocks noGrp="1"/>
          </p:cNvSpPr>
          <p:nvPr>
            <p:ph type="body" idx="1"/>
          </p:nvPr>
        </p:nvSpPr>
        <p:spPr>
          <a:xfrm>
            <a:off x="311700" y="1357075"/>
            <a:ext cx="8832300"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 sz="2800" dirty="0"/>
              <a:t>Creates, removes a branch </a:t>
            </a:r>
          </a:p>
          <a:p>
            <a:pPr marL="38100" lvl="0" indent="0" algn="l" rtl="0">
              <a:spcBef>
                <a:spcPts val="0"/>
              </a:spcBef>
              <a:spcAft>
                <a:spcPts val="0"/>
              </a:spcAft>
              <a:buSzPts val="3000"/>
              <a:buNone/>
            </a:pPr>
            <a:r>
              <a:rPr lang="en" sz="2800" dirty="0"/>
              <a:t>    or lists all branches</a:t>
            </a:r>
            <a:endParaRPr sz="2800" dirty="0"/>
          </a:p>
          <a:p>
            <a:pPr marL="0" lvl="0" indent="0" algn="l" rtl="0">
              <a:spcBef>
                <a:spcPts val="0"/>
              </a:spcBef>
              <a:spcAft>
                <a:spcPts val="0"/>
              </a:spcAft>
              <a:buNone/>
            </a:pPr>
            <a:r>
              <a:rPr lang="en-US" sz="2000" dirty="0"/>
              <a:t> </a:t>
            </a:r>
            <a:endParaRPr sz="2000" dirty="0"/>
          </a:p>
          <a:p>
            <a:pPr marL="0" lvl="0" indent="0" algn="l" rtl="0">
              <a:spcBef>
                <a:spcPts val="0"/>
              </a:spcBef>
              <a:spcAft>
                <a:spcPts val="0"/>
              </a:spcAft>
              <a:buNone/>
            </a:pPr>
            <a:r>
              <a:rPr lang="en" sz="2400" dirty="0">
                <a:latin typeface="Source Code Pro"/>
                <a:ea typeface="Source Code Pro"/>
                <a:cs typeface="Source Code Pro"/>
                <a:sym typeface="Source Code Pro"/>
              </a:rPr>
              <a:t>$ git branch </a:t>
            </a:r>
            <a:r>
              <a:rPr lang="en" dirty="0">
                <a:latin typeface="Source Code Pro"/>
                <a:ea typeface="Source Code Pro"/>
                <a:cs typeface="Source Code Pro"/>
                <a:sym typeface="Source Code Pro"/>
              </a:rPr>
              <a:t>// </a:t>
            </a:r>
            <a:r>
              <a:rPr lang="en" sz="2000" dirty="0"/>
              <a:t>list all branches</a:t>
            </a:r>
            <a:endParaRPr sz="2000" dirty="0"/>
          </a:p>
          <a:p>
            <a:pPr marL="0" lvl="0" indent="0" algn="l" rtl="0">
              <a:spcBef>
                <a:spcPts val="0"/>
              </a:spcBef>
              <a:spcAft>
                <a:spcPts val="0"/>
              </a:spcAft>
              <a:buNone/>
            </a:pPr>
            <a:r>
              <a:rPr lang="en" sz="2400" dirty="0">
                <a:latin typeface="Source Code Pro"/>
                <a:ea typeface="Source Code Pro"/>
                <a:cs typeface="Source Code Pro"/>
                <a:sym typeface="Source Code Pro"/>
              </a:rPr>
              <a:t>$ git branch [name] </a:t>
            </a:r>
            <a:r>
              <a:rPr lang="en" dirty="0">
                <a:latin typeface="Source Code Pro"/>
                <a:ea typeface="Source Code Pro"/>
                <a:cs typeface="Source Code Pro"/>
                <a:sym typeface="Source Code Pro"/>
              </a:rPr>
              <a:t>//</a:t>
            </a:r>
            <a:r>
              <a:rPr lang="en" sz="2400" dirty="0">
                <a:latin typeface="Source Code Pro"/>
                <a:ea typeface="Source Code Pro"/>
                <a:cs typeface="Source Code Pro"/>
                <a:sym typeface="Source Code Pro"/>
              </a:rPr>
              <a:t> </a:t>
            </a:r>
            <a:r>
              <a:rPr lang="en" sz="2000" dirty="0"/>
              <a:t>create from current branch</a:t>
            </a:r>
            <a:endParaRPr sz="2000" dirty="0"/>
          </a:p>
          <a:p>
            <a:pPr marL="0" lvl="0" indent="0" algn="l" rtl="0">
              <a:spcBef>
                <a:spcPts val="0"/>
              </a:spcBef>
              <a:spcAft>
                <a:spcPts val="0"/>
              </a:spcAft>
              <a:buNone/>
            </a:pPr>
            <a:r>
              <a:rPr lang="en" sz="2400" dirty="0">
                <a:latin typeface="Source Code Pro"/>
                <a:ea typeface="Source Code Pro"/>
                <a:cs typeface="Source Code Pro"/>
                <a:sym typeface="Source Code Pro"/>
              </a:rPr>
              <a:t>$ git branch -d [name] </a:t>
            </a:r>
            <a:r>
              <a:rPr lang="en" dirty="0">
                <a:latin typeface="Source Code Pro"/>
                <a:ea typeface="Source Code Pro"/>
                <a:cs typeface="Source Code Pro"/>
                <a:sym typeface="Source Code Pro"/>
              </a:rPr>
              <a:t>//</a:t>
            </a:r>
            <a:r>
              <a:rPr lang="en" sz="2400" dirty="0">
                <a:latin typeface="Source Code Pro"/>
                <a:ea typeface="Source Code Pro"/>
                <a:cs typeface="Source Code Pro"/>
                <a:sym typeface="Source Code Pro"/>
              </a:rPr>
              <a:t> </a:t>
            </a:r>
            <a:r>
              <a:rPr lang="en" sz="2000" dirty="0"/>
              <a:t>remove branch (safe delete)</a:t>
            </a:r>
            <a:endParaRPr sz="2400" dirty="0"/>
          </a:p>
          <a:p>
            <a:pPr marL="0" lvl="0" indent="0" algn="l" rtl="0">
              <a:spcBef>
                <a:spcPts val="0"/>
              </a:spcBef>
              <a:spcAft>
                <a:spcPts val="0"/>
              </a:spcAft>
              <a:buNone/>
            </a:pPr>
            <a:r>
              <a:rPr lang="en" sz="2400" dirty="0">
                <a:latin typeface="Source Code Pro"/>
                <a:ea typeface="Source Code Pro"/>
                <a:cs typeface="Source Code Pro"/>
                <a:sym typeface="Source Code Pro"/>
              </a:rPr>
              <a:t>$ git branch -D [name] </a:t>
            </a:r>
            <a:r>
              <a:rPr lang="en" dirty="0">
                <a:latin typeface="Source Code Pro"/>
                <a:ea typeface="Source Code Pro"/>
                <a:cs typeface="Source Code Pro"/>
                <a:sym typeface="Source Code Pro"/>
              </a:rPr>
              <a:t>//</a:t>
            </a:r>
            <a:r>
              <a:rPr lang="en" sz="2400" dirty="0">
                <a:latin typeface="Source Code Pro"/>
                <a:ea typeface="Source Code Pro"/>
                <a:cs typeface="Source Code Pro"/>
                <a:sym typeface="Source Code Pro"/>
              </a:rPr>
              <a:t> </a:t>
            </a:r>
            <a:r>
              <a:rPr lang="en" sz="2000" dirty="0"/>
              <a:t>force remove branch (will       	delete even if it has not been merged, no warnings, will lose work)</a:t>
            </a:r>
          </a:p>
          <a:p>
            <a:pPr marL="0" lvl="0" indent="0" algn="l" rtl="0">
              <a:spcBef>
                <a:spcPts val="0"/>
              </a:spcBef>
              <a:spcAft>
                <a:spcPts val="0"/>
              </a:spcAft>
              <a:buNone/>
            </a:pPr>
            <a:endParaRPr lang="en" sz="2000" dirty="0"/>
          </a:p>
          <a:p>
            <a:pPr marL="0" indent="0">
              <a:buNone/>
            </a:pPr>
            <a:r>
              <a:rPr lang="en-US" sz="2000" dirty="0"/>
              <a:t>Note that Git is case sensitive. “d” is not the same as “D”</a:t>
            </a:r>
          </a:p>
          <a:p>
            <a:pPr marL="0" lvl="0" indent="0" algn="l" rtl="0">
              <a:spcBef>
                <a:spcPts val="0"/>
              </a:spcBef>
              <a:spcAft>
                <a:spcPts val="0"/>
              </a:spcAft>
              <a:buNone/>
            </a:pPr>
            <a:endParaRPr sz="2000" dirty="0"/>
          </a:p>
        </p:txBody>
      </p:sp>
      <p:sp>
        <p:nvSpPr>
          <p:cNvPr id="317" name="Google Shape;317;p4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38</a:t>
            </a:fld>
            <a:endParaRPr>
              <a:solidFill>
                <a:schemeClr val="dk2"/>
              </a:solidFill>
              <a:latin typeface="Arial"/>
              <a:ea typeface="Arial"/>
              <a:cs typeface="Arial"/>
              <a:sym typeface="Arial"/>
            </a:endParaRPr>
          </a:p>
        </p:txBody>
      </p:sp>
      <p:pic>
        <p:nvPicPr>
          <p:cNvPr id="2" name="Picture 1">
            <a:extLst>
              <a:ext uri="{FF2B5EF4-FFF2-40B4-BE49-F238E27FC236}">
                <a16:creationId xmlns:a16="http://schemas.microsoft.com/office/drawing/2014/main" id="{8D0D809D-683E-E4CE-FEF8-56E41AA6A256}"/>
              </a:ext>
            </a:extLst>
          </p:cNvPr>
          <p:cNvPicPr>
            <a:picLocks noChangeAspect="1"/>
          </p:cNvPicPr>
          <p:nvPr/>
        </p:nvPicPr>
        <p:blipFill>
          <a:blip r:embed="rId3"/>
          <a:stretch>
            <a:fillRect/>
          </a:stretch>
        </p:blipFill>
        <p:spPr>
          <a:xfrm>
            <a:off x="5429530" y="921175"/>
            <a:ext cx="3042928" cy="167187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43"/>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Command: checkout/switch</a:t>
            </a:r>
            <a:endParaRPr dirty="0"/>
          </a:p>
        </p:txBody>
      </p:sp>
      <p:sp>
        <p:nvSpPr>
          <p:cNvPr id="323" name="Google Shape;323;p43"/>
          <p:cNvSpPr txBox="1">
            <a:spLocks noGrp="1"/>
          </p:cNvSpPr>
          <p:nvPr>
            <p:ph type="body" idx="1"/>
          </p:nvPr>
        </p:nvSpPr>
        <p:spPr>
          <a:xfrm>
            <a:off x="164757" y="1357075"/>
            <a:ext cx="8979243"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 dirty="0"/>
              <a:t>Change branches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sz="2400" dirty="0">
                <a:latin typeface="Source Code Pro"/>
                <a:ea typeface="Source Code Pro"/>
                <a:cs typeface="Source Code Pro"/>
                <a:sym typeface="Source Code Pro"/>
              </a:rPr>
              <a:t>$ git checkout [branch] </a:t>
            </a:r>
            <a:r>
              <a:rPr lang="en" sz="2000" dirty="0">
                <a:latin typeface="Source Code Pro"/>
                <a:ea typeface="Source Code Pro"/>
                <a:sym typeface="Source Code Pro"/>
              </a:rPr>
              <a:t>// </a:t>
            </a:r>
            <a:r>
              <a:rPr lang="en" sz="2000" dirty="0"/>
              <a:t>switch to branch</a:t>
            </a:r>
            <a:endParaRPr sz="2000" dirty="0"/>
          </a:p>
          <a:p>
            <a:pPr marL="0" indent="0">
              <a:buNone/>
            </a:pPr>
            <a:r>
              <a:rPr lang="en" sz="2400" dirty="0">
                <a:latin typeface="Source Code Pro"/>
                <a:ea typeface="Source Code Pro"/>
                <a:cs typeface="Source Code Pro"/>
                <a:sym typeface="Source Code Pro"/>
              </a:rPr>
              <a:t>$ git checkout -b [branch] </a:t>
            </a:r>
            <a:r>
              <a:rPr lang="en" sz="2000" dirty="0">
                <a:latin typeface="Source Code Pro"/>
                <a:ea typeface="Source Code Pro"/>
                <a:sym typeface="Source Code Pro"/>
              </a:rPr>
              <a:t>// </a:t>
            </a:r>
            <a:r>
              <a:rPr lang="en" sz="2000" dirty="0"/>
              <a:t>create and switch to branch</a:t>
            </a:r>
            <a:endParaRPr lang="en" sz="2400" dirty="0"/>
          </a:p>
          <a:p>
            <a:pPr marL="0" indent="0">
              <a:buNone/>
            </a:pPr>
            <a:r>
              <a:rPr lang="en" sz="2400" dirty="0">
                <a:ea typeface="Source Code Pro"/>
              </a:rPr>
              <a:t>	</a:t>
            </a:r>
            <a:r>
              <a:rPr lang="en" sz="2000" dirty="0">
                <a:ea typeface="Source Code Pro"/>
              </a:rPr>
              <a:t>- equiv to running these 2 commands:</a:t>
            </a:r>
          </a:p>
          <a:p>
            <a:pPr marL="0" indent="0">
              <a:buNone/>
            </a:pPr>
            <a:r>
              <a:rPr lang="en" sz="2000" dirty="0">
                <a:ea typeface="Source Code Pro"/>
              </a:rPr>
              <a:t>		</a:t>
            </a:r>
            <a:r>
              <a:rPr lang="en-US" sz="2000" dirty="0">
                <a:ea typeface="Source Code Pro"/>
              </a:rPr>
              <a:t>git branch [branch]</a:t>
            </a:r>
          </a:p>
          <a:p>
            <a:pPr marL="0" indent="0">
              <a:buNone/>
            </a:pPr>
            <a:r>
              <a:rPr lang="en-US" sz="2000" dirty="0">
                <a:ea typeface="Source Code Pro"/>
              </a:rPr>
              <a:t>		git checkout [branch] </a:t>
            </a:r>
          </a:p>
          <a:p>
            <a:pPr marL="0" indent="0">
              <a:buNone/>
            </a:pPr>
            <a:endParaRPr lang="en-US" sz="2000" dirty="0">
              <a:ea typeface="Source Code Pro"/>
            </a:endParaRPr>
          </a:p>
          <a:p>
            <a:pPr marL="0" indent="0">
              <a:buNone/>
            </a:pPr>
            <a:r>
              <a:rPr lang="en" sz="2400" dirty="0">
                <a:latin typeface="Source Code Pro"/>
                <a:ea typeface="Source Code Pro"/>
              </a:rPr>
              <a:t>$ git switch [branch] </a:t>
            </a:r>
            <a:r>
              <a:rPr lang="en" sz="2000" dirty="0">
                <a:latin typeface="Source Code Pro"/>
                <a:ea typeface="Source Code Pro"/>
              </a:rPr>
              <a:t>// </a:t>
            </a:r>
            <a:r>
              <a:rPr lang="en" sz="2000" dirty="0"/>
              <a:t>preffered way to switch to branch</a:t>
            </a:r>
          </a:p>
          <a:p>
            <a:pPr marL="0" indent="0">
              <a:lnSpc>
                <a:spcPct val="114999"/>
              </a:lnSpc>
              <a:buNone/>
            </a:pPr>
            <a:endParaRPr lang="en" sz="2400" dirty="0"/>
          </a:p>
        </p:txBody>
      </p:sp>
      <p:sp>
        <p:nvSpPr>
          <p:cNvPr id="324" name="Google Shape;324;p43"/>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39</a:t>
            </a:fld>
            <a:endParaRPr>
              <a:solidFill>
                <a:schemeClr val="dk2"/>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52"/>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Command: stash</a:t>
            </a:r>
            <a:endParaRPr dirty="0"/>
          </a:p>
        </p:txBody>
      </p:sp>
      <p:sp>
        <p:nvSpPr>
          <p:cNvPr id="386" name="Google Shape;386;p52"/>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 dirty="0"/>
              <a:t>Store source/reapply temporarily changes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sz="2400" dirty="0">
                <a:latin typeface="Source Code Pro"/>
                <a:ea typeface="Source Code Pro"/>
                <a:cs typeface="Source Code Pro"/>
                <a:sym typeface="Source Code Pro"/>
              </a:rPr>
              <a:t>$ git stash </a:t>
            </a:r>
            <a:r>
              <a:rPr lang="en" dirty="0">
                <a:latin typeface="Source Code Pro"/>
                <a:ea typeface="Source Code Pro"/>
                <a:cs typeface="Source Code Pro"/>
                <a:sym typeface="Source Code Pro"/>
              </a:rPr>
              <a:t>//</a:t>
            </a:r>
            <a:r>
              <a:rPr lang="en" sz="2400" dirty="0"/>
              <a:t> store changes made in the current branch and removes them</a:t>
            </a:r>
          </a:p>
          <a:p>
            <a:pPr marL="0" lvl="0" indent="0" algn="l" rtl="0">
              <a:spcBef>
                <a:spcPts val="0"/>
              </a:spcBef>
              <a:spcAft>
                <a:spcPts val="0"/>
              </a:spcAft>
              <a:buNone/>
            </a:pPr>
            <a:endParaRPr sz="2400" dirty="0"/>
          </a:p>
          <a:p>
            <a:pPr marL="0" lvl="0" indent="0" algn="l" rtl="0">
              <a:spcBef>
                <a:spcPts val="0"/>
              </a:spcBef>
              <a:spcAft>
                <a:spcPts val="0"/>
              </a:spcAft>
              <a:buNone/>
            </a:pPr>
            <a:r>
              <a:rPr lang="en" sz="2400" dirty="0">
                <a:latin typeface="Source Code Pro"/>
                <a:ea typeface="Source Code Pro"/>
                <a:cs typeface="Source Code Pro"/>
                <a:sym typeface="Source Code Pro"/>
              </a:rPr>
              <a:t>$ git stash pop </a:t>
            </a:r>
            <a:r>
              <a:rPr lang="en" dirty="0">
                <a:latin typeface="Source Code Pro"/>
                <a:ea typeface="Source Code Pro"/>
                <a:cs typeface="Source Code Pro"/>
                <a:sym typeface="Source Code Pro"/>
              </a:rPr>
              <a:t>//</a:t>
            </a:r>
            <a:r>
              <a:rPr lang="en" sz="2400" dirty="0"/>
              <a:t> restore stashed changes into current branch</a:t>
            </a:r>
            <a:endParaRPr sz="2400" dirty="0"/>
          </a:p>
        </p:txBody>
      </p:sp>
      <p:sp>
        <p:nvSpPr>
          <p:cNvPr id="387" name="Google Shape;387;p5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40</a:t>
            </a:fld>
            <a:endParaRPr>
              <a:solidFill>
                <a:schemeClr val="dk2"/>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4"/>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Command: merge</a:t>
            </a:r>
            <a:endParaRPr dirty="0"/>
          </a:p>
        </p:txBody>
      </p:sp>
      <p:sp>
        <p:nvSpPr>
          <p:cNvPr id="330" name="Google Shape;330;p44"/>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 dirty="0"/>
              <a:t>Copies changes files from one branch to another</a:t>
            </a:r>
            <a:endParaRPr dirty="0"/>
          </a:p>
          <a:p>
            <a:pPr marL="457200" lvl="0" indent="-419100" algn="l" rtl="0">
              <a:spcBef>
                <a:spcPts val="0"/>
              </a:spcBef>
              <a:spcAft>
                <a:spcPts val="0"/>
              </a:spcAft>
              <a:buSzPts val="3000"/>
              <a:buChar char="●"/>
            </a:pPr>
            <a:r>
              <a:rPr lang="en" dirty="0"/>
              <a:t>Current branch is merged into</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sz="2400" dirty="0">
                <a:latin typeface="Source Code Pro"/>
                <a:ea typeface="Source Code Pro"/>
                <a:cs typeface="Source Code Pro"/>
                <a:sym typeface="Source Code Pro"/>
              </a:rPr>
              <a:t>$ git merge [branch] </a:t>
            </a:r>
            <a:r>
              <a:rPr lang="en" dirty="0">
                <a:latin typeface="Source Code Pro"/>
                <a:ea typeface="Source Code Pro"/>
                <a:cs typeface="Source Code Pro"/>
                <a:sym typeface="Source Code Pro"/>
              </a:rPr>
              <a:t>//</a:t>
            </a:r>
            <a:r>
              <a:rPr lang="en" sz="2400" dirty="0"/>
              <a:t> merge changes from [branch] into current branch</a:t>
            </a:r>
            <a:endParaRPr sz="2400" dirty="0"/>
          </a:p>
        </p:txBody>
      </p:sp>
      <p:sp>
        <p:nvSpPr>
          <p:cNvPr id="331" name="Google Shape;331;p4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41</a:t>
            </a:fld>
            <a:endParaRPr>
              <a:solidFill>
                <a:schemeClr val="dk2"/>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8FDC20EC-AB9E-9D22-3EBD-B814C72D2A5B}"/>
              </a:ext>
            </a:extLst>
          </p:cNvPr>
          <p:cNvSpPr/>
          <p:nvPr/>
        </p:nvSpPr>
        <p:spPr>
          <a:xfrm>
            <a:off x="348770" y="2286000"/>
            <a:ext cx="614363" cy="6143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Oval 5">
            <a:extLst>
              <a:ext uri="{FF2B5EF4-FFF2-40B4-BE49-F238E27FC236}">
                <a16:creationId xmlns:a16="http://schemas.microsoft.com/office/drawing/2014/main" id="{8AD2D61F-E0AA-E73A-8395-69AE46DFEE02}"/>
              </a:ext>
            </a:extLst>
          </p:cNvPr>
          <p:cNvSpPr/>
          <p:nvPr/>
        </p:nvSpPr>
        <p:spPr>
          <a:xfrm>
            <a:off x="1363183" y="2285999"/>
            <a:ext cx="614363" cy="6143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 name="Oval 6">
            <a:extLst>
              <a:ext uri="{FF2B5EF4-FFF2-40B4-BE49-F238E27FC236}">
                <a16:creationId xmlns:a16="http://schemas.microsoft.com/office/drawing/2014/main" id="{F10C47F5-5072-B7BF-F6C0-B0656FAD86E9}"/>
              </a:ext>
            </a:extLst>
          </p:cNvPr>
          <p:cNvSpPr/>
          <p:nvPr/>
        </p:nvSpPr>
        <p:spPr>
          <a:xfrm>
            <a:off x="2377596" y="2285998"/>
            <a:ext cx="614363" cy="6143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cxnSp>
        <p:nvCxnSpPr>
          <p:cNvPr id="9" name="Straight Arrow Connector 8">
            <a:extLst>
              <a:ext uri="{FF2B5EF4-FFF2-40B4-BE49-F238E27FC236}">
                <a16:creationId xmlns:a16="http://schemas.microsoft.com/office/drawing/2014/main" id="{E4D745FC-83AB-D688-E844-E6BA3E76E428}"/>
              </a:ext>
            </a:extLst>
          </p:cNvPr>
          <p:cNvCxnSpPr>
            <a:stCxn id="5" idx="6"/>
            <a:endCxn id="6" idx="2"/>
          </p:cNvCxnSpPr>
          <p:nvPr/>
        </p:nvCxnSpPr>
        <p:spPr>
          <a:xfrm flipV="1">
            <a:off x="963133" y="2593181"/>
            <a:ext cx="400050"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5972D43-3AD6-24C3-D84D-0D019BC92EC7}"/>
              </a:ext>
            </a:extLst>
          </p:cNvPr>
          <p:cNvCxnSpPr/>
          <p:nvPr/>
        </p:nvCxnSpPr>
        <p:spPr>
          <a:xfrm flipV="1">
            <a:off x="1987071" y="2593178"/>
            <a:ext cx="400050"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AA788AC2-4603-6639-3C78-F47C2596C6AB}"/>
              </a:ext>
            </a:extLst>
          </p:cNvPr>
          <p:cNvSpPr/>
          <p:nvPr/>
        </p:nvSpPr>
        <p:spPr>
          <a:xfrm>
            <a:off x="3406295" y="1300161"/>
            <a:ext cx="614363" cy="614363"/>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2" name="Oval 11">
            <a:extLst>
              <a:ext uri="{FF2B5EF4-FFF2-40B4-BE49-F238E27FC236}">
                <a16:creationId xmlns:a16="http://schemas.microsoft.com/office/drawing/2014/main" id="{5E35F1F0-B349-70B8-19DC-EEC29D34DBD4}"/>
              </a:ext>
            </a:extLst>
          </p:cNvPr>
          <p:cNvSpPr/>
          <p:nvPr/>
        </p:nvSpPr>
        <p:spPr>
          <a:xfrm>
            <a:off x="4449283" y="1300161"/>
            <a:ext cx="614363" cy="614363"/>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3" name="TextBox 12">
            <a:extLst>
              <a:ext uri="{FF2B5EF4-FFF2-40B4-BE49-F238E27FC236}">
                <a16:creationId xmlns:a16="http://schemas.microsoft.com/office/drawing/2014/main" id="{984E8DDB-BC11-3774-2B06-9D0E8A8F9461}"/>
              </a:ext>
            </a:extLst>
          </p:cNvPr>
          <p:cNvSpPr txBox="1"/>
          <p:nvPr/>
        </p:nvSpPr>
        <p:spPr>
          <a:xfrm>
            <a:off x="834395" y="3089980"/>
            <a:ext cx="162416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0" i="0" u="none" strike="noStrike" kern="0" cap="none" spc="0" normalizeH="0" baseline="0" noProof="0" dirty="0">
                <a:ln>
                  <a:noFill/>
                </a:ln>
                <a:solidFill>
                  <a:srgbClr val="000000"/>
                </a:solidFill>
                <a:effectLst/>
                <a:uLnTx/>
                <a:uFillTx/>
                <a:latin typeface="Arial"/>
                <a:cs typeface="Arial"/>
                <a:sym typeface="Arial"/>
              </a:rPr>
              <a:t>Main Branch</a:t>
            </a:r>
          </a:p>
        </p:txBody>
      </p:sp>
      <p:sp>
        <p:nvSpPr>
          <p:cNvPr id="14" name="TextBox 13">
            <a:extLst>
              <a:ext uri="{FF2B5EF4-FFF2-40B4-BE49-F238E27FC236}">
                <a16:creationId xmlns:a16="http://schemas.microsoft.com/office/drawing/2014/main" id="{91BAF987-8528-DF76-A0A4-5FA565031F8A}"/>
              </a:ext>
            </a:extLst>
          </p:cNvPr>
          <p:cNvSpPr txBox="1"/>
          <p:nvPr/>
        </p:nvSpPr>
        <p:spPr>
          <a:xfrm>
            <a:off x="3095611" y="787943"/>
            <a:ext cx="2536272"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0" i="0" u="none" strike="noStrike" kern="0" cap="none" spc="0" normalizeH="0" baseline="0" noProof="0" dirty="0">
                <a:ln>
                  <a:noFill/>
                </a:ln>
                <a:solidFill>
                  <a:srgbClr val="000000"/>
                </a:solidFill>
                <a:effectLst/>
                <a:uLnTx/>
                <a:uFillTx/>
                <a:latin typeface="Arial"/>
                <a:cs typeface="Arial"/>
                <a:sym typeface="Arial"/>
              </a:rPr>
              <a:t>New Feature Branch</a:t>
            </a:r>
          </a:p>
        </p:txBody>
      </p:sp>
      <p:cxnSp>
        <p:nvCxnSpPr>
          <p:cNvPr id="16" name="Connector: Elbow 15">
            <a:extLst>
              <a:ext uri="{FF2B5EF4-FFF2-40B4-BE49-F238E27FC236}">
                <a16:creationId xmlns:a16="http://schemas.microsoft.com/office/drawing/2014/main" id="{C60E8A5F-EB60-207A-342B-6C13A2EF2984}"/>
              </a:ext>
            </a:extLst>
          </p:cNvPr>
          <p:cNvCxnSpPr>
            <a:stCxn id="7" idx="0"/>
            <a:endCxn id="11" idx="2"/>
          </p:cNvCxnSpPr>
          <p:nvPr/>
        </p:nvCxnSpPr>
        <p:spPr>
          <a:xfrm rot="5400000" flipH="1" flipV="1">
            <a:off x="2706209" y="1585913"/>
            <a:ext cx="678655" cy="721517"/>
          </a:xfrm>
          <a:prstGeom prst="bentConnector2">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8857439D-C8F1-43EF-6FF6-202CF6EE8519}"/>
              </a:ext>
            </a:extLst>
          </p:cNvPr>
          <p:cNvSpPr/>
          <p:nvPr/>
        </p:nvSpPr>
        <p:spPr>
          <a:xfrm>
            <a:off x="6152041" y="2285996"/>
            <a:ext cx="614363" cy="6143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cxnSp>
        <p:nvCxnSpPr>
          <p:cNvPr id="19" name="Straight Arrow Connector 18">
            <a:extLst>
              <a:ext uri="{FF2B5EF4-FFF2-40B4-BE49-F238E27FC236}">
                <a16:creationId xmlns:a16="http://schemas.microsoft.com/office/drawing/2014/main" id="{A3EA4D41-ADEE-270A-24A7-9486B5000CD2}"/>
              </a:ext>
            </a:extLst>
          </p:cNvPr>
          <p:cNvCxnSpPr>
            <a:cxnSpLocks/>
            <a:stCxn id="7" idx="6"/>
            <a:endCxn id="18" idx="2"/>
          </p:cNvCxnSpPr>
          <p:nvPr/>
        </p:nvCxnSpPr>
        <p:spPr>
          <a:xfrm flipV="1">
            <a:off x="2991959" y="2593178"/>
            <a:ext cx="3160082" cy="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777D243-2B6A-1007-0D0B-2F1E96FA9E72}"/>
              </a:ext>
            </a:extLst>
          </p:cNvPr>
          <p:cNvSpPr txBox="1"/>
          <p:nvPr/>
        </p:nvSpPr>
        <p:spPr>
          <a:xfrm>
            <a:off x="7063896" y="1407287"/>
            <a:ext cx="2137124" cy="13234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0" i="0" u="none" strike="noStrike" kern="0" cap="none" spc="0" normalizeH="0" baseline="0" noProof="0" dirty="0">
                <a:ln>
                  <a:noFill/>
                </a:ln>
                <a:solidFill>
                  <a:srgbClr val="000000"/>
                </a:solidFill>
                <a:effectLst/>
                <a:uLnTx/>
                <a:uFillTx/>
                <a:latin typeface="Arial"/>
                <a:cs typeface="Arial"/>
                <a:sym typeface="Arial"/>
              </a:rPr>
              <a:t>Option #1</a:t>
            </a:r>
            <a:br>
              <a:rPr kumimoji="0" lang="en-US" sz="2000" b="0" i="0" u="none" strike="noStrike" kern="0" cap="none" spc="0" normalizeH="0" baseline="0" noProof="0" dirty="0">
                <a:ln>
                  <a:noFill/>
                </a:ln>
                <a:solidFill>
                  <a:srgbClr val="000000"/>
                </a:solidFill>
                <a:effectLst/>
                <a:uLnTx/>
                <a:uFillTx/>
                <a:latin typeface="Arial"/>
                <a:cs typeface="Arial"/>
                <a:sym typeface="Arial"/>
              </a:rPr>
            </a:br>
            <a:r>
              <a:rPr kumimoji="0" lang="en-US" sz="2000" b="0" i="0" u="none" strike="noStrike" kern="0" cap="none" spc="0" normalizeH="0" baseline="0" noProof="0" dirty="0">
                <a:ln>
                  <a:noFill/>
                </a:ln>
                <a:solidFill>
                  <a:srgbClr val="000000"/>
                </a:solidFill>
                <a:effectLst/>
                <a:uLnTx/>
                <a:uFillTx/>
                <a:latin typeface="Arial"/>
                <a:cs typeface="Arial"/>
                <a:sym typeface="Arial"/>
              </a:rPr>
              <a:t>Abandon branch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0" i="0" u="none" strike="noStrike" kern="0" cap="none" spc="0" normalizeH="0" baseline="0" noProof="0" dirty="0">
                <a:ln>
                  <a:noFill/>
                </a:ln>
                <a:solidFill>
                  <a:srgbClr val="000000"/>
                </a:solidFill>
                <a:effectLst/>
                <a:uLnTx/>
                <a:uFillTx/>
                <a:latin typeface="Arial"/>
                <a:cs typeface="Arial"/>
                <a:sym typeface="Arial"/>
              </a:rPr>
              <a:t>and move on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0" i="0" u="none" strike="noStrike" kern="0" cap="none" spc="0" normalizeH="0" baseline="0" noProof="0" dirty="0">
                <a:ln>
                  <a:noFill/>
                </a:ln>
                <a:solidFill>
                  <a:srgbClr val="000000"/>
                </a:solidFill>
                <a:effectLst/>
                <a:uLnTx/>
                <a:uFillTx/>
                <a:latin typeface="Arial"/>
                <a:cs typeface="Arial"/>
                <a:sym typeface="Arial"/>
              </a:rPr>
              <a:t>with Main.</a:t>
            </a:r>
          </a:p>
        </p:txBody>
      </p:sp>
      <p:sp>
        <p:nvSpPr>
          <p:cNvPr id="24" name="Oval 23">
            <a:extLst>
              <a:ext uri="{FF2B5EF4-FFF2-40B4-BE49-F238E27FC236}">
                <a16:creationId xmlns:a16="http://schemas.microsoft.com/office/drawing/2014/main" id="{CBB06EE0-0F89-7943-DCF1-86833F0BF8CB}"/>
              </a:ext>
            </a:extLst>
          </p:cNvPr>
          <p:cNvSpPr/>
          <p:nvPr/>
        </p:nvSpPr>
        <p:spPr>
          <a:xfrm>
            <a:off x="358295" y="4988147"/>
            <a:ext cx="614363" cy="6143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5" name="Oval 24">
            <a:extLst>
              <a:ext uri="{FF2B5EF4-FFF2-40B4-BE49-F238E27FC236}">
                <a16:creationId xmlns:a16="http://schemas.microsoft.com/office/drawing/2014/main" id="{63555707-8C6C-5706-D4CA-50835EB64F1B}"/>
              </a:ext>
            </a:extLst>
          </p:cNvPr>
          <p:cNvSpPr/>
          <p:nvPr/>
        </p:nvSpPr>
        <p:spPr>
          <a:xfrm>
            <a:off x="1372708" y="4988146"/>
            <a:ext cx="614363" cy="6143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6" name="Oval 25">
            <a:extLst>
              <a:ext uri="{FF2B5EF4-FFF2-40B4-BE49-F238E27FC236}">
                <a16:creationId xmlns:a16="http://schemas.microsoft.com/office/drawing/2014/main" id="{282E2D5D-9CD6-4924-F26B-963B1E1C22D9}"/>
              </a:ext>
            </a:extLst>
          </p:cNvPr>
          <p:cNvSpPr/>
          <p:nvPr/>
        </p:nvSpPr>
        <p:spPr>
          <a:xfrm>
            <a:off x="2387121" y="4988145"/>
            <a:ext cx="614363" cy="6143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cxnSp>
        <p:nvCxnSpPr>
          <p:cNvPr id="27" name="Straight Arrow Connector 26">
            <a:extLst>
              <a:ext uri="{FF2B5EF4-FFF2-40B4-BE49-F238E27FC236}">
                <a16:creationId xmlns:a16="http://schemas.microsoft.com/office/drawing/2014/main" id="{8DBD9FF2-A6AE-2E87-AAAB-40D23DD6EDC9}"/>
              </a:ext>
            </a:extLst>
          </p:cNvPr>
          <p:cNvCxnSpPr>
            <a:stCxn id="24" idx="6"/>
            <a:endCxn id="25" idx="2"/>
          </p:cNvCxnSpPr>
          <p:nvPr/>
        </p:nvCxnSpPr>
        <p:spPr>
          <a:xfrm flipV="1">
            <a:off x="972658" y="5295328"/>
            <a:ext cx="400050"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8617856-2C1D-CA61-1399-5EE0BAFCC0EA}"/>
              </a:ext>
            </a:extLst>
          </p:cNvPr>
          <p:cNvCxnSpPr/>
          <p:nvPr/>
        </p:nvCxnSpPr>
        <p:spPr>
          <a:xfrm flipV="1">
            <a:off x="1996596" y="5295325"/>
            <a:ext cx="400050"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4E2BD048-AA20-F8AB-498D-B002EC130888}"/>
              </a:ext>
            </a:extLst>
          </p:cNvPr>
          <p:cNvSpPr/>
          <p:nvPr/>
        </p:nvSpPr>
        <p:spPr>
          <a:xfrm>
            <a:off x="3415820" y="4002308"/>
            <a:ext cx="614363" cy="614363"/>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0" name="Oval 29">
            <a:extLst>
              <a:ext uri="{FF2B5EF4-FFF2-40B4-BE49-F238E27FC236}">
                <a16:creationId xmlns:a16="http://schemas.microsoft.com/office/drawing/2014/main" id="{8618CB0E-E3AC-0682-FD9D-F5C9D27CB435}"/>
              </a:ext>
            </a:extLst>
          </p:cNvPr>
          <p:cNvSpPr/>
          <p:nvPr/>
        </p:nvSpPr>
        <p:spPr>
          <a:xfrm>
            <a:off x="4458808" y="4002308"/>
            <a:ext cx="614363" cy="614363"/>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1" name="TextBox 30">
            <a:extLst>
              <a:ext uri="{FF2B5EF4-FFF2-40B4-BE49-F238E27FC236}">
                <a16:creationId xmlns:a16="http://schemas.microsoft.com/office/drawing/2014/main" id="{AE4552D2-BA0B-A0B5-9628-39F9E87B6D9D}"/>
              </a:ext>
            </a:extLst>
          </p:cNvPr>
          <p:cNvSpPr txBox="1"/>
          <p:nvPr/>
        </p:nvSpPr>
        <p:spPr>
          <a:xfrm>
            <a:off x="843920" y="5792127"/>
            <a:ext cx="162416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0" i="0" u="none" strike="noStrike" kern="0" cap="none" spc="0" normalizeH="0" baseline="0" noProof="0" dirty="0">
                <a:ln>
                  <a:noFill/>
                </a:ln>
                <a:solidFill>
                  <a:srgbClr val="000000"/>
                </a:solidFill>
                <a:effectLst/>
                <a:uLnTx/>
                <a:uFillTx/>
                <a:latin typeface="Arial"/>
                <a:cs typeface="Arial"/>
                <a:sym typeface="Arial"/>
              </a:rPr>
              <a:t>Main Branch</a:t>
            </a:r>
          </a:p>
        </p:txBody>
      </p:sp>
      <p:sp>
        <p:nvSpPr>
          <p:cNvPr id="32" name="TextBox 31">
            <a:extLst>
              <a:ext uri="{FF2B5EF4-FFF2-40B4-BE49-F238E27FC236}">
                <a16:creationId xmlns:a16="http://schemas.microsoft.com/office/drawing/2014/main" id="{7B7FAA1E-5E98-1C7A-0D34-8A3B58373BD4}"/>
              </a:ext>
            </a:extLst>
          </p:cNvPr>
          <p:cNvSpPr txBox="1"/>
          <p:nvPr/>
        </p:nvSpPr>
        <p:spPr>
          <a:xfrm>
            <a:off x="3105136" y="3490090"/>
            <a:ext cx="2536272"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0" i="0" u="none" strike="noStrike" kern="0" cap="none" spc="0" normalizeH="0" baseline="0" noProof="0" dirty="0">
                <a:ln>
                  <a:noFill/>
                </a:ln>
                <a:solidFill>
                  <a:srgbClr val="000000"/>
                </a:solidFill>
                <a:effectLst/>
                <a:uLnTx/>
                <a:uFillTx/>
                <a:latin typeface="Arial"/>
                <a:cs typeface="Arial"/>
                <a:sym typeface="Arial"/>
              </a:rPr>
              <a:t>New Feature Branch</a:t>
            </a:r>
          </a:p>
        </p:txBody>
      </p:sp>
      <p:cxnSp>
        <p:nvCxnSpPr>
          <p:cNvPr id="33" name="Connector: Elbow 32">
            <a:extLst>
              <a:ext uri="{FF2B5EF4-FFF2-40B4-BE49-F238E27FC236}">
                <a16:creationId xmlns:a16="http://schemas.microsoft.com/office/drawing/2014/main" id="{EB982585-7145-C263-3270-FE69B77D9262}"/>
              </a:ext>
            </a:extLst>
          </p:cNvPr>
          <p:cNvCxnSpPr>
            <a:stCxn id="26" idx="0"/>
            <a:endCxn id="29" idx="2"/>
          </p:cNvCxnSpPr>
          <p:nvPr/>
        </p:nvCxnSpPr>
        <p:spPr>
          <a:xfrm rot="5400000" flipH="1" flipV="1">
            <a:off x="2715734" y="4288060"/>
            <a:ext cx="678655" cy="721517"/>
          </a:xfrm>
          <a:prstGeom prst="bentConnector2">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C3245A4D-D62B-3D7A-2318-0B4C84E5A73B}"/>
              </a:ext>
            </a:extLst>
          </p:cNvPr>
          <p:cNvSpPr/>
          <p:nvPr/>
        </p:nvSpPr>
        <p:spPr>
          <a:xfrm>
            <a:off x="6161566" y="4988143"/>
            <a:ext cx="614363" cy="6143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cxnSp>
        <p:nvCxnSpPr>
          <p:cNvPr id="35" name="Straight Arrow Connector 34">
            <a:extLst>
              <a:ext uri="{FF2B5EF4-FFF2-40B4-BE49-F238E27FC236}">
                <a16:creationId xmlns:a16="http://schemas.microsoft.com/office/drawing/2014/main" id="{75D9EF11-E7AD-9FC3-57EC-76FB51E90963}"/>
              </a:ext>
            </a:extLst>
          </p:cNvPr>
          <p:cNvCxnSpPr>
            <a:cxnSpLocks/>
            <a:stCxn id="26" idx="6"/>
            <a:endCxn id="34" idx="2"/>
          </p:cNvCxnSpPr>
          <p:nvPr/>
        </p:nvCxnSpPr>
        <p:spPr>
          <a:xfrm flipV="1">
            <a:off x="3001484" y="5295325"/>
            <a:ext cx="3160082" cy="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3610CC0F-308B-1313-5DE7-8B978444ED51}"/>
              </a:ext>
            </a:extLst>
          </p:cNvPr>
          <p:cNvSpPr txBox="1"/>
          <p:nvPr/>
        </p:nvSpPr>
        <p:spPr>
          <a:xfrm>
            <a:off x="7073421" y="4109434"/>
            <a:ext cx="1709122" cy="13234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0" i="0" u="none" strike="noStrike" kern="0" cap="none" spc="0" normalizeH="0" baseline="0" noProof="0" dirty="0">
                <a:ln>
                  <a:noFill/>
                </a:ln>
                <a:solidFill>
                  <a:srgbClr val="000000"/>
                </a:solidFill>
                <a:effectLst/>
                <a:uLnTx/>
                <a:uFillTx/>
                <a:latin typeface="Arial"/>
                <a:cs typeface="Arial"/>
                <a:sym typeface="Arial"/>
              </a:rPr>
              <a:t>Option #2</a:t>
            </a:r>
            <a:br>
              <a:rPr kumimoji="0" lang="en-US" sz="2000" b="0" i="0" u="none" strike="noStrike" kern="0" cap="none" spc="0" normalizeH="0" baseline="0" noProof="0" dirty="0">
                <a:ln>
                  <a:noFill/>
                </a:ln>
                <a:solidFill>
                  <a:srgbClr val="000000"/>
                </a:solidFill>
                <a:effectLst/>
                <a:uLnTx/>
                <a:uFillTx/>
                <a:latin typeface="Arial"/>
                <a:cs typeface="Arial"/>
                <a:sym typeface="Arial"/>
              </a:rPr>
            </a:br>
            <a:r>
              <a:rPr kumimoji="0" lang="en-US" sz="2000" b="0" i="0" u="none" strike="noStrike" kern="0" cap="none" spc="0" normalizeH="0" baseline="0" noProof="0" dirty="0">
                <a:ln>
                  <a:noFill/>
                </a:ln>
                <a:solidFill>
                  <a:srgbClr val="000000"/>
                </a:solidFill>
                <a:effectLst/>
                <a:uLnTx/>
                <a:uFillTx/>
                <a:latin typeface="Arial"/>
                <a:cs typeface="Arial"/>
                <a:sym typeface="Arial"/>
              </a:rPr>
              <a:t>Merge the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0" i="0" u="none" strike="noStrike" kern="0" cap="none" spc="0" normalizeH="0" baseline="0" noProof="0" dirty="0">
                <a:ln>
                  <a:noFill/>
                </a:ln>
                <a:solidFill>
                  <a:srgbClr val="000000"/>
                </a:solidFill>
                <a:effectLst/>
                <a:uLnTx/>
                <a:uFillTx/>
                <a:latin typeface="Arial"/>
                <a:cs typeface="Arial"/>
                <a:sym typeface="Arial"/>
              </a:rPr>
              <a:t>changes into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0" i="0" u="none" strike="noStrike" kern="0" cap="none" spc="0" normalizeH="0" baseline="0" noProof="0" dirty="0">
                <a:ln>
                  <a:noFill/>
                </a:ln>
                <a:solidFill>
                  <a:srgbClr val="000000"/>
                </a:solidFill>
                <a:effectLst/>
                <a:uLnTx/>
                <a:uFillTx/>
                <a:latin typeface="Arial"/>
                <a:cs typeface="Arial"/>
                <a:sym typeface="Arial"/>
              </a:rPr>
              <a:t>Main</a:t>
            </a:r>
          </a:p>
        </p:txBody>
      </p:sp>
      <p:cxnSp>
        <p:nvCxnSpPr>
          <p:cNvPr id="38" name="Straight Arrow Connector 37">
            <a:extLst>
              <a:ext uri="{FF2B5EF4-FFF2-40B4-BE49-F238E27FC236}">
                <a16:creationId xmlns:a16="http://schemas.microsoft.com/office/drawing/2014/main" id="{3BCBA447-D984-ADAF-2120-2EE60D6DF8E1}"/>
              </a:ext>
            </a:extLst>
          </p:cNvPr>
          <p:cNvCxnSpPr>
            <a:stCxn id="11" idx="6"/>
            <a:endCxn id="12" idx="2"/>
          </p:cNvCxnSpPr>
          <p:nvPr/>
        </p:nvCxnSpPr>
        <p:spPr>
          <a:xfrm>
            <a:off x="4020658" y="1607343"/>
            <a:ext cx="428625"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4E6A1C2-2129-80EB-67EC-FF95EC7C7CA7}"/>
              </a:ext>
            </a:extLst>
          </p:cNvPr>
          <p:cNvCxnSpPr/>
          <p:nvPr/>
        </p:nvCxnSpPr>
        <p:spPr>
          <a:xfrm>
            <a:off x="4020658" y="4330921"/>
            <a:ext cx="428625"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D8A6EBEE-AB5A-DB33-832F-858425C01DEC}"/>
              </a:ext>
            </a:extLst>
          </p:cNvPr>
          <p:cNvCxnSpPr>
            <a:cxnSpLocks/>
            <a:stCxn id="30" idx="6"/>
            <a:endCxn id="34" idx="0"/>
          </p:cNvCxnSpPr>
          <p:nvPr/>
        </p:nvCxnSpPr>
        <p:spPr>
          <a:xfrm>
            <a:off x="5073171" y="4309490"/>
            <a:ext cx="1395577" cy="678653"/>
          </a:xfrm>
          <a:prstGeom prst="bentConnector2">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47" name="Picture 46">
            <a:extLst>
              <a:ext uri="{FF2B5EF4-FFF2-40B4-BE49-F238E27FC236}">
                <a16:creationId xmlns:a16="http://schemas.microsoft.com/office/drawing/2014/main" id="{CDCB7165-6B93-E62F-654E-A29126E2B621}"/>
              </a:ext>
            </a:extLst>
          </p:cNvPr>
          <p:cNvPicPr>
            <a:picLocks noChangeAspect="1"/>
          </p:cNvPicPr>
          <p:nvPr/>
        </p:nvPicPr>
        <p:blipFill>
          <a:blip r:embed="rId2"/>
          <a:stretch>
            <a:fillRect/>
          </a:stretch>
        </p:blipFill>
        <p:spPr>
          <a:xfrm>
            <a:off x="6107988" y="4988143"/>
            <a:ext cx="721517" cy="690815"/>
          </a:xfrm>
          <a:prstGeom prst="rect">
            <a:avLst/>
          </a:prstGeom>
        </p:spPr>
      </p:pic>
    </p:spTree>
    <p:extLst>
      <p:ext uri="{BB962C8B-B14F-4D97-AF65-F5344CB8AC3E}">
        <p14:creationId xmlns:p14="http://schemas.microsoft.com/office/powerpoint/2010/main" val="13002258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28">
          <a:extLst>
            <a:ext uri="{FF2B5EF4-FFF2-40B4-BE49-F238E27FC236}">
              <a16:creationId xmlns:a16="http://schemas.microsoft.com/office/drawing/2014/main" id="{53D09681-281D-98D9-0255-B8E6E7172837}"/>
            </a:ext>
          </a:extLst>
        </p:cNvPr>
        <p:cNvGrpSpPr/>
        <p:nvPr/>
      </p:nvGrpSpPr>
      <p:grpSpPr>
        <a:xfrm>
          <a:off x="0" y="0"/>
          <a:ext cx="0" cy="0"/>
          <a:chOff x="0" y="0"/>
          <a:chExt cx="0" cy="0"/>
        </a:xfrm>
      </p:grpSpPr>
      <p:sp>
        <p:nvSpPr>
          <p:cNvPr id="329" name="Google Shape;329;p44">
            <a:extLst>
              <a:ext uri="{FF2B5EF4-FFF2-40B4-BE49-F238E27FC236}">
                <a16:creationId xmlns:a16="http://schemas.microsoft.com/office/drawing/2014/main" id="{BA80AB81-661C-87FF-7880-5BF14063502C}"/>
              </a:ext>
            </a:extLst>
          </p:cNvPr>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Merge Flow</a:t>
            </a:r>
            <a:endParaRPr dirty="0"/>
          </a:p>
        </p:txBody>
      </p:sp>
      <p:sp>
        <p:nvSpPr>
          <p:cNvPr id="330" name="Google Shape;330;p44">
            <a:extLst>
              <a:ext uri="{FF2B5EF4-FFF2-40B4-BE49-F238E27FC236}">
                <a16:creationId xmlns:a16="http://schemas.microsoft.com/office/drawing/2014/main" id="{D3802CC3-0401-2F9D-CA1D-1C87A0B2C30F}"/>
              </a:ext>
            </a:extLst>
          </p:cNvPr>
          <p:cNvSpPr txBox="1">
            <a:spLocks noGrp="1"/>
          </p:cNvSpPr>
          <p:nvPr>
            <p:ph type="body" idx="1"/>
          </p:nvPr>
        </p:nvSpPr>
        <p:spPr>
          <a:xfrm>
            <a:off x="311700" y="1357075"/>
            <a:ext cx="8520600" cy="50156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sz="1600" b="0" i="0" dirty="0">
              <a:solidFill>
                <a:srgbClr val="696969"/>
              </a:solidFill>
              <a:effectLst/>
              <a:latin typeface="Consolas" panose="020B0609020204030204" pitchFamily="49" charset="0"/>
            </a:endParaRPr>
          </a:p>
          <a:p>
            <a:pPr marL="0" lvl="0" indent="0" algn="l" rtl="0">
              <a:spcBef>
                <a:spcPts val="0"/>
              </a:spcBef>
              <a:spcAft>
                <a:spcPts val="0"/>
              </a:spcAft>
              <a:buNone/>
            </a:pPr>
            <a:endParaRPr lang="en-US" sz="1600" dirty="0">
              <a:solidFill>
                <a:srgbClr val="696969"/>
              </a:solidFill>
              <a:latin typeface="Consolas" panose="020B0609020204030204" pitchFamily="49" charset="0"/>
            </a:endParaRPr>
          </a:p>
          <a:p>
            <a:pPr marL="0" lvl="0" indent="0" algn="l" rtl="0">
              <a:spcBef>
                <a:spcPts val="0"/>
              </a:spcBef>
              <a:spcAft>
                <a:spcPts val="0"/>
              </a:spcAft>
              <a:buNone/>
            </a:pPr>
            <a:endParaRPr lang="en-US" sz="1600" b="0" i="0" dirty="0">
              <a:solidFill>
                <a:srgbClr val="696969"/>
              </a:solidFill>
              <a:effectLst/>
              <a:latin typeface="Consolas" panose="020B0609020204030204" pitchFamily="49" charset="0"/>
            </a:endParaRPr>
          </a:p>
          <a:p>
            <a:pPr marL="0" lvl="0" indent="0" algn="l" rtl="0">
              <a:spcBef>
                <a:spcPts val="0"/>
              </a:spcBef>
              <a:spcAft>
                <a:spcPts val="0"/>
              </a:spcAft>
              <a:buNone/>
            </a:pPr>
            <a:endParaRPr lang="en-US" sz="1600" dirty="0">
              <a:solidFill>
                <a:srgbClr val="696969"/>
              </a:solidFill>
              <a:latin typeface="Consolas" panose="020B0609020204030204" pitchFamily="49" charset="0"/>
            </a:endParaRPr>
          </a:p>
          <a:p>
            <a:pPr marL="0" lvl="0" indent="0" algn="l" rtl="0">
              <a:spcBef>
                <a:spcPts val="0"/>
              </a:spcBef>
              <a:spcAft>
                <a:spcPts val="0"/>
              </a:spcAft>
              <a:buNone/>
            </a:pPr>
            <a:endParaRPr lang="en-US" sz="1600" b="0" i="0" dirty="0">
              <a:solidFill>
                <a:srgbClr val="696969"/>
              </a:solidFill>
              <a:effectLst/>
              <a:latin typeface="Consolas" panose="020B0609020204030204" pitchFamily="49" charset="0"/>
            </a:endParaRPr>
          </a:p>
          <a:p>
            <a:pPr marL="0" lvl="0" indent="0" algn="l" rtl="0">
              <a:spcBef>
                <a:spcPts val="0"/>
              </a:spcBef>
              <a:spcAft>
                <a:spcPts val="0"/>
              </a:spcAft>
              <a:buNone/>
            </a:pPr>
            <a:r>
              <a:rPr lang="en-US" sz="1600" b="0" i="0" dirty="0">
                <a:solidFill>
                  <a:srgbClr val="696969"/>
                </a:solidFill>
                <a:effectLst/>
                <a:latin typeface="Consolas" panose="020B0609020204030204" pitchFamily="49" charset="0"/>
              </a:rPr>
              <a:t># Start a new feature</a:t>
            </a:r>
            <a:r>
              <a:rPr lang="en-US" sz="1600" b="0" i="0" dirty="0">
                <a:solidFill>
                  <a:srgbClr val="091E42"/>
                </a:solidFill>
                <a:effectLst/>
                <a:latin typeface="Consolas" panose="020B0609020204030204" pitchFamily="49" charset="0"/>
              </a:rPr>
              <a:t> </a:t>
            </a:r>
          </a:p>
          <a:p>
            <a:pPr marL="0" lvl="0" indent="0" algn="l" rtl="0">
              <a:spcBef>
                <a:spcPts val="0"/>
              </a:spcBef>
              <a:spcAft>
                <a:spcPts val="0"/>
              </a:spcAft>
              <a:buNone/>
            </a:pPr>
            <a:r>
              <a:rPr lang="en-US" sz="1600" b="1" i="0" dirty="0">
                <a:solidFill>
                  <a:srgbClr val="091E42"/>
                </a:solidFill>
                <a:effectLst/>
                <a:latin typeface="Consolas" panose="020B0609020204030204" pitchFamily="49" charset="0"/>
              </a:rPr>
              <a:t> git </a:t>
            </a:r>
            <a:r>
              <a:rPr lang="en-US" sz="1600" b="1" i="0" dirty="0">
                <a:solidFill>
                  <a:srgbClr val="FF0000"/>
                </a:solidFill>
                <a:effectLst/>
                <a:latin typeface="Consolas" panose="020B0609020204030204" pitchFamily="49" charset="0"/>
              </a:rPr>
              <a:t>checkout</a:t>
            </a:r>
            <a:r>
              <a:rPr lang="en-US" sz="1600" b="1" i="0" dirty="0">
                <a:solidFill>
                  <a:srgbClr val="091E42"/>
                </a:solidFill>
                <a:effectLst/>
                <a:latin typeface="Consolas" panose="020B0609020204030204" pitchFamily="49" charset="0"/>
              </a:rPr>
              <a:t> -b new-feature            // or switch</a:t>
            </a:r>
          </a:p>
          <a:p>
            <a:pPr marL="0" lvl="0" indent="0" algn="l" rtl="0">
              <a:spcBef>
                <a:spcPts val="0"/>
              </a:spcBef>
              <a:spcAft>
                <a:spcPts val="0"/>
              </a:spcAft>
              <a:buNone/>
            </a:pPr>
            <a:r>
              <a:rPr lang="en-US" sz="1600" b="0" i="0" dirty="0">
                <a:solidFill>
                  <a:srgbClr val="696969"/>
                </a:solidFill>
                <a:effectLst/>
                <a:latin typeface="Consolas" panose="020B0609020204030204" pitchFamily="49" charset="0"/>
              </a:rPr>
              <a:t># Edit some files</a:t>
            </a:r>
            <a:r>
              <a:rPr lang="en-US" sz="1600" b="0" i="0" dirty="0">
                <a:solidFill>
                  <a:srgbClr val="091E42"/>
                </a:solidFill>
                <a:effectLst/>
                <a:latin typeface="Consolas" panose="020B0609020204030204" pitchFamily="49" charset="0"/>
              </a:rPr>
              <a:t> </a:t>
            </a:r>
          </a:p>
          <a:p>
            <a:pPr marL="0" lvl="0" indent="0" algn="l" rtl="0">
              <a:spcBef>
                <a:spcPts val="0"/>
              </a:spcBef>
              <a:spcAft>
                <a:spcPts val="0"/>
              </a:spcAft>
              <a:buNone/>
            </a:pPr>
            <a:r>
              <a:rPr lang="en-US" sz="1600" b="1" i="0" dirty="0">
                <a:solidFill>
                  <a:srgbClr val="091E42"/>
                </a:solidFill>
                <a:effectLst/>
                <a:latin typeface="Consolas" panose="020B0609020204030204" pitchFamily="49" charset="0"/>
              </a:rPr>
              <a:t> git </a:t>
            </a:r>
            <a:r>
              <a:rPr lang="en-US" sz="1600" b="1" i="0" dirty="0">
                <a:solidFill>
                  <a:srgbClr val="FF0000"/>
                </a:solidFill>
                <a:effectLst/>
                <a:latin typeface="Consolas" panose="020B0609020204030204" pitchFamily="49" charset="0"/>
              </a:rPr>
              <a:t>add</a:t>
            </a:r>
            <a:r>
              <a:rPr lang="en-US" sz="1600" b="1" i="0" dirty="0">
                <a:solidFill>
                  <a:srgbClr val="091E42"/>
                </a:solidFill>
                <a:effectLst/>
                <a:latin typeface="Consolas" panose="020B0609020204030204" pitchFamily="49" charset="0"/>
              </a:rPr>
              <a:t> &lt;file&gt; </a:t>
            </a:r>
          </a:p>
          <a:p>
            <a:pPr marL="0" lvl="0" indent="0" algn="l" rtl="0">
              <a:spcBef>
                <a:spcPts val="0"/>
              </a:spcBef>
              <a:spcAft>
                <a:spcPts val="0"/>
              </a:spcAft>
              <a:buNone/>
            </a:pPr>
            <a:r>
              <a:rPr lang="en-US" sz="1600" b="1" i="0" dirty="0">
                <a:solidFill>
                  <a:srgbClr val="091E42"/>
                </a:solidFill>
                <a:effectLst/>
                <a:latin typeface="Consolas" panose="020B0609020204030204" pitchFamily="49" charset="0"/>
              </a:rPr>
              <a:t> git </a:t>
            </a:r>
            <a:r>
              <a:rPr lang="en-US" sz="1600" b="1" i="0" dirty="0">
                <a:solidFill>
                  <a:srgbClr val="FF0000"/>
                </a:solidFill>
                <a:effectLst/>
                <a:latin typeface="Consolas" panose="020B0609020204030204" pitchFamily="49" charset="0"/>
              </a:rPr>
              <a:t>commit</a:t>
            </a:r>
            <a:r>
              <a:rPr lang="en-US" sz="1600" b="1" i="0" dirty="0">
                <a:solidFill>
                  <a:srgbClr val="091E42"/>
                </a:solidFill>
                <a:effectLst/>
                <a:latin typeface="Consolas" panose="020B0609020204030204" pitchFamily="49" charset="0"/>
              </a:rPr>
              <a:t> -m </a:t>
            </a:r>
            <a:r>
              <a:rPr lang="en-US" sz="1600" b="1" i="0" dirty="0">
                <a:solidFill>
                  <a:srgbClr val="008000"/>
                </a:solidFill>
                <a:effectLst/>
                <a:latin typeface="Consolas" panose="020B0609020204030204" pitchFamily="49" charset="0"/>
              </a:rPr>
              <a:t>"Start a feature"</a:t>
            </a:r>
            <a:r>
              <a:rPr lang="en-US" sz="1600" b="1" i="0" dirty="0">
                <a:solidFill>
                  <a:srgbClr val="091E42"/>
                </a:solidFill>
                <a:effectLst/>
                <a:latin typeface="Consolas" panose="020B0609020204030204" pitchFamily="49" charset="0"/>
              </a:rPr>
              <a:t> </a:t>
            </a:r>
          </a:p>
          <a:p>
            <a:pPr marL="0" lvl="0" indent="0" algn="l" rtl="0">
              <a:spcBef>
                <a:spcPts val="0"/>
              </a:spcBef>
              <a:spcAft>
                <a:spcPts val="0"/>
              </a:spcAft>
              <a:buNone/>
            </a:pPr>
            <a:r>
              <a:rPr lang="en-US" sz="1600" b="0" i="0" dirty="0">
                <a:solidFill>
                  <a:srgbClr val="696969"/>
                </a:solidFill>
                <a:effectLst/>
                <a:latin typeface="Consolas" panose="020B0609020204030204" pitchFamily="49" charset="0"/>
              </a:rPr>
              <a:t># Edit some files</a:t>
            </a:r>
            <a:r>
              <a:rPr lang="en-US" sz="1600" b="0" i="0" dirty="0">
                <a:solidFill>
                  <a:srgbClr val="091E42"/>
                </a:solidFill>
                <a:effectLst/>
                <a:latin typeface="Consolas" panose="020B0609020204030204" pitchFamily="49" charset="0"/>
              </a:rPr>
              <a:t> </a:t>
            </a:r>
          </a:p>
          <a:p>
            <a:pPr marL="0" lvl="0" indent="0" algn="l" rtl="0">
              <a:spcBef>
                <a:spcPts val="0"/>
              </a:spcBef>
              <a:spcAft>
                <a:spcPts val="0"/>
              </a:spcAft>
              <a:buNone/>
            </a:pPr>
            <a:r>
              <a:rPr lang="en-US" sz="1600" b="1" i="0" dirty="0">
                <a:solidFill>
                  <a:srgbClr val="091E42"/>
                </a:solidFill>
                <a:effectLst/>
                <a:latin typeface="Consolas" panose="020B0609020204030204" pitchFamily="49" charset="0"/>
              </a:rPr>
              <a:t> git </a:t>
            </a:r>
            <a:r>
              <a:rPr lang="en-US" sz="1600" b="1" i="0" dirty="0">
                <a:solidFill>
                  <a:srgbClr val="FF0000"/>
                </a:solidFill>
                <a:effectLst/>
                <a:latin typeface="Consolas" panose="020B0609020204030204" pitchFamily="49" charset="0"/>
              </a:rPr>
              <a:t>add</a:t>
            </a:r>
            <a:r>
              <a:rPr lang="en-US" sz="1600" b="1" i="0" dirty="0">
                <a:solidFill>
                  <a:srgbClr val="091E42"/>
                </a:solidFill>
                <a:effectLst/>
                <a:latin typeface="Consolas" panose="020B0609020204030204" pitchFamily="49" charset="0"/>
              </a:rPr>
              <a:t> &lt;file&gt; </a:t>
            </a:r>
          </a:p>
          <a:p>
            <a:pPr marL="0" lvl="0" indent="0" algn="l" rtl="0">
              <a:spcBef>
                <a:spcPts val="0"/>
              </a:spcBef>
              <a:spcAft>
                <a:spcPts val="0"/>
              </a:spcAft>
              <a:buNone/>
            </a:pPr>
            <a:r>
              <a:rPr lang="en-US" sz="1600" b="1" i="0" dirty="0">
                <a:solidFill>
                  <a:srgbClr val="091E42"/>
                </a:solidFill>
                <a:effectLst/>
                <a:latin typeface="Consolas" panose="020B0609020204030204" pitchFamily="49" charset="0"/>
              </a:rPr>
              <a:t> git </a:t>
            </a:r>
            <a:r>
              <a:rPr lang="en-US" sz="1600" b="1" i="0" dirty="0">
                <a:solidFill>
                  <a:srgbClr val="FF0000"/>
                </a:solidFill>
                <a:effectLst/>
                <a:latin typeface="Consolas" panose="020B0609020204030204" pitchFamily="49" charset="0"/>
              </a:rPr>
              <a:t>commit</a:t>
            </a:r>
            <a:r>
              <a:rPr lang="en-US" sz="1600" b="1" i="0" dirty="0">
                <a:solidFill>
                  <a:srgbClr val="091E42"/>
                </a:solidFill>
                <a:effectLst/>
                <a:latin typeface="Consolas" panose="020B0609020204030204" pitchFamily="49" charset="0"/>
              </a:rPr>
              <a:t> -m </a:t>
            </a:r>
            <a:r>
              <a:rPr lang="en-US" sz="1600" b="1" i="0" dirty="0">
                <a:solidFill>
                  <a:srgbClr val="008000"/>
                </a:solidFill>
                <a:effectLst/>
                <a:latin typeface="Consolas" panose="020B0609020204030204" pitchFamily="49" charset="0"/>
              </a:rPr>
              <a:t>"Finish a feature"</a:t>
            </a:r>
            <a:r>
              <a:rPr lang="en-US" sz="1600" b="1" i="0" dirty="0">
                <a:solidFill>
                  <a:srgbClr val="091E42"/>
                </a:solidFill>
                <a:effectLst/>
                <a:latin typeface="Consolas" panose="020B0609020204030204" pitchFamily="49" charset="0"/>
              </a:rPr>
              <a:t> </a:t>
            </a:r>
          </a:p>
          <a:p>
            <a:pPr marL="0" lvl="0" indent="0" algn="l" rtl="0">
              <a:spcBef>
                <a:spcPts val="0"/>
              </a:spcBef>
              <a:spcAft>
                <a:spcPts val="0"/>
              </a:spcAft>
              <a:buNone/>
            </a:pPr>
            <a:r>
              <a:rPr lang="en-US" sz="1600" b="0" i="0" dirty="0">
                <a:solidFill>
                  <a:srgbClr val="696969"/>
                </a:solidFill>
                <a:effectLst/>
                <a:latin typeface="Consolas" panose="020B0609020204030204" pitchFamily="49" charset="0"/>
              </a:rPr>
              <a:t># Merge in the new-feature branch</a:t>
            </a:r>
            <a:r>
              <a:rPr lang="en-US" sz="1600" b="0" i="0" dirty="0">
                <a:solidFill>
                  <a:srgbClr val="091E42"/>
                </a:solidFill>
                <a:effectLst/>
                <a:latin typeface="Consolas" panose="020B0609020204030204" pitchFamily="49" charset="0"/>
              </a:rPr>
              <a:t> </a:t>
            </a:r>
          </a:p>
          <a:p>
            <a:pPr marL="0" lvl="0" indent="0" algn="l" rtl="0">
              <a:spcBef>
                <a:spcPts val="0"/>
              </a:spcBef>
              <a:spcAft>
                <a:spcPts val="0"/>
              </a:spcAft>
              <a:buNone/>
            </a:pPr>
            <a:r>
              <a:rPr lang="en-US" sz="1600" b="1" i="0" dirty="0">
                <a:solidFill>
                  <a:srgbClr val="091E42"/>
                </a:solidFill>
                <a:effectLst/>
                <a:latin typeface="Consolas" panose="020B0609020204030204" pitchFamily="49" charset="0"/>
              </a:rPr>
              <a:t> git </a:t>
            </a:r>
            <a:r>
              <a:rPr lang="en-US" sz="1600" b="1" i="0" dirty="0">
                <a:solidFill>
                  <a:srgbClr val="FF0000"/>
                </a:solidFill>
                <a:effectLst/>
                <a:latin typeface="Consolas" panose="020B0609020204030204" pitchFamily="49" charset="0"/>
              </a:rPr>
              <a:t>checkout</a:t>
            </a:r>
            <a:r>
              <a:rPr lang="en-US" sz="1600" b="1" i="0" dirty="0">
                <a:solidFill>
                  <a:srgbClr val="091E42"/>
                </a:solidFill>
                <a:effectLst/>
                <a:latin typeface="Consolas" panose="020B0609020204030204" pitchFamily="49" charset="0"/>
              </a:rPr>
              <a:t> main                           // or switch</a:t>
            </a:r>
          </a:p>
          <a:p>
            <a:pPr marL="0" lvl="0" indent="0" algn="l" rtl="0">
              <a:spcBef>
                <a:spcPts val="0"/>
              </a:spcBef>
              <a:spcAft>
                <a:spcPts val="0"/>
              </a:spcAft>
              <a:buNone/>
            </a:pPr>
            <a:r>
              <a:rPr lang="en-US" sz="1600" b="1" dirty="0">
                <a:solidFill>
                  <a:srgbClr val="091E42"/>
                </a:solidFill>
                <a:latin typeface="Consolas" panose="020B0609020204030204" pitchFamily="49" charset="0"/>
              </a:rPr>
              <a:t> </a:t>
            </a:r>
            <a:r>
              <a:rPr lang="en-US" sz="1600" b="1" i="0" dirty="0">
                <a:solidFill>
                  <a:srgbClr val="091E42"/>
                </a:solidFill>
                <a:effectLst/>
                <a:latin typeface="Consolas" panose="020B0609020204030204" pitchFamily="49" charset="0"/>
              </a:rPr>
              <a:t>git </a:t>
            </a:r>
            <a:r>
              <a:rPr lang="en-US" sz="1600" b="1" i="0" dirty="0">
                <a:solidFill>
                  <a:srgbClr val="FF0000"/>
                </a:solidFill>
                <a:effectLst/>
                <a:latin typeface="Consolas" panose="020B0609020204030204" pitchFamily="49" charset="0"/>
              </a:rPr>
              <a:t>merge</a:t>
            </a:r>
            <a:r>
              <a:rPr lang="en-US" sz="1600" b="1" i="0" dirty="0">
                <a:solidFill>
                  <a:srgbClr val="091E42"/>
                </a:solidFill>
                <a:effectLst/>
                <a:latin typeface="Consolas" panose="020B0609020204030204" pitchFamily="49" charset="0"/>
              </a:rPr>
              <a:t> new-feature</a:t>
            </a:r>
          </a:p>
          <a:p>
            <a:pPr marL="0" lvl="0" indent="0" algn="l" rtl="0">
              <a:spcBef>
                <a:spcPts val="0"/>
              </a:spcBef>
              <a:spcAft>
                <a:spcPts val="0"/>
              </a:spcAft>
              <a:buNone/>
            </a:pPr>
            <a:r>
              <a:rPr lang="en-US" sz="1600" b="1" dirty="0">
                <a:solidFill>
                  <a:srgbClr val="091E42"/>
                </a:solidFill>
                <a:latin typeface="Consolas" panose="020B0609020204030204" pitchFamily="49" charset="0"/>
              </a:rPr>
              <a:t> </a:t>
            </a:r>
            <a:r>
              <a:rPr lang="en-US" sz="1600" b="1" i="0" dirty="0">
                <a:solidFill>
                  <a:srgbClr val="091E42"/>
                </a:solidFill>
                <a:effectLst/>
                <a:latin typeface="Consolas" panose="020B0609020204030204" pitchFamily="49" charset="0"/>
              </a:rPr>
              <a:t>git </a:t>
            </a:r>
            <a:r>
              <a:rPr lang="en-US" sz="1600" b="1" i="0" dirty="0">
                <a:solidFill>
                  <a:srgbClr val="FF0000"/>
                </a:solidFill>
                <a:effectLst/>
                <a:latin typeface="Consolas" panose="020B0609020204030204" pitchFamily="49" charset="0"/>
              </a:rPr>
              <a:t>branch</a:t>
            </a:r>
            <a:r>
              <a:rPr lang="en-US" sz="1600" b="1" i="0" dirty="0">
                <a:solidFill>
                  <a:srgbClr val="091E42"/>
                </a:solidFill>
                <a:effectLst/>
                <a:latin typeface="Consolas" panose="020B0609020204030204" pitchFamily="49" charset="0"/>
              </a:rPr>
              <a:t> -d new-feature       </a:t>
            </a:r>
            <a:r>
              <a:rPr lang="en-US" sz="1600" dirty="0">
                <a:solidFill>
                  <a:srgbClr val="091E42"/>
                </a:solidFill>
                <a:latin typeface="Consolas" panose="020B0609020204030204" pitchFamily="49" charset="0"/>
              </a:rPr>
              <a:t>// delete branch to </a:t>
            </a:r>
            <a:r>
              <a:rPr lang="en-US" sz="1600" b="0" i="0" dirty="0">
                <a:solidFill>
                  <a:srgbClr val="091E42"/>
                </a:solidFill>
                <a:effectLst/>
                <a:latin typeface="Consolas" panose="020B0609020204030204" pitchFamily="49" charset="0"/>
              </a:rPr>
              <a:t>clean up!</a:t>
            </a:r>
            <a:endParaRPr lang="en-US" sz="2800" dirty="0"/>
          </a:p>
          <a:p>
            <a:pPr marL="0" lvl="0" indent="0" algn="l" rtl="0">
              <a:spcBef>
                <a:spcPts val="0"/>
              </a:spcBef>
              <a:spcAft>
                <a:spcPts val="0"/>
              </a:spcAft>
              <a:buNone/>
            </a:pPr>
            <a:endParaRPr lang="en-US" sz="2400" dirty="0"/>
          </a:p>
        </p:txBody>
      </p:sp>
      <p:sp>
        <p:nvSpPr>
          <p:cNvPr id="331" name="Google Shape;331;p44">
            <a:extLst>
              <a:ext uri="{FF2B5EF4-FFF2-40B4-BE49-F238E27FC236}">
                <a16:creationId xmlns:a16="http://schemas.microsoft.com/office/drawing/2014/main" id="{F786A2E2-AA78-56C4-7F06-22D3A21769A7}"/>
              </a:ext>
            </a:extLst>
          </p:cNvPr>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595959"/>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43</a:t>
            </a:fld>
            <a:endParaRPr kumimoji="0" sz="1000" b="0" i="0" u="none" strike="noStrike" kern="0" cap="none" spc="0" normalizeH="0" baseline="0" noProof="0">
              <a:ln>
                <a:noFill/>
              </a:ln>
              <a:solidFill>
                <a:srgbClr val="595959"/>
              </a:solidFill>
              <a:effectLst/>
              <a:uLnTx/>
              <a:uFillTx/>
              <a:latin typeface="Arial"/>
              <a:ea typeface="Arial"/>
              <a:cs typeface="Arial"/>
              <a:sym typeface="Arial"/>
            </a:endParaRPr>
          </a:p>
        </p:txBody>
      </p:sp>
      <p:graphicFrame>
        <p:nvGraphicFramePr>
          <p:cNvPr id="3" name="Table 2">
            <a:extLst>
              <a:ext uri="{FF2B5EF4-FFF2-40B4-BE49-F238E27FC236}">
                <a16:creationId xmlns:a16="http://schemas.microsoft.com/office/drawing/2014/main" id="{C2385512-FC0B-1FC4-70A7-E59D0D387E83}"/>
              </a:ext>
            </a:extLst>
          </p:cNvPr>
          <p:cNvGraphicFramePr>
            <a:graphicFrameLocks noGrp="1"/>
          </p:cNvGraphicFramePr>
          <p:nvPr/>
        </p:nvGraphicFramePr>
        <p:xfrm>
          <a:off x="581024" y="1357075"/>
          <a:ext cx="7891434" cy="1188720"/>
        </p:xfrm>
        <a:graphic>
          <a:graphicData uri="http://schemas.openxmlformats.org/drawingml/2006/table">
            <a:tbl>
              <a:tblPr firstRow="1" bandRow="1">
                <a:tableStyleId>{1DB412FF-3A9F-4CAE-B5FB-45894B559091}</a:tableStyleId>
              </a:tblPr>
              <a:tblGrid>
                <a:gridCol w="3945717">
                  <a:extLst>
                    <a:ext uri="{9D8B030D-6E8A-4147-A177-3AD203B41FA5}">
                      <a16:colId xmlns:a16="http://schemas.microsoft.com/office/drawing/2014/main" val="2138374862"/>
                    </a:ext>
                  </a:extLst>
                </a:gridCol>
                <a:gridCol w="3945717">
                  <a:extLst>
                    <a:ext uri="{9D8B030D-6E8A-4147-A177-3AD203B41FA5}">
                      <a16:colId xmlns:a16="http://schemas.microsoft.com/office/drawing/2014/main" val="1197724302"/>
                    </a:ext>
                  </a:extLst>
                </a:gridCol>
              </a:tblGrid>
              <a:tr h="994885">
                <a:tc>
                  <a:txBody>
                    <a:bodyPr/>
                    <a:lstStyle/>
                    <a:p>
                      <a:pPr marL="342900" indent="-342900">
                        <a:buFont typeface="+mj-lt"/>
                        <a:buAutoNum type="arabicPeriod"/>
                      </a:pPr>
                      <a:r>
                        <a:rPr lang="en-US" sz="1800" b="1" dirty="0"/>
                        <a:t>Select or create branch to edit</a:t>
                      </a:r>
                    </a:p>
                    <a:p>
                      <a:pPr marL="342900" indent="-342900">
                        <a:buFont typeface="+mj-lt"/>
                        <a:buAutoNum type="arabicPeriod"/>
                      </a:pPr>
                      <a:r>
                        <a:rPr lang="en-US" sz="1800" b="1" dirty="0"/>
                        <a:t>Edit, delete or create files</a:t>
                      </a:r>
                    </a:p>
                    <a:p>
                      <a:pPr marL="342900" indent="-342900">
                        <a:buFont typeface="+mj-lt"/>
                        <a:buAutoNum type="arabicPeriod"/>
                      </a:pPr>
                      <a:r>
                        <a:rPr lang="en-US" sz="1800" b="1" dirty="0"/>
                        <a:t>Add changed files</a:t>
                      </a:r>
                    </a:p>
                  </a:txBody>
                  <a:tcPr/>
                </a:tc>
                <a:tc>
                  <a:txBody>
                    <a:bodyPr/>
                    <a:lstStyle/>
                    <a:p>
                      <a:pPr marL="342900" indent="-342900">
                        <a:buFont typeface="+mj-lt"/>
                        <a:buAutoNum type="arabicPeriod" startAt="4"/>
                      </a:pPr>
                      <a:r>
                        <a:rPr lang="en-US" sz="1800" b="1" dirty="0"/>
                        <a:t>Commit changed files</a:t>
                      </a:r>
                    </a:p>
                    <a:p>
                      <a:pPr marL="342900" indent="-342900">
                        <a:buFont typeface="+mj-lt"/>
                        <a:buAutoNum type="arabicPeriod" startAt="4"/>
                      </a:pPr>
                      <a:r>
                        <a:rPr lang="en-US" sz="1800" b="1" dirty="0"/>
                        <a:t>Select the main branch </a:t>
                      </a:r>
                      <a:br>
                        <a:rPr lang="en-US" sz="1800" b="1" dirty="0"/>
                      </a:br>
                      <a:r>
                        <a:rPr lang="en-US" sz="1800" b="1" dirty="0"/>
                        <a:t>   (often named “main”)</a:t>
                      </a:r>
                    </a:p>
                    <a:p>
                      <a:pPr marL="342900" indent="-342900">
                        <a:buFont typeface="+mj-lt"/>
                        <a:buAutoNum type="arabicPeriod" startAt="4"/>
                      </a:pPr>
                      <a:r>
                        <a:rPr lang="en-US" sz="1800" b="1" dirty="0"/>
                        <a:t>Merge</a:t>
                      </a:r>
                    </a:p>
                  </a:txBody>
                  <a:tcPr/>
                </a:tc>
                <a:extLst>
                  <a:ext uri="{0D108BD9-81ED-4DB2-BD59-A6C34878D82A}">
                    <a16:rowId xmlns:a16="http://schemas.microsoft.com/office/drawing/2014/main" val="3977701377"/>
                  </a:ext>
                </a:extLst>
              </a:tr>
            </a:tbl>
          </a:graphicData>
        </a:graphic>
      </p:graphicFrame>
    </p:spTree>
    <p:extLst>
      <p:ext uri="{BB962C8B-B14F-4D97-AF65-F5344CB8AC3E}">
        <p14:creationId xmlns:p14="http://schemas.microsoft.com/office/powerpoint/2010/main" val="10223625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45"/>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Command: log</a:t>
            </a:r>
            <a:endParaRPr dirty="0"/>
          </a:p>
        </p:txBody>
      </p:sp>
      <p:sp>
        <p:nvSpPr>
          <p:cNvPr id="337" name="Google Shape;337;p45"/>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 dirty="0"/>
              <a:t>Display commits with most recent first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sz="2400" dirty="0">
                <a:latin typeface="Source Code Pro"/>
                <a:ea typeface="Source Code Pro"/>
                <a:cs typeface="Source Code Pro"/>
                <a:sym typeface="Source Code Pro"/>
              </a:rPr>
              <a:t>$ git log</a:t>
            </a:r>
            <a:r>
              <a:rPr lang="en" dirty="0"/>
              <a:t> // display all commits</a:t>
            </a:r>
            <a:endParaRPr dirty="0"/>
          </a:p>
          <a:p>
            <a:pPr marL="0" lvl="0" indent="0" algn="l" rtl="0">
              <a:spcBef>
                <a:spcPts val="0"/>
              </a:spcBef>
              <a:spcAft>
                <a:spcPts val="0"/>
              </a:spcAft>
              <a:buNone/>
            </a:pPr>
            <a:r>
              <a:rPr lang="en" sz="2400" dirty="0">
                <a:latin typeface="Source Code Pro"/>
                <a:ea typeface="Source Code Pro"/>
                <a:cs typeface="Source Code Pro"/>
                <a:sym typeface="Source Code Pro"/>
              </a:rPr>
              <a:t>$ git log -3</a:t>
            </a:r>
            <a:r>
              <a:rPr lang="en" dirty="0">
                <a:latin typeface="Source Code Pro"/>
                <a:ea typeface="Source Code Pro"/>
                <a:cs typeface="Source Code Pro"/>
                <a:sym typeface="Source Code Pro"/>
              </a:rPr>
              <a:t> </a:t>
            </a:r>
            <a:r>
              <a:rPr lang="en" dirty="0"/>
              <a:t>// displays 3 most recent commits</a:t>
            </a:r>
            <a:endParaRPr dirty="0"/>
          </a:p>
          <a:p>
            <a:pPr marL="0" lvl="0" indent="0" algn="l" rtl="0">
              <a:spcBef>
                <a:spcPts val="0"/>
              </a:spcBef>
              <a:spcAft>
                <a:spcPts val="0"/>
              </a:spcAft>
              <a:buNone/>
            </a:pPr>
            <a:r>
              <a:rPr lang="en" sz="2400" dirty="0">
                <a:latin typeface="Source Code Pro"/>
                <a:ea typeface="Source Code Pro"/>
                <a:cs typeface="Source Code Pro"/>
                <a:sym typeface="Source Code Pro"/>
              </a:rPr>
              <a:t>$ git log --oneline</a:t>
            </a:r>
            <a:r>
              <a:rPr lang="en" dirty="0"/>
              <a:t> // displays abbreviated commits messages</a:t>
            </a:r>
          </a:p>
          <a:p>
            <a:pPr marL="0" lvl="0" indent="0" algn="l" rtl="0">
              <a:spcBef>
                <a:spcPts val="0"/>
              </a:spcBef>
              <a:spcAft>
                <a:spcPts val="0"/>
              </a:spcAft>
              <a:buNone/>
            </a:pPr>
            <a:endParaRPr lang="en" dirty="0"/>
          </a:p>
          <a:p>
            <a:pPr marL="0" indent="0">
              <a:buNone/>
            </a:pPr>
            <a:r>
              <a:rPr lang="en" sz="1600" b="1" dirty="0"/>
              <a:t>NOTE</a:t>
            </a:r>
            <a:r>
              <a:rPr lang="en" sz="1600" dirty="0"/>
              <a:t>: </a:t>
            </a:r>
            <a:r>
              <a:rPr lang="en-US" sz="1600" dirty="0"/>
              <a:t>git log doesn’t “print and finish” — it opens a scrollable view so you can read long histories.  To get out of the viewer, press q to quit. The –-</a:t>
            </a:r>
            <a:r>
              <a:rPr lang="en-US" sz="1600" dirty="0" err="1"/>
              <a:t>oneline</a:t>
            </a:r>
            <a:r>
              <a:rPr lang="en-US" sz="1600" dirty="0"/>
              <a:t> version never opens the viewer so no need for a quit command.</a:t>
            </a:r>
            <a:br>
              <a:rPr lang="en-US" sz="1600" dirty="0"/>
            </a:br>
            <a:endParaRPr lang="en-US" sz="1600" dirty="0"/>
          </a:p>
          <a:p>
            <a:pPr marL="0" lvl="0" indent="0" algn="l" rtl="0">
              <a:spcBef>
                <a:spcPts val="0"/>
              </a:spcBef>
              <a:spcAft>
                <a:spcPts val="0"/>
              </a:spcAft>
              <a:buNone/>
            </a:pPr>
            <a:endParaRPr dirty="0"/>
          </a:p>
        </p:txBody>
      </p:sp>
      <p:sp>
        <p:nvSpPr>
          <p:cNvPr id="338" name="Google Shape;338;p45"/>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44</a:t>
            </a:fld>
            <a:endParaRPr>
              <a:solidFill>
                <a:schemeClr val="dk2"/>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46"/>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Command: diff</a:t>
            </a:r>
            <a:endParaRPr dirty="0"/>
          </a:p>
        </p:txBody>
      </p:sp>
      <p:sp>
        <p:nvSpPr>
          <p:cNvPr id="344" name="Google Shape;344;p46"/>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 sz="2800" dirty="0"/>
              <a:t>Display file changes in branches and/or commits</a:t>
            </a:r>
            <a:endParaRPr sz="2800" dirty="0"/>
          </a:p>
          <a:p>
            <a:pPr marL="0" lvl="0" indent="0" algn="l" rtl="0">
              <a:spcBef>
                <a:spcPts val="0"/>
              </a:spcBef>
              <a:spcAft>
                <a:spcPts val="0"/>
              </a:spcAft>
              <a:buNone/>
            </a:pPr>
            <a:endParaRPr dirty="0"/>
          </a:p>
          <a:p>
            <a:pPr marL="0" lvl="0" indent="0" algn="l" rtl="0">
              <a:spcBef>
                <a:spcPts val="0"/>
              </a:spcBef>
              <a:spcAft>
                <a:spcPts val="0"/>
              </a:spcAft>
              <a:buNone/>
            </a:pPr>
            <a:r>
              <a:rPr lang="en" sz="2400" dirty="0">
                <a:latin typeface="Source Code Pro"/>
                <a:ea typeface="Source Code Pro"/>
                <a:cs typeface="Source Code Pro"/>
                <a:sym typeface="Source Code Pro"/>
              </a:rPr>
              <a:t>$ git diff</a:t>
            </a:r>
            <a:r>
              <a:rPr lang="en" dirty="0"/>
              <a:t> // </a:t>
            </a:r>
            <a:r>
              <a:rPr lang="en" sz="2400" dirty="0"/>
              <a:t>show file differences between disk and 				last commit</a:t>
            </a:r>
            <a:endParaRPr dirty="0"/>
          </a:p>
          <a:p>
            <a:pPr marL="0" lvl="0" indent="0" algn="l" rtl="0">
              <a:spcBef>
                <a:spcPts val="0"/>
              </a:spcBef>
              <a:spcAft>
                <a:spcPts val="0"/>
              </a:spcAft>
              <a:buNone/>
            </a:pPr>
            <a:r>
              <a:rPr lang="en" sz="2400" dirty="0">
                <a:latin typeface="Source Code Pro"/>
                <a:ea typeface="Source Code Pro"/>
                <a:cs typeface="Source Code Pro"/>
                <a:sym typeface="Source Code Pro"/>
              </a:rPr>
              <a:t>$ git diff main dev</a:t>
            </a:r>
            <a:r>
              <a:rPr lang="en" dirty="0"/>
              <a:t> // </a:t>
            </a:r>
            <a:r>
              <a:rPr lang="en" sz="2400" dirty="0"/>
              <a:t>show file differences 				between the main and dev branches</a:t>
            </a:r>
            <a:endParaRPr sz="2400" dirty="0"/>
          </a:p>
          <a:p>
            <a:pPr marL="0" lvl="0" indent="0" algn="l" rtl="0">
              <a:spcBef>
                <a:spcPts val="0"/>
              </a:spcBef>
              <a:spcAft>
                <a:spcPts val="0"/>
              </a:spcAft>
              <a:buNone/>
            </a:pPr>
            <a:r>
              <a:rPr lang="en" sz="2400" dirty="0">
                <a:latin typeface="Source Code Pro"/>
                <a:ea typeface="Source Code Pro"/>
                <a:cs typeface="Source Code Pro"/>
                <a:sym typeface="Source Code Pro"/>
              </a:rPr>
              <a:t>$ git diff main</a:t>
            </a:r>
            <a:r>
              <a:rPr lang="en" dirty="0"/>
              <a:t> // </a:t>
            </a:r>
            <a:r>
              <a:rPr lang="en" sz="2400" dirty="0"/>
              <a:t>show file differences between the 			main and current branches</a:t>
            </a:r>
            <a:endParaRPr dirty="0"/>
          </a:p>
        </p:txBody>
      </p:sp>
      <p:sp>
        <p:nvSpPr>
          <p:cNvPr id="345" name="Google Shape;345;p46"/>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45</a:t>
            </a:fld>
            <a:endParaRPr>
              <a:solidFill>
                <a:schemeClr val="dk2"/>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48"/>
          <p:cNvSpPr txBox="1">
            <a:spLocks noGrp="1"/>
          </p:cNvSpPr>
          <p:nvPr>
            <p:ph type="body" idx="1"/>
          </p:nvPr>
        </p:nvSpPr>
        <p:spPr>
          <a:xfrm>
            <a:off x="311700" y="1253525"/>
            <a:ext cx="8472900" cy="5157900"/>
          </a:xfrm>
          <a:prstGeom prst="rect">
            <a:avLst/>
          </a:prstGeom>
        </p:spPr>
        <p:txBody>
          <a:bodyPr spcFirstLastPara="1" wrap="square" lIns="91425" tIns="91425" rIns="91425" bIns="91425" anchor="t" anchorCtr="0">
            <a:noAutofit/>
          </a:bodyPr>
          <a:lstStyle/>
          <a:p>
            <a:pPr marL="781050" lvl="0" indent="-514350" algn="l" rtl="0">
              <a:spcBef>
                <a:spcPts val="0"/>
              </a:spcBef>
              <a:spcAft>
                <a:spcPts val="0"/>
              </a:spcAft>
              <a:buSzPts val="3000"/>
              <a:buFont typeface="+mj-lt"/>
              <a:buAutoNum type="arabicPeriod"/>
            </a:pPr>
            <a:r>
              <a:rPr lang="en" sz="2800" dirty="0"/>
              <a:t>Create a repo in folder named merge-files</a:t>
            </a:r>
            <a:endParaRPr sz="2800" dirty="0"/>
          </a:p>
          <a:p>
            <a:pPr marL="781050" lvl="0" indent="-514350" algn="l" rtl="0">
              <a:spcBef>
                <a:spcPts val="0"/>
              </a:spcBef>
              <a:spcAft>
                <a:spcPts val="0"/>
              </a:spcAft>
              <a:buSzPts val="3000"/>
              <a:buFont typeface="+mj-lt"/>
              <a:buAutoNum type="arabicPeriod"/>
            </a:pPr>
            <a:r>
              <a:rPr lang="en" sz="2800" dirty="0"/>
              <a:t>Create a text file named sourcecode.txt</a:t>
            </a:r>
            <a:endParaRPr sz="2800" dirty="0"/>
          </a:p>
          <a:p>
            <a:pPr marL="781050" lvl="0" indent="-514350" algn="l" rtl="0">
              <a:spcBef>
                <a:spcPts val="0"/>
              </a:spcBef>
              <a:spcAft>
                <a:spcPts val="0"/>
              </a:spcAft>
              <a:buSzPts val="3000"/>
              <a:buFont typeface="+mj-lt"/>
              <a:buAutoNum type="arabicPeriod"/>
            </a:pPr>
            <a:r>
              <a:rPr lang="en" sz="2800" dirty="0"/>
              <a:t>Add one line: Prod-v1.0 and save file</a:t>
            </a:r>
            <a:endParaRPr sz="2800" dirty="0"/>
          </a:p>
          <a:p>
            <a:pPr marL="781050" lvl="0" indent="-514350" algn="l" rtl="0">
              <a:spcBef>
                <a:spcPts val="0"/>
              </a:spcBef>
              <a:spcAft>
                <a:spcPts val="0"/>
              </a:spcAft>
              <a:buSzPts val="3000"/>
              <a:buFont typeface="+mj-lt"/>
              <a:buAutoNum type="arabicPeriod"/>
            </a:pPr>
            <a:r>
              <a:rPr lang="en" sz="2800" dirty="0"/>
              <a:t>Stage and commit the file</a:t>
            </a:r>
            <a:endParaRPr sz="2800" dirty="0"/>
          </a:p>
          <a:p>
            <a:pPr marL="781050" lvl="0" indent="-514350" algn="l" rtl="0">
              <a:spcBef>
                <a:spcPts val="0"/>
              </a:spcBef>
              <a:spcAft>
                <a:spcPts val="0"/>
              </a:spcAft>
              <a:buSzPts val="3000"/>
              <a:buFont typeface="+mj-lt"/>
              <a:buAutoNum type="arabicPeriod"/>
            </a:pPr>
            <a:r>
              <a:rPr lang="en" sz="2800" dirty="0"/>
              <a:t>Create enh branch</a:t>
            </a:r>
            <a:endParaRPr sz="2800" dirty="0"/>
          </a:p>
          <a:p>
            <a:pPr marL="781050" lvl="0" indent="-514350" algn="l" rtl="0">
              <a:spcBef>
                <a:spcPts val="0"/>
              </a:spcBef>
              <a:spcAft>
                <a:spcPts val="0"/>
              </a:spcAft>
              <a:buSzPts val="3000"/>
              <a:buFont typeface="+mj-lt"/>
              <a:buAutoNum type="arabicPeriod"/>
            </a:pPr>
            <a:r>
              <a:rPr lang="en" sz="2800" dirty="0"/>
              <a:t>Switch to enh branch</a:t>
            </a:r>
            <a:endParaRPr sz="2800" dirty="0"/>
          </a:p>
          <a:p>
            <a:pPr marL="781050" lvl="0" indent="-514350" algn="l" rtl="0">
              <a:spcBef>
                <a:spcPts val="0"/>
              </a:spcBef>
              <a:spcAft>
                <a:spcPts val="0"/>
              </a:spcAft>
              <a:buSzPts val="3000"/>
              <a:buFont typeface="+mj-lt"/>
              <a:buAutoNum type="arabicPeriod"/>
            </a:pPr>
            <a:r>
              <a:rPr lang="en" sz="2800" dirty="0"/>
              <a:t>Change line in file to Prod-v1.0 - Enh-v2.0</a:t>
            </a:r>
            <a:endParaRPr sz="2800" dirty="0"/>
          </a:p>
          <a:p>
            <a:pPr marL="781050" lvl="0" indent="-514350" algn="l" rtl="0">
              <a:spcBef>
                <a:spcPts val="0"/>
              </a:spcBef>
              <a:spcAft>
                <a:spcPts val="0"/>
              </a:spcAft>
              <a:buSzPts val="3000"/>
              <a:buFont typeface="+mj-lt"/>
              <a:buAutoNum type="arabicPeriod"/>
            </a:pPr>
            <a:r>
              <a:rPr lang="en" sz="2800" dirty="0"/>
              <a:t>Stage and commit the file</a:t>
            </a:r>
          </a:p>
          <a:p>
            <a:pPr marL="781050" lvl="0" indent="-514350">
              <a:buFont typeface="+mj-lt"/>
              <a:buAutoNum type="arabicPeriod"/>
            </a:pPr>
            <a:r>
              <a:rPr lang="en-US" sz="2800" dirty="0"/>
              <a:t>Switch to main branch</a:t>
            </a:r>
          </a:p>
          <a:p>
            <a:pPr marL="781050" lvl="0" indent="-514350">
              <a:buFont typeface="+mj-lt"/>
              <a:buAutoNum type="arabicPeriod"/>
            </a:pPr>
            <a:r>
              <a:rPr lang="en-US" sz="2800" dirty="0"/>
              <a:t>Merge </a:t>
            </a:r>
            <a:r>
              <a:rPr lang="en-US" sz="2800" dirty="0" err="1"/>
              <a:t>enh</a:t>
            </a:r>
            <a:r>
              <a:rPr lang="en-US" sz="2800" dirty="0"/>
              <a:t> branch into main branch</a:t>
            </a:r>
          </a:p>
          <a:p>
            <a:pPr marL="685800" lvl="0" indent="-419100" algn="l" rtl="0">
              <a:spcBef>
                <a:spcPts val="0"/>
              </a:spcBef>
              <a:spcAft>
                <a:spcPts val="0"/>
              </a:spcAft>
              <a:buSzPts val="3000"/>
              <a:buAutoNum type="arabicPeriod"/>
            </a:pPr>
            <a:endParaRPr sz="2800" dirty="0"/>
          </a:p>
        </p:txBody>
      </p:sp>
      <p:sp>
        <p:nvSpPr>
          <p:cNvPr id="358" name="Google Shape;358;p48"/>
          <p:cNvSpPr txBox="1">
            <a:spLocks noGrp="1"/>
          </p:cNvSpPr>
          <p:nvPr>
            <p:ph type="sldNum" idx="12"/>
          </p:nvPr>
        </p:nvSpPr>
        <p:spPr>
          <a:xfrm>
            <a:off x="8556784" y="6333134"/>
            <a:ext cx="548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46</a:t>
            </a:fld>
            <a:endParaRPr/>
          </a:p>
        </p:txBody>
      </p:sp>
      <p:sp>
        <p:nvSpPr>
          <p:cNvPr id="359" name="Google Shape;359;p48"/>
          <p:cNvSpPr txBox="1">
            <a:spLocks noGrp="1"/>
          </p:cNvSpPr>
          <p:nvPr>
            <p:ph type="subTitle" idx="2"/>
          </p:nvPr>
        </p:nvSpPr>
        <p:spPr>
          <a:xfrm>
            <a:off x="3017125" y="459850"/>
            <a:ext cx="6088500" cy="52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Merge Files </a:t>
            </a:r>
            <a:endParaRPr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62"/>
          <p:cNvSpPr txBox="1">
            <a:spLocks noGrp="1"/>
          </p:cNvSpPr>
          <p:nvPr>
            <p:ph type="title"/>
          </p:nvPr>
        </p:nvSpPr>
        <p:spPr>
          <a:xfrm>
            <a:off x="311700" y="2867800"/>
            <a:ext cx="8520600" cy="1122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Merge Conflicts</a:t>
            </a:r>
            <a:endParaRPr/>
          </a:p>
        </p:txBody>
      </p:sp>
      <p:sp>
        <p:nvSpPr>
          <p:cNvPr id="455" name="Google Shape;455;p6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47</a:t>
            </a:fld>
            <a:endParaRPr>
              <a:solidFill>
                <a:schemeClr val="dk2"/>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63"/>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Merge Conflicts</a:t>
            </a:r>
            <a:endParaRPr/>
          </a:p>
        </p:txBody>
      </p:sp>
      <p:sp>
        <p:nvSpPr>
          <p:cNvPr id="461" name="Google Shape;461;p63"/>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 dirty="0"/>
              <a:t>A merge conflict is where two or more developers work starts with the same copy of a file, they both make changes to it, then both try to commit the file in the same repository</a:t>
            </a:r>
            <a:endParaRPr dirty="0"/>
          </a:p>
        </p:txBody>
      </p:sp>
      <p:sp>
        <p:nvSpPr>
          <p:cNvPr id="462" name="Google Shape;462;p63"/>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48</a:t>
            </a:fld>
            <a:endParaRPr>
              <a:solidFill>
                <a:schemeClr val="dk2"/>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47"/>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Merge Conflicts</a:t>
            </a:r>
            <a:endParaRPr dirty="0"/>
          </a:p>
        </p:txBody>
      </p:sp>
      <p:sp>
        <p:nvSpPr>
          <p:cNvPr id="351" name="Google Shape;351;p47"/>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 dirty="0"/>
              <a:t>Caused when original file being merged has changed since being checked out</a:t>
            </a:r>
            <a:endParaRPr dirty="0"/>
          </a:p>
          <a:p>
            <a:pPr marL="457200" lvl="0" indent="-419100" algn="l" rtl="0">
              <a:spcBef>
                <a:spcPts val="0"/>
              </a:spcBef>
              <a:spcAft>
                <a:spcPts val="0"/>
              </a:spcAft>
              <a:buSzPts val="3000"/>
              <a:buChar char="●"/>
            </a:pPr>
            <a:r>
              <a:rPr lang="en" dirty="0"/>
              <a:t>Git puts all changed lines in the file and marks the file as being merged</a:t>
            </a:r>
            <a:endParaRPr dirty="0"/>
          </a:p>
          <a:p>
            <a:pPr marL="457200" lvl="0" indent="-419100" algn="l" rtl="0">
              <a:spcBef>
                <a:spcPts val="0"/>
              </a:spcBef>
              <a:spcAft>
                <a:spcPts val="0"/>
              </a:spcAft>
              <a:buSzPts val="3000"/>
              <a:buChar char="●"/>
            </a:pPr>
            <a:r>
              <a:rPr lang="en" dirty="0"/>
              <a:t>User must change the file by hand, stage and commit the file manually.</a:t>
            </a:r>
            <a:endParaRPr dirty="0"/>
          </a:p>
        </p:txBody>
      </p:sp>
      <p:sp>
        <p:nvSpPr>
          <p:cNvPr id="352" name="Google Shape;352;p4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49</a:t>
            </a:fld>
            <a:endParaRPr>
              <a:solidFill>
                <a:schemeClr val="dk2"/>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64"/>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Merge Conflicts</a:t>
            </a:r>
            <a:endParaRPr/>
          </a:p>
        </p:txBody>
      </p:sp>
      <p:sp>
        <p:nvSpPr>
          <p:cNvPr id="468" name="Google Shape;468;p64"/>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
              <a:t>When a merge conflict occurs, the 2nd thru Nth commit must be manually resolved</a:t>
            </a:r>
            <a:endParaRPr/>
          </a:p>
          <a:p>
            <a:pPr marL="457200" lvl="0" indent="-419100" algn="l" rtl="0">
              <a:spcBef>
                <a:spcPts val="0"/>
              </a:spcBef>
              <a:spcAft>
                <a:spcPts val="0"/>
              </a:spcAft>
              <a:buSzPts val="3000"/>
              <a:buChar char="●"/>
            </a:pPr>
            <a:r>
              <a:rPr lang="en"/>
              <a:t>The changes from the 1st commit must be integrated into the 2nd</a:t>
            </a:r>
            <a:endParaRPr/>
          </a:p>
          <a:p>
            <a:pPr marL="457200" lvl="0" indent="-419100" algn="l" rtl="0">
              <a:spcBef>
                <a:spcPts val="0"/>
              </a:spcBef>
              <a:spcAft>
                <a:spcPts val="0"/>
              </a:spcAft>
              <a:buSzPts val="3000"/>
              <a:buChar char="●"/>
            </a:pPr>
            <a:r>
              <a:rPr lang="en"/>
              <a:t>After the merge conflict is resolved, the changes are committed</a:t>
            </a:r>
            <a:endParaRPr/>
          </a:p>
        </p:txBody>
      </p:sp>
      <p:sp>
        <p:nvSpPr>
          <p:cNvPr id="469" name="Google Shape;469;p6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50</a:t>
            </a:fld>
            <a:endParaRPr>
              <a:solidFill>
                <a:schemeClr val="dk2"/>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65"/>
          <p:cNvSpPr/>
          <p:nvPr/>
        </p:nvSpPr>
        <p:spPr>
          <a:xfrm>
            <a:off x="7321525" y="3197250"/>
            <a:ext cx="1225500" cy="116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Source</a:t>
            </a:r>
            <a:endParaRPr/>
          </a:p>
          <a:p>
            <a:pPr marL="0" lvl="0" indent="0" algn="l" rtl="0">
              <a:spcBef>
                <a:spcPts val="0"/>
              </a:spcBef>
              <a:spcAft>
                <a:spcPts val="0"/>
              </a:spcAft>
              <a:buNone/>
            </a:pPr>
            <a:r>
              <a:rPr lang="en"/>
              <a:t>File v2b</a:t>
            </a:r>
            <a:endParaRPr/>
          </a:p>
        </p:txBody>
      </p:sp>
      <p:sp>
        <p:nvSpPr>
          <p:cNvPr id="475" name="Google Shape;475;p65"/>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Merge Conflicts</a:t>
            </a:r>
            <a:endParaRPr/>
          </a:p>
        </p:txBody>
      </p:sp>
      <p:sp>
        <p:nvSpPr>
          <p:cNvPr id="476" name="Google Shape;476;p65"/>
          <p:cNvSpPr/>
          <p:nvPr/>
        </p:nvSpPr>
        <p:spPr>
          <a:xfrm>
            <a:off x="7029625" y="2708250"/>
            <a:ext cx="1809300" cy="2203500"/>
          </a:xfrm>
          <a:prstGeom prst="flowChartSummingJunction">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65"/>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51</a:t>
            </a:fld>
            <a:endParaRPr>
              <a:solidFill>
                <a:schemeClr val="dk2"/>
              </a:solidFill>
              <a:latin typeface="Arial"/>
              <a:ea typeface="Arial"/>
              <a:cs typeface="Arial"/>
              <a:sym typeface="Arial"/>
            </a:endParaRPr>
          </a:p>
        </p:txBody>
      </p:sp>
      <p:sp>
        <p:nvSpPr>
          <p:cNvPr id="478" name="Google Shape;478;p65"/>
          <p:cNvSpPr/>
          <p:nvPr/>
        </p:nvSpPr>
        <p:spPr>
          <a:xfrm>
            <a:off x="1249050" y="3197250"/>
            <a:ext cx="1225500" cy="116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Source</a:t>
            </a:r>
            <a:endParaRPr/>
          </a:p>
          <a:p>
            <a:pPr marL="0" lvl="0" indent="0" algn="l" rtl="0">
              <a:spcBef>
                <a:spcPts val="0"/>
              </a:spcBef>
              <a:spcAft>
                <a:spcPts val="0"/>
              </a:spcAft>
              <a:buNone/>
            </a:pPr>
            <a:r>
              <a:rPr lang="en"/>
              <a:t>File v1</a:t>
            </a:r>
            <a:endParaRPr/>
          </a:p>
        </p:txBody>
      </p:sp>
      <p:sp>
        <p:nvSpPr>
          <p:cNvPr id="479" name="Google Shape;479;p65"/>
          <p:cNvSpPr/>
          <p:nvPr/>
        </p:nvSpPr>
        <p:spPr>
          <a:xfrm>
            <a:off x="2969425" y="1497150"/>
            <a:ext cx="1225500" cy="116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Source</a:t>
            </a:r>
            <a:endParaRPr/>
          </a:p>
          <a:p>
            <a:pPr marL="0" lvl="0" indent="0" algn="l" rtl="0">
              <a:spcBef>
                <a:spcPts val="0"/>
              </a:spcBef>
              <a:spcAft>
                <a:spcPts val="0"/>
              </a:spcAft>
              <a:buNone/>
            </a:pPr>
            <a:r>
              <a:rPr lang="en"/>
              <a:t>File v2a</a:t>
            </a:r>
            <a:endParaRPr/>
          </a:p>
        </p:txBody>
      </p:sp>
      <p:sp>
        <p:nvSpPr>
          <p:cNvPr id="480" name="Google Shape;480;p65"/>
          <p:cNvSpPr/>
          <p:nvPr/>
        </p:nvSpPr>
        <p:spPr>
          <a:xfrm>
            <a:off x="2969425" y="4821150"/>
            <a:ext cx="1225500" cy="116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Source</a:t>
            </a:r>
            <a:endParaRPr/>
          </a:p>
          <a:p>
            <a:pPr marL="0" lvl="0" indent="0" algn="l" rtl="0">
              <a:spcBef>
                <a:spcPts val="0"/>
              </a:spcBef>
              <a:spcAft>
                <a:spcPts val="0"/>
              </a:spcAft>
              <a:buNone/>
            </a:pPr>
            <a:r>
              <a:rPr lang="en"/>
              <a:t>File v2b</a:t>
            </a:r>
            <a:endParaRPr/>
          </a:p>
        </p:txBody>
      </p:sp>
      <p:sp>
        <p:nvSpPr>
          <p:cNvPr id="481" name="Google Shape;481;p65"/>
          <p:cNvSpPr/>
          <p:nvPr/>
        </p:nvSpPr>
        <p:spPr>
          <a:xfrm>
            <a:off x="4689800" y="3197250"/>
            <a:ext cx="1225500" cy="116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Source</a:t>
            </a:r>
            <a:endParaRPr/>
          </a:p>
          <a:p>
            <a:pPr marL="0" lvl="0" indent="0" algn="l" rtl="0">
              <a:spcBef>
                <a:spcPts val="0"/>
              </a:spcBef>
              <a:spcAft>
                <a:spcPts val="0"/>
              </a:spcAft>
              <a:buNone/>
            </a:pPr>
            <a:r>
              <a:rPr lang="en"/>
              <a:t>File v2a</a:t>
            </a:r>
            <a:endParaRPr/>
          </a:p>
        </p:txBody>
      </p:sp>
      <p:cxnSp>
        <p:nvCxnSpPr>
          <p:cNvPr id="482" name="Google Shape;482;p65"/>
          <p:cNvCxnSpPr>
            <a:stCxn id="478" idx="3"/>
            <a:endCxn id="479" idx="1"/>
          </p:cNvCxnSpPr>
          <p:nvPr/>
        </p:nvCxnSpPr>
        <p:spPr>
          <a:xfrm rot="10800000" flipH="1">
            <a:off x="2474550" y="2080500"/>
            <a:ext cx="495000" cy="1700100"/>
          </a:xfrm>
          <a:prstGeom prst="straightConnector1">
            <a:avLst/>
          </a:prstGeom>
          <a:noFill/>
          <a:ln w="9525" cap="flat" cmpd="sng">
            <a:solidFill>
              <a:schemeClr val="dk2"/>
            </a:solidFill>
            <a:prstDash val="solid"/>
            <a:round/>
            <a:headEnd type="none" w="med" len="med"/>
            <a:tailEnd type="triangle" w="med" len="med"/>
          </a:ln>
        </p:spPr>
      </p:cxnSp>
      <p:cxnSp>
        <p:nvCxnSpPr>
          <p:cNvPr id="483" name="Google Shape;483;p65"/>
          <p:cNvCxnSpPr>
            <a:stCxn id="478" idx="3"/>
            <a:endCxn id="480" idx="1"/>
          </p:cNvCxnSpPr>
          <p:nvPr/>
        </p:nvCxnSpPr>
        <p:spPr>
          <a:xfrm>
            <a:off x="2474550" y="3780600"/>
            <a:ext cx="495000" cy="1623900"/>
          </a:xfrm>
          <a:prstGeom prst="straightConnector1">
            <a:avLst/>
          </a:prstGeom>
          <a:noFill/>
          <a:ln w="9525" cap="flat" cmpd="sng">
            <a:solidFill>
              <a:schemeClr val="dk2"/>
            </a:solidFill>
            <a:prstDash val="solid"/>
            <a:round/>
            <a:headEnd type="none" w="med" len="med"/>
            <a:tailEnd type="triangle" w="med" len="med"/>
          </a:ln>
        </p:spPr>
      </p:cxnSp>
      <p:cxnSp>
        <p:nvCxnSpPr>
          <p:cNvPr id="484" name="Google Shape;484;p65"/>
          <p:cNvCxnSpPr>
            <a:stCxn id="479" idx="3"/>
            <a:endCxn id="481" idx="1"/>
          </p:cNvCxnSpPr>
          <p:nvPr/>
        </p:nvCxnSpPr>
        <p:spPr>
          <a:xfrm>
            <a:off x="4194925" y="2080500"/>
            <a:ext cx="495000" cy="1700100"/>
          </a:xfrm>
          <a:prstGeom prst="straightConnector1">
            <a:avLst/>
          </a:prstGeom>
          <a:noFill/>
          <a:ln w="9525" cap="flat" cmpd="sng">
            <a:solidFill>
              <a:schemeClr val="dk2"/>
            </a:solidFill>
            <a:prstDash val="solid"/>
            <a:round/>
            <a:headEnd type="none" w="med" len="med"/>
            <a:tailEnd type="triangle" w="med" len="med"/>
          </a:ln>
        </p:spPr>
      </p:cxnSp>
      <p:cxnSp>
        <p:nvCxnSpPr>
          <p:cNvPr id="485" name="Google Shape;485;p65"/>
          <p:cNvCxnSpPr>
            <a:stCxn id="480" idx="3"/>
            <a:endCxn id="474" idx="1"/>
          </p:cNvCxnSpPr>
          <p:nvPr/>
        </p:nvCxnSpPr>
        <p:spPr>
          <a:xfrm rot="10800000" flipH="1">
            <a:off x="4194925" y="3780600"/>
            <a:ext cx="3126600" cy="1623900"/>
          </a:xfrm>
          <a:prstGeom prst="straightConnector1">
            <a:avLst/>
          </a:prstGeom>
          <a:noFill/>
          <a:ln w="9525" cap="flat" cmpd="sng">
            <a:solidFill>
              <a:schemeClr val="dk2"/>
            </a:solidFill>
            <a:prstDash val="solid"/>
            <a:round/>
            <a:headEnd type="none" w="med" len="med"/>
            <a:tailEnd type="triangle" w="med" len="med"/>
          </a:ln>
        </p:spPr>
      </p:cxnSp>
      <p:sp>
        <p:nvSpPr>
          <p:cNvPr id="486" name="Google Shape;486;p65"/>
          <p:cNvSpPr txBox="1"/>
          <p:nvPr/>
        </p:nvSpPr>
        <p:spPr>
          <a:xfrm>
            <a:off x="357475" y="3534925"/>
            <a:ext cx="807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Trebuchet MS"/>
                <a:ea typeface="Trebuchet MS"/>
                <a:cs typeface="Trebuchet MS"/>
                <a:sym typeface="Trebuchet MS"/>
              </a:rPr>
              <a:t>Master</a:t>
            </a:r>
            <a:endParaRPr>
              <a:latin typeface="Trebuchet MS"/>
              <a:ea typeface="Trebuchet MS"/>
              <a:cs typeface="Trebuchet MS"/>
              <a:sym typeface="Trebuchet MS"/>
            </a:endParaRPr>
          </a:p>
        </p:txBody>
      </p:sp>
      <p:sp>
        <p:nvSpPr>
          <p:cNvPr id="487" name="Google Shape;487;p65"/>
          <p:cNvSpPr txBox="1"/>
          <p:nvPr/>
        </p:nvSpPr>
        <p:spPr>
          <a:xfrm>
            <a:off x="1522525" y="5204400"/>
            <a:ext cx="807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Trebuchet MS"/>
                <a:ea typeface="Trebuchet MS"/>
                <a:cs typeface="Trebuchet MS"/>
                <a:sym typeface="Trebuchet MS"/>
              </a:rPr>
              <a:t>Jane</a:t>
            </a:r>
            <a:endParaRPr>
              <a:latin typeface="Trebuchet MS"/>
              <a:ea typeface="Trebuchet MS"/>
              <a:cs typeface="Trebuchet MS"/>
              <a:sym typeface="Trebuchet MS"/>
            </a:endParaRPr>
          </a:p>
        </p:txBody>
      </p:sp>
      <p:sp>
        <p:nvSpPr>
          <p:cNvPr id="488" name="Google Shape;488;p65"/>
          <p:cNvSpPr txBox="1"/>
          <p:nvPr/>
        </p:nvSpPr>
        <p:spPr>
          <a:xfrm>
            <a:off x="1522525" y="1924663"/>
            <a:ext cx="807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Trebuchet MS"/>
                <a:ea typeface="Trebuchet MS"/>
                <a:cs typeface="Trebuchet MS"/>
                <a:sym typeface="Trebuchet MS"/>
              </a:rPr>
              <a:t>John</a:t>
            </a:r>
            <a:endParaRPr>
              <a:latin typeface="Trebuchet MS"/>
              <a:ea typeface="Trebuchet MS"/>
              <a:cs typeface="Trebuchet MS"/>
              <a:sym typeface="Trebuchet MS"/>
            </a:endParaRPr>
          </a:p>
        </p:txBody>
      </p:sp>
      <p:cxnSp>
        <p:nvCxnSpPr>
          <p:cNvPr id="489" name="Google Shape;489;p65"/>
          <p:cNvCxnSpPr/>
          <p:nvPr/>
        </p:nvCxnSpPr>
        <p:spPr>
          <a:xfrm>
            <a:off x="291275" y="2899425"/>
            <a:ext cx="8433600" cy="0"/>
          </a:xfrm>
          <a:prstGeom prst="straightConnector1">
            <a:avLst/>
          </a:prstGeom>
          <a:noFill/>
          <a:ln w="9525" cap="flat" cmpd="sng">
            <a:solidFill>
              <a:schemeClr val="dk2"/>
            </a:solidFill>
            <a:prstDash val="solid"/>
            <a:round/>
            <a:headEnd type="none" w="med" len="med"/>
            <a:tailEnd type="none" w="med" len="med"/>
          </a:ln>
        </p:spPr>
      </p:cxnSp>
      <p:cxnSp>
        <p:nvCxnSpPr>
          <p:cNvPr id="490" name="Google Shape;490;p65"/>
          <p:cNvCxnSpPr/>
          <p:nvPr/>
        </p:nvCxnSpPr>
        <p:spPr>
          <a:xfrm>
            <a:off x="225625" y="4592550"/>
            <a:ext cx="843360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49">
          <a:extLst>
            <a:ext uri="{FF2B5EF4-FFF2-40B4-BE49-F238E27FC236}">
              <a16:creationId xmlns:a16="http://schemas.microsoft.com/office/drawing/2014/main" id="{32D30FDA-A988-6F51-032E-CD1D01A14613}"/>
            </a:ext>
          </a:extLst>
        </p:cNvPr>
        <p:cNvGrpSpPr/>
        <p:nvPr/>
      </p:nvGrpSpPr>
      <p:grpSpPr>
        <a:xfrm>
          <a:off x="0" y="0"/>
          <a:ext cx="0" cy="0"/>
          <a:chOff x="0" y="0"/>
          <a:chExt cx="0" cy="0"/>
        </a:xfrm>
      </p:grpSpPr>
      <p:sp>
        <p:nvSpPr>
          <p:cNvPr id="350" name="Google Shape;350;p47">
            <a:extLst>
              <a:ext uri="{FF2B5EF4-FFF2-40B4-BE49-F238E27FC236}">
                <a16:creationId xmlns:a16="http://schemas.microsoft.com/office/drawing/2014/main" id="{AD6B4430-0252-612C-F72A-8A9F7ECE01E0}"/>
              </a:ext>
            </a:extLst>
          </p:cNvPr>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a:t>
            </a:r>
            <a:r>
              <a:rPr lang="en" dirty="0"/>
              <a:t>hat a merge conflict looks like</a:t>
            </a:r>
            <a:endParaRPr dirty="0"/>
          </a:p>
        </p:txBody>
      </p:sp>
      <p:sp>
        <p:nvSpPr>
          <p:cNvPr id="351" name="Google Shape;351;p47">
            <a:extLst>
              <a:ext uri="{FF2B5EF4-FFF2-40B4-BE49-F238E27FC236}">
                <a16:creationId xmlns:a16="http://schemas.microsoft.com/office/drawing/2014/main" id="{492D3D56-2737-6354-8DC6-635936C6DC47}"/>
              </a:ext>
            </a:extLst>
          </p:cNvPr>
          <p:cNvSpPr txBox="1">
            <a:spLocks noGrp="1"/>
          </p:cNvSpPr>
          <p:nvPr>
            <p:ph type="body" idx="1"/>
          </p:nvPr>
        </p:nvSpPr>
        <p:spPr>
          <a:xfrm>
            <a:off x="311700" y="1357074"/>
            <a:ext cx="8520600" cy="4860547"/>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endParaRPr lang="en" dirty="0"/>
          </a:p>
          <a:p>
            <a:pPr marL="38100" lvl="0" indent="0" algn="l" rtl="0">
              <a:spcBef>
                <a:spcPts val="0"/>
              </a:spcBef>
              <a:spcAft>
                <a:spcPts val="0"/>
              </a:spcAft>
              <a:buSzPts val="3000"/>
              <a:buNone/>
            </a:pPr>
            <a:endParaRPr dirty="0"/>
          </a:p>
          <a:p>
            <a:pPr marL="457200" lvl="0" indent="-419100" algn="l" rtl="0">
              <a:spcBef>
                <a:spcPts val="0"/>
              </a:spcBef>
              <a:spcAft>
                <a:spcPts val="0"/>
              </a:spcAft>
              <a:buSzPts val="3000"/>
              <a:buChar char="●"/>
            </a:pPr>
            <a:endParaRPr lang="en" dirty="0"/>
          </a:p>
          <a:p>
            <a:pPr marL="457200" lvl="0" indent="-419100" algn="l" rtl="0">
              <a:spcBef>
                <a:spcPts val="0"/>
              </a:spcBef>
              <a:spcAft>
                <a:spcPts val="0"/>
              </a:spcAft>
              <a:buSzPts val="3000"/>
              <a:buChar char="●"/>
            </a:pPr>
            <a:endParaRPr lang="en" dirty="0"/>
          </a:p>
          <a:p>
            <a:r>
              <a:rPr lang="en-US" sz="2800" dirty="0"/>
              <a:t>You choose:</a:t>
            </a:r>
          </a:p>
          <a:p>
            <a:pPr lvl="1"/>
            <a:r>
              <a:rPr lang="en-US" sz="2400" dirty="0"/>
              <a:t>keep the top</a:t>
            </a:r>
          </a:p>
          <a:p>
            <a:pPr lvl="1"/>
            <a:r>
              <a:rPr lang="en-US" sz="2400" dirty="0"/>
              <a:t>keep the bottom</a:t>
            </a:r>
          </a:p>
          <a:p>
            <a:pPr lvl="1"/>
            <a:r>
              <a:rPr lang="en-US" sz="2400" dirty="0"/>
              <a:t>keep both</a:t>
            </a:r>
          </a:p>
          <a:p>
            <a:pPr lvl="1"/>
            <a:r>
              <a:rPr lang="en-US" sz="2400" dirty="0"/>
              <a:t>rewrite it entirely</a:t>
            </a:r>
          </a:p>
          <a:p>
            <a:pPr lvl="1"/>
            <a:r>
              <a:rPr lang="en-US" sz="2400" dirty="0"/>
              <a:t>Then save → stage → commit.</a:t>
            </a:r>
            <a:endParaRPr lang="en-US" sz="3600" dirty="0"/>
          </a:p>
        </p:txBody>
      </p:sp>
      <p:sp>
        <p:nvSpPr>
          <p:cNvPr id="352" name="Google Shape;352;p47">
            <a:extLst>
              <a:ext uri="{FF2B5EF4-FFF2-40B4-BE49-F238E27FC236}">
                <a16:creationId xmlns:a16="http://schemas.microsoft.com/office/drawing/2014/main" id="{2947F929-226B-E037-DEEC-C4AA2DE56797}"/>
              </a:ext>
            </a:extLst>
          </p:cNvPr>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595959"/>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52</a:t>
            </a:fld>
            <a:endParaRPr kumimoji="0" sz="1000" b="0" i="0" u="none" strike="noStrike" kern="0" cap="none" spc="0" normalizeH="0" baseline="0" noProof="0">
              <a:ln>
                <a:noFill/>
              </a:ln>
              <a:solidFill>
                <a:srgbClr val="595959"/>
              </a:solidFill>
              <a:effectLst/>
              <a:uLnTx/>
              <a:uFillTx/>
              <a:latin typeface="Arial"/>
              <a:ea typeface="Arial"/>
              <a:cs typeface="Arial"/>
              <a:sym typeface="Arial"/>
            </a:endParaRPr>
          </a:p>
        </p:txBody>
      </p:sp>
      <p:pic>
        <p:nvPicPr>
          <p:cNvPr id="3" name="Picture 2">
            <a:extLst>
              <a:ext uri="{FF2B5EF4-FFF2-40B4-BE49-F238E27FC236}">
                <a16:creationId xmlns:a16="http://schemas.microsoft.com/office/drawing/2014/main" id="{8496DD50-71B2-7A3A-D972-91AC1E7FA2CC}"/>
              </a:ext>
            </a:extLst>
          </p:cNvPr>
          <p:cNvPicPr>
            <a:picLocks noChangeAspect="1"/>
          </p:cNvPicPr>
          <p:nvPr/>
        </p:nvPicPr>
        <p:blipFill>
          <a:blip r:embed="rId3"/>
          <a:stretch>
            <a:fillRect/>
          </a:stretch>
        </p:blipFill>
        <p:spPr>
          <a:xfrm>
            <a:off x="1594390" y="1396853"/>
            <a:ext cx="5201307" cy="1664044"/>
          </a:xfrm>
          <a:prstGeom prst="rect">
            <a:avLst/>
          </a:prstGeom>
        </p:spPr>
      </p:pic>
    </p:spTree>
    <p:extLst>
      <p:ext uri="{BB962C8B-B14F-4D97-AF65-F5344CB8AC3E}">
        <p14:creationId xmlns:p14="http://schemas.microsoft.com/office/powerpoint/2010/main" val="24914721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49">
          <a:extLst>
            <a:ext uri="{FF2B5EF4-FFF2-40B4-BE49-F238E27FC236}">
              <a16:creationId xmlns:a16="http://schemas.microsoft.com/office/drawing/2014/main" id="{8B1E3A6E-A027-FE0D-B5B1-183EF33F1CC3}"/>
            </a:ext>
          </a:extLst>
        </p:cNvPr>
        <p:cNvGrpSpPr/>
        <p:nvPr/>
      </p:nvGrpSpPr>
      <p:grpSpPr>
        <a:xfrm>
          <a:off x="0" y="0"/>
          <a:ext cx="0" cy="0"/>
          <a:chOff x="0" y="0"/>
          <a:chExt cx="0" cy="0"/>
        </a:xfrm>
      </p:grpSpPr>
      <p:sp>
        <p:nvSpPr>
          <p:cNvPr id="350" name="Google Shape;350;p47">
            <a:extLst>
              <a:ext uri="{FF2B5EF4-FFF2-40B4-BE49-F238E27FC236}">
                <a16:creationId xmlns:a16="http://schemas.microsoft.com/office/drawing/2014/main" id="{5158A3AF-F4D9-071F-30D2-8ABDEEEE7864}"/>
              </a:ext>
            </a:extLst>
          </p:cNvPr>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a:t>
            </a:r>
            <a:r>
              <a:rPr lang="en" dirty="0"/>
              <a:t>ow to resolve a merge conflict</a:t>
            </a:r>
            <a:endParaRPr dirty="0"/>
          </a:p>
        </p:txBody>
      </p:sp>
      <p:sp>
        <p:nvSpPr>
          <p:cNvPr id="351" name="Google Shape;351;p47">
            <a:extLst>
              <a:ext uri="{FF2B5EF4-FFF2-40B4-BE49-F238E27FC236}">
                <a16:creationId xmlns:a16="http://schemas.microsoft.com/office/drawing/2014/main" id="{4CA08ED7-FEBA-414F-B52A-5466C34EC3AC}"/>
              </a:ext>
            </a:extLst>
          </p:cNvPr>
          <p:cNvSpPr txBox="1">
            <a:spLocks noGrp="1"/>
          </p:cNvSpPr>
          <p:nvPr>
            <p:ph type="body" idx="1"/>
          </p:nvPr>
        </p:nvSpPr>
        <p:spPr>
          <a:xfrm>
            <a:off x="311700" y="1357074"/>
            <a:ext cx="8520600" cy="4860547"/>
          </a:xfrm>
          <a:prstGeom prst="rect">
            <a:avLst/>
          </a:prstGeom>
        </p:spPr>
        <p:txBody>
          <a:bodyPr spcFirstLastPara="1" wrap="square" lIns="91425" tIns="91425" rIns="91425" bIns="91425" anchor="t" anchorCtr="0">
            <a:noAutofit/>
          </a:bodyPr>
          <a:lstStyle/>
          <a:p>
            <a:pPr lvl="0"/>
            <a:r>
              <a:rPr lang="en-US" dirty="0"/>
              <a:t>Open the conflicted file</a:t>
            </a:r>
          </a:p>
          <a:p>
            <a:r>
              <a:rPr lang="en-US" sz="2800" dirty="0"/>
              <a:t>Look for the conflict markers (&lt;&lt;&lt;&lt;, ====, &gt;&gt;&gt;&gt;)</a:t>
            </a:r>
          </a:p>
          <a:p>
            <a:r>
              <a:rPr lang="en-US" sz="2800" dirty="0"/>
              <a:t>Decide which version you want</a:t>
            </a:r>
          </a:p>
          <a:p>
            <a:r>
              <a:rPr lang="en-US" sz="2800" dirty="0"/>
              <a:t>Delete the markers and clean up the text</a:t>
            </a:r>
          </a:p>
          <a:p>
            <a:r>
              <a:rPr lang="en-US" sz="2800" dirty="0"/>
              <a:t>Stage the file</a:t>
            </a:r>
          </a:p>
          <a:p>
            <a:r>
              <a:rPr lang="en-US" sz="2800" dirty="0"/>
              <a:t>Commit the resolution</a:t>
            </a:r>
          </a:p>
        </p:txBody>
      </p:sp>
      <p:sp>
        <p:nvSpPr>
          <p:cNvPr id="352" name="Google Shape;352;p47">
            <a:extLst>
              <a:ext uri="{FF2B5EF4-FFF2-40B4-BE49-F238E27FC236}">
                <a16:creationId xmlns:a16="http://schemas.microsoft.com/office/drawing/2014/main" id="{283A6E6D-8AAC-21BB-44A2-2C2F3399CE64}"/>
              </a:ext>
            </a:extLst>
          </p:cNvPr>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595959"/>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53</a:t>
            </a:fld>
            <a:endParaRPr kumimoji="0" sz="1000" b="0" i="0" u="none" strike="noStrike" kern="0" cap="none" spc="0" normalizeH="0" baseline="0" noProof="0">
              <a:ln>
                <a:noFill/>
              </a:ln>
              <a:solidFill>
                <a:srgbClr val="595959"/>
              </a:solidFill>
              <a:effectLst/>
              <a:uLnTx/>
              <a:uFillTx/>
              <a:latin typeface="Arial"/>
              <a:ea typeface="Arial"/>
              <a:cs typeface="Arial"/>
              <a:sym typeface="Arial"/>
            </a:endParaRPr>
          </a:p>
        </p:txBody>
      </p:sp>
    </p:spTree>
    <p:extLst>
      <p:ext uri="{BB962C8B-B14F-4D97-AF65-F5344CB8AC3E}">
        <p14:creationId xmlns:p14="http://schemas.microsoft.com/office/powerpoint/2010/main" val="2908968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49"/>
          <p:cNvSpPr txBox="1">
            <a:spLocks noGrp="1"/>
          </p:cNvSpPr>
          <p:nvPr>
            <p:ph type="body" idx="1"/>
          </p:nvPr>
        </p:nvSpPr>
        <p:spPr>
          <a:xfrm>
            <a:off x="311700" y="1253525"/>
            <a:ext cx="8472900" cy="5157900"/>
          </a:xfrm>
          <a:prstGeom prst="rect">
            <a:avLst/>
          </a:prstGeom>
        </p:spPr>
        <p:txBody>
          <a:bodyPr spcFirstLastPara="1" wrap="square" lIns="91425" tIns="91425" rIns="91425" bIns="91425" anchor="t" anchorCtr="0">
            <a:noAutofit/>
          </a:bodyPr>
          <a:lstStyle/>
          <a:p>
            <a:pPr marL="781050" lvl="0" indent="-514350" algn="l" rtl="0">
              <a:spcBef>
                <a:spcPts val="0"/>
              </a:spcBef>
              <a:spcAft>
                <a:spcPts val="0"/>
              </a:spcAft>
              <a:buSzPts val="3000"/>
              <a:buFont typeface="+mj-lt"/>
              <a:buAutoNum type="arabicPeriod"/>
            </a:pPr>
            <a:r>
              <a:rPr lang="en" sz="2800" dirty="0"/>
              <a:t>Make sure you are still on the main branch</a:t>
            </a:r>
            <a:endParaRPr sz="2800" dirty="0"/>
          </a:p>
          <a:p>
            <a:pPr marL="781050" lvl="0" indent="-514350" algn="l" rtl="0">
              <a:spcBef>
                <a:spcPts val="0"/>
              </a:spcBef>
              <a:spcAft>
                <a:spcPts val="0"/>
              </a:spcAft>
              <a:buSzPts val="3000"/>
              <a:buFont typeface="+mj-lt"/>
              <a:buAutoNum type="arabicPeriod"/>
            </a:pPr>
            <a:r>
              <a:rPr lang="en" sz="2800" dirty="0"/>
              <a:t>Create bugfix branch</a:t>
            </a:r>
            <a:endParaRPr sz="2800" dirty="0"/>
          </a:p>
          <a:p>
            <a:pPr marL="781050" lvl="0" indent="-514350" algn="l" rtl="0">
              <a:spcBef>
                <a:spcPts val="0"/>
              </a:spcBef>
              <a:spcAft>
                <a:spcPts val="0"/>
              </a:spcAft>
              <a:buSzPts val="3000"/>
              <a:buFont typeface="+mj-lt"/>
              <a:buAutoNum type="arabicPeriod"/>
            </a:pPr>
            <a:r>
              <a:rPr lang="en" sz="2800" dirty="0"/>
              <a:t>Switch to bugfix branch</a:t>
            </a:r>
            <a:endParaRPr sz="2800" dirty="0"/>
          </a:p>
          <a:p>
            <a:pPr marL="781050" lvl="0" indent="-514350" algn="l" rtl="0">
              <a:spcBef>
                <a:spcPts val="0"/>
              </a:spcBef>
              <a:spcAft>
                <a:spcPts val="0"/>
              </a:spcAft>
              <a:buSzPts val="3000"/>
              <a:buFont typeface="+mj-lt"/>
              <a:buAutoNum type="arabicPeriod"/>
            </a:pPr>
            <a:r>
              <a:rPr lang="en" sz="2800" dirty="0"/>
              <a:t>Change line in file to Prod-v1.0 - Bug-v1.1 and save file</a:t>
            </a:r>
            <a:endParaRPr sz="2800" dirty="0"/>
          </a:p>
          <a:p>
            <a:pPr marL="781050" lvl="0" indent="-514350" algn="l" rtl="0">
              <a:spcBef>
                <a:spcPts val="0"/>
              </a:spcBef>
              <a:spcAft>
                <a:spcPts val="0"/>
              </a:spcAft>
              <a:buSzPts val="3000"/>
              <a:buFont typeface="+mj-lt"/>
              <a:buAutoNum type="arabicPeriod"/>
            </a:pPr>
            <a:r>
              <a:rPr lang="en" sz="2800" dirty="0"/>
              <a:t>Stage and commit the file</a:t>
            </a:r>
            <a:endParaRPr sz="2800" dirty="0"/>
          </a:p>
          <a:p>
            <a:pPr marL="781050" lvl="0" indent="-514350" algn="l" rtl="0">
              <a:spcBef>
                <a:spcPts val="0"/>
              </a:spcBef>
              <a:spcAft>
                <a:spcPts val="0"/>
              </a:spcAft>
              <a:buSzPts val="3000"/>
              <a:buFont typeface="+mj-lt"/>
              <a:buAutoNum type="arabicPeriod"/>
            </a:pPr>
            <a:r>
              <a:rPr lang="en" sz="2800" dirty="0"/>
              <a:t>Switch to enh branch</a:t>
            </a:r>
          </a:p>
          <a:p>
            <a:pPr marL="781050" lvl="0" indent="-514350">
              <a:buFont typeface="+mj-lt"/>
              <a:buAutoNum type="arabicPeriod"/>
            </a:pPr>
            <a:r>
              <a:rPr lang="en" sz="2800" dirty="0"/>
              <a:t>Change line in file to </a:t>
            </a:r>
            <a:r>
              <a:rPr lang="en-US" sz="2800" dirty="0"/>
              <a:t>Prod-v1.0 - Enh-v2.0 - Enh-v3.0 and save file</a:t>
            </a:r>
          </a:p>
          <a:p>
            <a:pPr marL="781050" indent="-514350">
              <a:buFont typeface="+mj-lt"/>
              <a:buAutoNum type="arabicPeriod"/>
            </a:pPr>
            <a:r>
              <a:rPr lang="en-US" sz="2800" dirty="0"/>
              <a:t>Stage and commit the file</a:t>
            </a:r>
          </a:p>
        </p:txBody>
      </p:sp>
      <p:sp>
        <p:nvSpPr>
          <p:cNvPr id="365" name="Google Shape;365;p49"/>
          <p:cNvSpPr txBox="1">
            <a:spLocks noGrp="1"/>
          </p:cNvSpPr>
          <p:nvPr>
            <p:ph type="sldNum" idx="12"/>
          </p:nvPr>
        </p:nvSpPr>
        <p:spPr>
          <a:xfrm>
            <a:off x="8556784" y="6333134"/>
            <a:ext cx="548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dk2"/>
                </a:solidFill>
              </a:rPr>
              <a:t>54</a:t>
            </a:fld>
            <a:endParaRPr>
              <a:solidFill>
                <a:schemeClr val="dk2"/>
              </a:solidFill>
            </a:endParaRPr>
          </a:p>
        </p:txBody>
      </p:sp>
      <p:sp>
        <p:nvSpPr>
          <p:cNvPr id="366" name="Google Shape;366;p49"/>
          <p:cNvSpPr txBox="1">
            <a:spLocks noGrp="1"/>
          </p:cNvSpPr>
          <p:nvPr>
            <p:ph type="subTitle" idx="2"/>
          </p:nvPr>
        </p:nvSpPr>
        <p:spPr>
          <a:xfrm>
            <a:off x="3017125" y="459850"/>
            <a:ext cx="6088500" cy="52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Merge Conflict (1)</a:t>
            </a:r>
            <a:endParaRPr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50"/>
          <p:cNvSpPr txBox="1">
            <a:spLocks noGrp="1"/>
          </p:cNvSpPr>
          <p:nvPr>
            <p:ph type="body" idx="1"/>
          </p:nvPr>
        </p:nvSpPr>
        <p:spPr>
          <a:xfrm>
            <a:off x="311700" y="1253525"/>
            <a:ext cx="8472900" cy="5157900"/>
          </a:xfrm>
          <a:prstGeom prst="rect">
            <a:avLst/>
          </a:prstGeom>
        </p:spPr>
        <p:txBody>
          <a:bodyPr spcFirstLastPara="1" wrap="square" lIns="91425" tIns="91425" rIns="91425" bIns="91425" anchor="t" anchorCtr="0">
            <a:noAutofit/>
          </a:bodyPr>
          <a:lstStyle/>
          <a:p>
            <a:pPr marL="781050" indent="-514350">
              <a:buFont typeface="+mj-lt"/>
              <a:buAutoNum type="arabicPeriod" startAt="9"/>
            </a:pPr>
            <a:r>
              <a:rPr lang="en-US" sz="2800" dirty="0"/>
              <a:t>Switch to main branch</a:t>
            </a:r>
          </a:p>
          <a:p>
            <a:pPr marL="781050" lvl="0" indent="-514350">
              <a:buFont typeface="+mj-lt"/>
              <a:buAutoNum type="arabicPeriod" startAt="9"/>
            </a:pPr>
            <a:r>
              <a:rPr lang="en-US" sz="2800" dirty="0"/>
              <a:t> Merge bugfix branch into main branch</a:t>
            </a:r>
          </a:p>
          <a:p>
            <a:pPr marL="781050" lvl="0" indent="-514350">
              <a:buFont typeface="+mj-lt"/>
              <a:buAutoNum type="arabicPeriod" startAt="9"/>
            </a:pPr>
            <a:r>
              <a:rPr lang="en-US" sz="2800" dirty="0"/>
              <a:t> Now attempt to merge </a:t>
            </a:r>
            <a:r>
              <a:rPr lang="en-US" sz="2800" dirty="0" err="1"/>
              <a:t>enh</a:t>
            </a:r>
            <a:r>
              <a:rPr lang="en-US" sz="2800" dirty="0"/>
              <a:t> branch into main  branch (did it work?)</a:t>
            </a:r>
          </a:p>
          <a:p>
            <a:pPr marL="781050" lvl="0" indent="-514350">
              <a:buFont typeface="+mj-lt"/>
              <a:buAutoNum type="arabicPeriod" startAt="9"/>
            </a:pPr>
            <a:r>
              <a:rPr lang="en-US" sz="2800" dirty="0">
                <a:latin typeface="Roboto"/>
                <a:ea typeface="Roboto"/>
                <a:cs typeface="Roboto"/>
                <a:sym typeface="Roboto"/>
              </a:rPr>
              <a:t> Open sourcecode.txt, change contents to  Prod-v1.0 - Enh-v2.0 - Bug-v1.1 - Enh-v3.0 and save file</a:t>
            </a:r>
          </a:p>
          <a:p>
            <a:pPr marL="781050" lvl="0" indent="-514350">
              <a:buFont typeface="+mj-lt"/>
              <a:buAutoNum type="arabicPeriod" startAt="9"/>
            </a:pPr>
            <a:r>
              <a:rPr lang="en-US" sz="2800" dirty="0">
                <a:latin typeface="Roboto"/>
                <a:ea typeface="Roboto"/>
                <a:cs typeface="Roboto"/>
                <a:sym typeface="Roboto"/>
              </a:rPr>
              <a:t> Stage and commit the file</a:t>
            </a:r>
          </a:p>
          <a:p>
            <a:pPr marL="781050" lvl="0" indent="-514350">
              <a:buFont typeface="+mj-lt"/>
              <a:buAutoNum type="arabicPeriod" startAt="9"/>
            </a:pPr>
            <a:r>
              <a:rPr lang="en-US" sz="2800" dirty="0">
                <a:latin typeface="Roboto"/>
                <a:ea typeface="Roboto"/>
                <a:cs typeface="Roboto"/>
                <a:sym typeface="Roboto"/>
              </a:rPr>
              <a:t> Delete the bugfix and </a:t>
            </a:r>
            <a:r>
              <a:rPr lang="en-US" sz="2800" dirty="0" err="1">
                <a:latin typeface="Roboto"/>
                <a:ea typeface="Roboto"/>
                <a:cs typeface="Roboto"/>
                <a:sym typeface="Roboto"/>
              </a:rPr>
              <a:t>enh</a:t>
            </a:r>
            <a:r>
              <a:rPr lang="en-US" sz="2800" dirty="0">
                <a:latin typeface="Roboto"/>
                <a:ea typeface="Roboto"/>
                <a:cs typeface="Roboto"/>
                <a:sym typeface="Roboto"/>
              </a:rPr>
              <a:t> branches</a:t>
            </a:r>
            <a:endParaRPr lang="en-US" sz="2800" dirty="0"/>
          </a:p>
          <a:p>
            <a:pPr marL="38100" lvl="0" indent="0">
              <a:buNone/>
            </a:pPr>
            <a:endParaRPr lang="en" dirty="0"/>
          </a:p>
        </p:txBody>
      </p:sp>
      <p:sp>
        <p:nvSpPr>
          <p:cNvPr id="372" name="Google Shape;372;p50"/>
          <p:cNvSpPr txBox="1">
            <a:spLocks noGrp="1"/>
          </p:cNvSpPr>
          <p:nvPr>
            <p:ph type="sldNum" idx="12"/>
          </p:nvPr>
        </p:nvSpPr>
        <p:spPr>
          <a:xfrm>
            <a:off x="8556784" y="6333134"/>
            <a:ext cx="548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dk2"/>
                </a:solidFill>
              </a:rPr>
              <a:t>55</a:t>
            </a:fld>
            <a:endParaRPr>
              <a:solidFill>
                <a:schemeClr val="dk2"/>
              </a:solidFill>
            </a:endParaRPr>
          </a:p>
        </p:txBody>
      </p:sp>
      <p:sp>
        <p:nvSpPr>
          <p:cNvPr id="373" name="Google Shape;373;p50"/>
          <p:cNvSpPr txBox="1">
            <a:spLocks noGrp="1"/>
          </p:cNvSpPr>
          <p:nvPr>
            <p:ph type="subTitle" idx="2"/>
          </p:nvPr>
        </p:nvSpPr>
        <p:spPr>
          <a:xfrm>
            <a:off x="3017125" y="459850"/>
            <a:ext cx="6088500" cy="52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Merge Conflict (2)</a:t>
            </a:r>
            <a:endParaRPr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56"/>
          <p:cNvSpPr txBox="1">
            <a:spLocks noGrp="1"/>
          </p:cNvSpPr>
          <p:nvPr>
            <p:ph type="title"/>
          </p:nvPr>
        </p:nvSpPr>
        <p:spPr>
          <a:xfrm>
            <a:off x="311700" y="2867800"/>
            <a:ext cx="8520600" cy="1122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GitHub</a:t>
            </a:r>
            <a:endParaRPr/>
          </a:p>
        </p:txBody>
      </p:sp>
      <p:sp>
        <p:nvSpPr>
          <p:cNvPr id="414" name="Google Shape;414;p56"/>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595959"/>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56</a:t>
            </a:fld>
            <a:endParaRPr kumimoji="0" sz="1000" b="0" i="0" u="none" strike="noStrike" kern="0" cap="none" spc="0" normalizeH="0" baseline="0" noProof="0">
              <a:ln>
                <a:noFill/>
              </a:ln>
              <a:solidFill>
                <a:srgbClr val="595959"/>
              </a:solidFill>
              <a:effectLst/>
              <a:uLnTx/>
              <a:uFillTx/>
              <a:latin typeface="Arial"/>
              <a:ea typeface="Arial"/>
              <a:cs typeface="Arial"/>
              <a:sym typeface="Arial"/>
            </a:endParaRPr>
          </a:p>
        </p:txBody>
      </p:sp>
    </p:spTree>
    <p:extLst>
      <p:ext uri="{BB962C8B-B14F-4D97-AF65-F5344CB8AC3E}">
        <p14:creationId xmlns:p14="http://schemas.microsoft.com/office/powerpoint/2010/main" val="24058184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57"/>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GitHub - Repo in the cloud</a:t>
            </a:r>
            <a:endParaRPr/>
          </a:p>
        </p:txBody>
      </p:sp>
      <p:sp>
        <p:nvSpPr>
          <p:cNvPr id="420" name="Google Shape;420;p57"/>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 dirty="0"/>
              <a:t>Proprietary, closed-source product owned by Microsoft</a:t>
            </a:r>
          </a:p>
          <a:p>
            <a:pPr marL="457200" lvl="0" indent="-419100" algn="l" rtl="0">
              <a:spcBef>
                <a:spcPts val="0"/>
              </a:spcBef>
              <a:spcAft>
                <a:spcPts val="0"/>
              </a:spcAft>
              <a:buSzPts val="3000"/>
              <a:buChar char="●"/>
            </a:pPr>
            <a:r>
              <a:rPr lang="en" dirty="0"/>
              <a:t>Compatible with Git</a:t>
            </a:r>
          </a:p>
          <a:p>
            <a:r>
              <a:rPr lang="en-US" dirty="0"/>
              <a:t>Web platform that hosts Git repositories</a:t>
            </a:r>
            <a:endParaRPr dirty="0"/>
          </a:p>
          <a:p>
            <a:pPr marL="457200" lvl="0" indent="-419100" algn="l" rtl="0">
              <a:spcBef>
                <a:spcPts val="0"/>
              </a:spcBef>
              <a:spcAft>
                <a:spcPts val="0"/>
              </a:spcAft>
              <a:buSzPts val="3000"/>
              <a:buChar char="●"/>
            </a:pPr>
            <a:r>
              <a:rPr lang="en" dirty="0"/>
              <a:t>Supports multiple users in a single project</a:t>
            </a:r>
            <a:endParaRPr dirty="0"/>
          </a:p>
          <a:p>
            <a:pPr marL="457200" lvl="0" indent="-419100" algn="l" rtl="0">
              <a:spcBef>
                <a:spcPts val="0"/>
              </a:spcBef>
              <a:spcAft>
                <a:spcPts val="0"/>
              </a:spcAft>
              <a:buSzPts val="3000"/>
              <a:buChar char="●"/>
            </a:pPr>
            <a:r>
              <a:rPr lang="en" dirty="0"/>
              <a:t>Free to sign-up</a:t>
            </a:r>
            <a:endParaRPr dirty="0"/>
          </a:p>
          <a:p>
            <a:pPr marL="457200" lvl="0" indent="-419100" algn="l" rtl="0">
              <a:spcBef>
                <a:spcPts val="0"/>
              </a:spcBef>
              <a:spcAft>
                <a:spcPts val="0"/>
              </a:spcAft>
              <a:buSzPts val="3000"/>
              <a:buChar char="●"/>
            </a:pPr>
            <a:r>
              <a:rPr lang="en" dirty="0"/>
              <a:t>Public or private repositories</a:t>
            </a:r>
            <a:endParaRPr dirty="0"/>
          </a:p>
        </p:txBody>
      </p:sp>
      <p:sp>
        <p:nvSpPr>
          <p:cNvPr id="421" name="Google Shape;421;p5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595959"/>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57</a:t>
            </a:fld>
            <a:endParaRPr kumimoji="0" sz="1000" b="0" i="0" u="none" strike="noStrike" kern="0" cap="none" spc="0" normalizeH="0" baseline="0" noProof="0">
              <a:ln>
                <a:noFill/>
              </a:ln>
              <a:solidFill>
                <a:srgbClr val="595959"/>
              </a:solidFill>
              <a:effectLst/>
              <a:uLnTx/>
              <a:uFillTx/>
              <a:latin typeface="Arial"/>
              <a:ea typeface="Arial"/>
              <a:cs typeface="Arial"/>
              <a:sym typeface="Arial"/>
            </a:endParaRPr>
          </a:p>
        </p:txBody>
      </p:sp>
    </p:spTree>
    <p:extLst>
      <p:ext uri="{BB962C8B-B14F-4D97-AF65-F5344CB8AC3E}">
        <p14:creationId xmlns:p14="http://schemas.microsoft.com/office/powerpoint/2010/main" val="180061844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58"/>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Create a GitHub repo</a:t>
            </a:r>
            <a:endParaRPr dirty="0"/>
          </a:p>
        </p:txBody>
      </p:sp>
      <p:sp>
        <p:nvSpPr>
          <p:cNvPr id="427" name="Google Shape;427;p58"/>
          <p:cNvSpPr txBox="1">
            <a:spLocks noGrp="1"/>
          </p:cNvSpPr>
          <p:nvPr>
            <p:ph type="body" idx="1"/>
          </p:nvPr>
        </p:nvSpPr>
        <p:spPr>
          <a:xfrm>
            <a:off x="223520" y="1357075"/>
            <a:ext cx="8797638"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 dirty="0"/>
              <a:t>Go to github.com and sign up for an account</a:t>
            </a:r>
          </a:p>
          <a:p>
            <a:pPr lvl="0"/>
            <a:r>
              <a:rPr lang="en" dirty="0"/>
              <a:t>Go to </a:t>
            </a:r>
            <a:r>
              <a:rPr lang="en" b="1" dirty="0"/>
              <a:t>Dashboard </a:t>
            </a:r>
            <a:r>
              <a:rPr lang="en" dirty="0"/>
              <a:t>or</a:t>
            </a:r>
            <a:r>
              <a:rPr lang="en" b="1" dirty="0"/>
              <a:t> </a:t>
            </a:r>
            <a:r>
              <a:rPr lang="en" sz="3200" b="1" dirty="0"/>
              <a:t>Profile &gt; </a:t>
            </a:r>
            <a:r>
              <a:rPr lang="en" b="1" dirty="0"/>
              <a:t>My Repositories</a:t>
            </a:r>
            <a:endParaRPr b="1" dirty="0"/>
          </a:p>
          <a:p>
            <a:pPr marL="457200" lvl="0" indent="-419100" algn="l" rtl="0">
              <a:spcBef>
                <a:spcPts val="0"/>
              </a:spcBef>
              <a:spcAft>
                <a:spcPts val="0"/>
              </a:spcAft>
              <a:buSzPts val="3000"/>
              <a:buChar char="●"/>
            </a:pPr>
            <a:r>
              <a:rPr lang="en" dirty="0"/>
              <a:t>Click on New (green button)</a:t>
            </a:r>
            <a:endParaRPr dirty="0"/>
          </a:p>
          <a:p>
            <a:pPr marL="457200" lvl="0" indent="-419100" algn="l" rtl="0">
              <a:spcBef>
                <a:spcPts val="0"/>
              </a:spcBef>
              <a:spcAft>
                <a:spcPts val="0"/>
              </a:spcAft>
              <a:buSzPts val="3000"/>
              <a:buChar char="●"/>
            </a:pPr>
            <a:r>
              <a:rPr lang="en" dirty="0"/>
              <a:t>Enter a repo name (must be unique)</a:t>
            </a:r>
            <a:endParaRPr dirty="0"/>
          </a:p>
          <a:p>
            <a:pPr marL="914400" lvl="1" indent="-393700" algn="l" rtl="0">
              <a:lnSpc>
                <a:spcPct val="100000"/>
              </a:lnSpc>
              <a:spcBef>
                <a:spcPts val="0"/>
              </a:spcBef>
              <a:spcAft>
                <a:spcPts val="0"/>
              </a:spcAft>
              <a:buSzPts val="2600"/>
              <a:buChar char="○"/>
            </a:pPr>
            <a:r>
              <a:rPr lang="en" sz="2600" b="1" dirty="0"/>
              <a:t>Description</a:t>
            </a:r>
            <a:r>
              <a:rPr lang="en" sz="2600" dirty="0"/>
              <a:t> is optional but encouraged</a:t>
            </a:r>
            <a:endParaRPr sz="2600" dirty="0"/>
          </a:p>
          <a:p>
            <a:pPr marL="914400" lvl="1" indent="-393700" algn="l" rtl="0">
              <a:lnSpc>
                <a:spcPct val="100000"/>
              </a:lnSpc>
              <a:spcBef>
                <a:spcPts val="0"/>
              </a:spcBef>
              <a:spcAft>
                <a:spcPts val="0"/>
              </a:spcAft>
              <a:buSzPts val="2600"/>
              <a:buChar char="○"/>
            </a:pPr>
            <a:r>
              <a:rPr lang="en" sz="2600" b="1" dirty="0"/>
              <a:t>Public </a:t>
            </a:r>
            <a:r>
              <a:rPr lang="en" sz="2600" dirty="0"/>
              <a:t>visibility</a:t>
            </a:r>
            <a:r>
              <a:rPr lang="en" sz="2600" b="1" dirty="0"/>
              <a:t> </a:t>
            </a:r>
            <a:r>
              <a:rPr lang="en" sz="2600" dirty="0"/>
              <a:t>to allow sharing with others</a:t>
            </a:r>
            <a:endParaRPr sz="2600" dirty="0"/>
          </a:p>
          <a:p>
            <a:pPr marL="914400" lvl="1" indent="-393700" algn="l" rtl="0">
              <a:lnSpc>
                <a:spcPct val="100000"/>
              </a:lnSpc>
              <a:spcBef>
                <a:spcPts val="0"/>
              </a:spcBef>
              <a:spcAft>
                <a:spcPts val="0"/>
              </a:spcAft>
              <a:buSzPts val="2600"/>
              <a:buChar char="○"/>
            </a:pPr>
            <a:r>
              <a:rPr lang="en-US" sz="2600" dirty="0"/>
              <a:t>Can add </a:t>
            </a:r>
            <a:r>
              <a:rPr lang="en-US" sz="2600" b="1" dirty="0"/>
              <a:t>Readme</a:t>
            </a:r>
            <a:r>
              <a:rPr lang="en-US" sz="2600" dirty="0"/>
              <a:t>, .</a:t>
            </a:r>
            <a:r>
              <a:rPr lang="en-US" sz="2600" b="1" dirty="0" err="1"/>
              <a:t>gitignore</a:t>
            </a:r>
            <a:r>
              <a:rPr lang="en-US" sz="2600" dirty="0"/>
              <a:t>, and </a:t>
            </a:r>
            <a:r>
              <a:rPr lang="en-US" sz="2600" b="1" dirty="0"/>
              <a:t>license</a:t>
            </a:r>
            <a:r>
              <a:rPr lang="en-US" sz="2600" dirty="0"/>
              <a:t> files if needed</a:t>
            </a:r>
            <a:endParaRPr sz="2600" b="1" dirty="0"/>
          </a:p>
          <a:p>
            <a:pPr marL="914400" lvl="1" indent="-393700" algn="l" rtl="0">
              <a:lnSpc>
                <a:spcPct val="100000"/>
              </a:lnSpc>
              <a:spcBef>
                <a:spcPts val="0"/>
              </a:spcBef>
              <a:spcAft>
                <a:spcPts val="0"/>
              </a:spcAft>
              <a:buSzPts val="2600"/>
              <a:buChar char="○"/>
            </a:pPr>
            <a:r>
              <a:rPr lang="en" sz="2600" dirty="0"/>
              <a:t>Click </a:t>
            </a:r>
            <a:r>
              <a:rPr lang="en" sz="2600" b="1" dirty="0"/>
              <a:t>Create Repository</a:t>
            </a:r>
            <a:r>
              <a:rPr lang="en" sz="2600" dirty="0"/>
              <a:t> button</a:t>
            </a:r>
            <a:endParaRPr sz="2600" dirty="0"/>
          </a:p>
          <a:p>
            <a:pPr marL="457200" lvl="0" indent="-419100" algn="l" rtl="0">
              <a:lnSpc>
                <a:spcPct val="100000"/>
              </a:lnSpc>
              <a:spcBef>
                <a:spcPts val="0"/>
              </a:spcBef>
              <a:spcAft>
                <a:spcPts val="0"/>
              </a:spcAft>
              <a:buSzPts val="3000"/>
              <a:buChar char="●"/>
            </a:pPr>
            <a:r>
              <a:rPr lang="en" dirty="0"/>
              <a:t>Click on clipboard to copy URL (*.git)</a:t>
            </a:r>
            <a:endParaRPr dirty="0"/>
          </a:p>
        </p:txBody>
      </p:sp>
      <p:sp>
        <p:nvSpPr>
          <p:cNvPr id="428" name="Google Shape;428;p58"/>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595959"/>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58</a:t>
            </a:fld>
            <a:endParaRPr kumimoji="0" sz="1000" b="0" i="0" u="none" strike="noStrike" kern="0" cap="none" spc="0" normalizeH="0" baseline="0" noProof="0">
              <a:ln>
                <a:noFill/>
              </a:ln>
              <a:solidFill>
                <a:srgbClr val="595959"/>
              </a:solidFill>
              <a:effectLst/>
              <a:uLnTx/>
              <a:uFillTx/>
              <a:latin typeface="Arial"/>
              <a:ea typeface="Arial"/>
              <a:cs typeface="Arial"/>
              <a:sym typeface="Arial"/>
            </a:endParaRPr>
          </a:p>
        </p:txBody>
      </p:sp>
    </p:spTree>
    <p:extLst>
      <p:ext uri="{BB962C8B-B14F-4D97-AF65-F5344CB8AC3E}">
        <p14:creationId xmlns:p14="http://schemas.microsoft.com/office/powerpoint/2010/main" val="382109846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51"/>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Command: clone</a:t>
            </a:r>
            <a:endParaRPr dirty="0"/>
          </a:p>
        </p:txBody>
      </p:sp>
      <p:sp>
        <p:nvSpPr>
          <p:cNvPr id="379" name="Google Shape;379;p51"/>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 sz="2800" dirty="0"/>
              <a:t>Copy entire repository and all branches to local drive from GitHub</a:t>
            </a:r>
          </a:p>
          <a:p>
            <a:pPr lvl="0"/>
            <a:r>
              <a:rPr lang="en" sz="2800" dirty="0"/>
              <a:t>W</a:t>
            </a:r>
            <a:r>
              <a:rPr lang="en-US" sz="2800" dirty="0"/>
              <a:t>h</a:t>
            </a:r>
            <a:r>
              <a:rPr lang="en" sz="2800" dirty="0"/>
              <a:t>en you clone a remote repo, a local folder with the same name is created and automatically becomes a repo. </a:t>
            </a:r>
            <a:r>
              <a:rPr lang="en" sz="2800" b="1" i="1" dirty="0"/>
              <a:t>No need to use git init to initialize a repo!</a:t>
            </a:r>
            <a:endParaRPr sz="2800" b="1" i="1" dirty="0"/>
          </a:p>
          <a:p>
            <a:pPr marL="0" lvl="0" indent="0" algn="l" rtl="0">
              <a:spcBef>
                <a:spcPts val="0"/>
              </a:spcBef>
              <a:spcAft>
                <a:spcPts val="0"/>
              </a:spcAft>
              <a:buNone/>
            </a:pPr>
            <a:endParaRPr dirty="0"/>
          </a:p>
          <a:p>
            <a:pPr marL="0" lvl="0" indent="0" algn="l" rtl="0">
              <a:spcBef>
                <a:spcPts val="0"/>
              </a:spcBef>
              <a:spcAft>
                <a:spcPts val="0"/>
              </a:spcAft>
              <a:buNone/>
            </a:pPr>
            <a:r>
              <a:rPr lang="en" sz="2400" dirty="0">
                <a:latin typeface="Source Code Pro"/>
                <a:ea typeface="Source Code Pro"/>
                <a:cs typeface="Source Code Pro"/>
                <a:sym typeface="Source Code Pro"/>
              </a:rPr>
              <a:t>$ git clone [url].git </a:t>
            </a:r>
            <a:r>
              <a:rPr lang="en" dirty="0">
                <a:latin typeface="Source Code Pro"/>
                <a:ea typeface="Source Code Pro"/>
                <a:cs typeface="Source Code Pro"/>
                <a:sym typeface="Source Code Pro"/>
              </a:rPr>
              <a:t>//</a:t>
            </a:r>
            <a:r>
              <a:rPr lang="en" sz="2400" dirty="0"/>
              <a:t> pull entire repo to local     drive</a:t>
            </a:r>
          </a:p>
          <a:p>
            <a:pPr marL="0" lvl="0" indent="0" algn="l" rtl="0">
              <a:spcBef>
                <a:spcPts val="0"/>
              </a:spcBef>
              <a:spcAft>
                <a:spcPts val="0"/>
              </a:spcAft>
              <a:buNone/>
            </a:pPr>
            <a:endParaRPr lang="en" sz="2400" dirty="0"/>
          </a:p>
          <a:p>
            <a:pPr marL="0" lvl="0" indent="0" algn="l" rtl="0">
              <a:spcBef>
                <a:spcPts val="0"/>
              </a:spcBef>
              <a:spcAft>
                <a:spcPts val="0"/>
              </a:spcAft>
              <a:buNone/>
            </a:pPr>
            <a:endParaRPr sz="1800" i="1" dirty="0"/>
          </a:p>
        </p:txBody>
      </p:sp>
      <p:sp>
        <p:nvSpPr>
          <p:cNvPr id="380" name="Google Shape;380;p5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59</a:t>
            </a:fld>
            <a:endParaRPr>
              <a:solidFill>
                <a:schemeClr val="dk2"/>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77">
          <a:extLst>
            <a:ext uri="{FF2B5EF4-FFF2-40B4-BE49-F238E27FC236}">
              <a16:creationId xmlns:a16="http://schemas.microsoft.com/office/drawing/2014/main" id="{C5ECF649-D026-6C42-0410-CFE0B8678F8D}"/>
            </a:ext>
          </a:extLst>
        </p:cNvPr>
        <p:cNvGrpSpPr/>
        <p:nvPr/>
      </p:nvGrpSpPr>
      <p:grpSpPr>
        <a:xfrm>
          <a:off x="0" y="0"/>
          <a:ext cx="0" cy="0"/>
          <a:chOff x="0" y="0"/>
          <a:chExt cx="0" cy="0"/>
        </a:xfrm>
      </p:grpSpPr>
      <p:sp>
        <p:nvSpPr>
          <p:cNvPr id="378" name="Google Shape;378;p51">
            <a:extLst>
              <a:ext uri="{FF2B5EF4-FFF2-40B4-BE49-F238E27FC236}">
                <a16:creationId xmlns:a16="http://schemas.microsoft.com/office/drawing/2014/main" id="{98EE9CB0-8221-D86F-A986-3F5AC662007D}"/>
              </a:ext>
            </a:extLst>
          </p:cNvPr>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Command: remote</a:t>
            </a:r>
            <a:endParaRPr dirty="0"/>
          </a:p>
        </p:txBody>
      </p:sp>
      <p:sp>
        <p:nvSpPr>
          <p:cNvPr id="379" name="Google Shape;379;p51">
            <a:extLst>
              <a:ext uri="{FF2B5EF4-FFF2-40B4-BE49-F238E27FC236}">
                <a16:creationId xmlns:a16="http://schemas.microsoft.com/office/drawing/2014/main" id="{AD718DC3-08B3-A69D-B533-EE809C94041A}"/>
              </a:ext>
            </a:extLst>
          </p:cNvPr>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 dirty="0"/>
              <a:t>Connects a local repo to GitHub repo</a:t>
            </a:r>
          </a:p>
          <a:p>
            <a:pPr marL="457200" lvl="0" indent="-419100" algn="l" rtl="0">
              <a:spcBef>
                <a:spcPts val="0"/>
              </a:spcBef>
              <a:spcAft>
                <a:spcPts val="0"/>
              </a:spcAft>
              <a:buSzPts val="3000"/>
              <a:buChar char="●"/>
            </a:pPr>
            <a:r>
              <a:rPr lang="en" dirty="0"/>
              <a:t>Local folder must already be a repo (git init or clone)</a:t>
            </a:r>
          </a:p>
          <a:p>
            <a:pPr marL="457200" lvl="0" indent="-419100" algn="l" rtl="0">
              <a:spcBef>
                <a:spcPts val="0"/>
              </a:spcBef>
              <a:spcAft>
                <a:spcPts val="0"/>
              </a:spcAft>
              <a:buSzPts val="3000"/>
              <a:buChar char="●"/>
            </a:pPr>
            <a:r>
              <a:rPr lang="en-US" dirty="0"/>
              <a:t>o</a:t>
            </a:r>
            <a:r>
              <a:rPr lang="en" dirty="0"/>
              <a:t>rigin – the nickname for the remote repo (can be any name, origin is default)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sz="2400" dirty="0">
                <a:latin typeface="Source Code Pro"/>
                <a:ea typeface="Source Code Pro"/>
                <a:cs typeface="Source Code Pro"/>
                <a:sym typeface="Source Code Pro"/>
              </a:rPr>
              <a:t>$ git remote add origin [url].git </a:t>
            </a:r>
            <a:r>
              <a:rPr lang="en" dirty="0">
                <a:latin typeface="Source Code Pro"/>
                <a:ea typeface="Source Code Pro"/>
                <a:cs typeface="Source Code Pro"/>
                <a:sym typeface="Source Code Pro"/>
              </a:rPr>
              <a:t>//</a:t>
            </a:r>
            <a:r>
              <a:rPr lang="en" sz="2400" dirty="0"/>
              <a:t> creates connection only</a:t>
            </a:r>
          </a:p>
          <a:p>
            <a:pPr marL="0" lvl="0" indent="0" algn="l" rtl="0">
              <a:spcBef>
                <a:spcPts val="0"/>
              </a:spcBef>
              <a:spcAft>
                <a:spcPts val="0"/>
              </a:spcAft>
              <a:buNone/>
            </a:pPr>
            <a:endParaRPr lang="en" sz="2400" dirty="0"/>
          </a:p>
        </p:txBody>
      </p:sp>
      <p:sp>
        <p:nvSpPr>
          <p:cNvPr id="380" name="Google Shape;380;p51">
            <a:extLst>
              <a:ext uri="{FF2B5EF4-FFF2-40B4-BE49-F238E27FC236}">
                <a16:creationId xmlns:a16="http://schemas.microsoft.com/office/drawing/2014/main" id="{FD79977E-61B3-AD5A-3D30-C4E19F7B84AE}"/>
              </a:ext>
            </a:extLst>
          </p:cNvPr>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595959"/>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60</a:t>
            </a:fld>
            <a:endParaRPr kumimoji="0" sz="1000" b="0" i="0" u="none" strike="noStrike" kern="0" cap="none" spc="0" normalizeH="0" baseline="0" noProof="0">
              <a:ln>
                <a:noFill/>
              </a:ln>
              <a:solidFill>
                <a:srgbClr val="595959"/>
              </a:solidFill>
              <a:effectLst/>
              <a:uLnTx/>
              <a:uFillTx/>
              <a:latin typeface="Arial"/>
              <a:ea typeface="Arial"/>
              <a:cs typeface="Arial"/>
              <a:sym typeface="Arial"/>
            </a:endParaRPr>
          </a:p>
        </p:txBody>
      </p:sp>
    </p:spTree>
    <p:extLst>
      <p:ext uri="{BB962C8B-B14F-4D97-AF65-F5344CB8AC3E}">
        <p14:creationId xmlns:p14="http://schemas.microsoft.com/office/powerpoint/2010/main" val="11190433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77">
          <a:extLst>
            <a:ext uri="{FF2B5EF4-FFF2-40B4-BE49-F238E27FC236}">
              <a16:creationId xmlns:a16="http://schemas.microsoft.com/office/drawing/2014/main" id="{4DA7FFA3-3F7F-65D7-27EB-30B1E5DAD742}"/>
            </a:ext>
          </a:extLst>
        </p:cNvPr>
        <p:cNvGrpSpPr/>
        <p:nvPr/>
      </p:nvGrpSpPr>
      <p:grpSpPr>
        <a:xfrm>
          <a:off x="0" y="0"/>
          <a:ext cx="0" cy="0"/>
          <a:chOff x="0" y="0"/>
          <a:chExt cx="0" cy="0"/>
        </a:xfrm>
      </p:grpSpPr>
      <p:sp>
        <p:nvSpPr>
          <p:cNvPr id="378" name="Google Shape;378;p51">
            <a:extLst>
              <a:ext uri="{FF2B5EF4-FFF2-40B4-BE49-F238E27FC236}">
                <a16:creationId xmlns:a16="http://schemas.microsoft.com/office/drawing/2014/main" id="{D938A61E-E0DC-B180-C4D0-C251E6DB58FE}"/>
              </a:ext>
            </a:extLst>
          </p:cNvPr>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Command: p</a:t>
            </a:r>
            <a:r>
              <a:rPr lang="en" dirty="0"/>
              <a:t>ull and push </a:t>
            </a:r>
            <a:r>
              <a:rPr lang="en" sz="2400" dirty="0"/>
              <a:t>(earlier slide)</a:t>
            </a:r>
            <a:endParaRPr dirty="0"/>
          </a:p>
        </p:txBody>
      </p:sp>
      <p:sp>
        <p:nvSpPr>
          <p:cNvPr id="379" name="Google Shape;379;p51">
            <a:extLst>
              <a:ext uri="{FF2B5EF4-FFF2-40B4-BE49-F238E27FC236}">
                <a16:creationId xmlns:a16="http://schemas.microsoft.com/office/drawing/2014/main" id="{0EC9C990-E475-FFB6-AEEC-BEFB48D1D006}"/>
              </a:ext>
            </a:extLst>
          </p:cNvPr>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US" sz="2800" dirty="0"/>
              <a:t>pull - brings latest files </a:t>
            </a:r>
            <a:r>
              <a:rPr lang="en-US" sz="2800" b="1" i="1" dirty="0"/>
              <a:t>from GitHub </a:t>
            </a:r>
            <a:r>
              <a:rPr lang="en-US" sz="2800" dirty="0"/>
              <a:t>into your local repo and merges into your current branch</a:t>
            </a:r>
            <a:br>
              <a:rPr lang="en-US" sz="2800" dirty="0"/>
            </a:br>
            <a:r>
              <a:rPr lang="en-US" sz="1200" dirty="0"/>
              <a:t> </a:t>
            </a:r>
            <a:br>
              <a:rPr lang="en-US" sz="2800" dirty="0"/>
            </a:br>
            <a:r>
              <a:rPr lang="en" sz="2800" dirty="0">
                <a:latin typeface="Source Code Pro"/>
                <a:ea typeface="Source Code Pro"/>
                <a:cs typeface="Source Code Pro"/>
                <a:sym typeface="Source Code Pro"/>
              </a:rPr>
              <a:t>	$ git pull origin main</a:t>
            </a:r>
            <a:endParaRPr lang="en" sz="2800" dirty="0"/>
          </a:p>
          <a:p>
            <a:pPr marL="457200" lvl="0" indent="-419100" algn="l" rtl="0">
              <a:spcBef>
                <a:spcPts val="0"/>
              </a:spcBef>
              <a:spcAft>
                <a:spcPts val="0"/>
              </a:spcAft>
              <a:buSzPts val="3000"/>
              <a:buChar char="●"/>
            </a:pPr>
            <a:endParaRPr lang="en-US" sz="2800" dirty="0"/>
          </a:p>
          <a:p>
            <a:pPr marL="457200" lvl="0" indent="-419100" algn="l" rtl="0">
              <a:spcBef>
                <a:spcPts val="0"/>
              </a:spcBef>
              <a:spcAft>
                <a:spcPts val="0"/>
              </a:spcAft>
              <a:buSzPts val="3000"/>
              <a:buChar char="●"/>
            </a:pPr>
            <a:r>
              <a:rPr lang="en-US" sz="2800" dirty="0"/>
              <a:t>push – sends your local commits </a:t>
            </a:r>
            <a:r>
              <a:rPr lang="en-US" sz="2800" b="1" i="1" dirty="0"/>
              <a:t>to GitHub </a:t>
            </a:r>
            <a:r>
              <a:rPr lang="en-US" sz="2800" dirty="0"/>
              <a:t>and tells Git to remember where to push next time</a:t>
            </a:r>
          </a:p>
          <a:p>
            <a:pPr marL="0" lvl="0" indent="0" algn="l" rtl="0">
              <a:spcBef>
                <a:spcPts val="0"/>
              </a:spcBef>
              <a:spcAft>
                <a:spcPts val="0"/>
              </a:spcAft>
              <a:buNone/>
            </a:pPr>
            <a:r>
              <a:rPr lang="en-US" sz="1200" dirty="0"/>
              <a:t> </a:t>
            </a:r>
            <a:endParaRPr sz="1200" dirty="0"/>
          </a:p>
          <a:p>
            <a:pPr marL="0" indent="0">
              <a:buNone/>
            </a:pPr>
            <a:r>
              <a:rPr lang="en" sz="2400" dirty="0">
                <a:latin typeface="Source Code Pro"/>
                <a:ea typeface="Source Code Pro"/>
                <a:cs typeface="Source Code Pro"/>
                <a:sym typeface="Source Code Pro"/>
              </a:rPr>
              <a:t>   	$ git push –u origin main</a:t>
            </a:r>
            <a:br>
              <a:rPr lang="en" sz="2400" dirty="0">
                <a:latin typeface="Source Code Pro"/>
                <a:ea typeface="Source Code Pro"/>
                <a:cs typeface="Source Code Pro"/>
                <a:sym typeface="Source Code Pro"/>
              </a:rPr>
            </a:br>
            <a:r>
              <a:rPr lang="en" sz="2400" dirty="0">
                <a:latin typeface="Source Code Pro"/>
                <a:ea typeface="Source Code Pro"/>
                <a:cs typeface="Source Code Pro"/>
                <a:sym typeface="Source Code Pro"/>
              </a:rPr>
              <a:t>	$ git push</a:t>
            </a:r>
            <a:endParaRPr lang="en" sz="2400" dirty="0"/>
          </a:p>
          <a:p>
            <a:pPr marL="0" indent="0">
              <a:buNone/>
            </a:pPr>
            <a:r>
              <a:rPr lang="en" sz="2400" dirty="0">
                <a:latin typeface="Source Code Pro"/>
                <a:ea typeface="Source Code Pro"/>
                <a:cs typeface="Source Code Pro"/>
                <a:sym typeface="Source Code Pro"/>
              </a:rPr>
              <a:t>	$ git pull</a:t>
            </a:r>
            <a:endParaRPr lang="en" sz="2400" dirty="0"/>
          </a:p>
          <a:p>
            <a:pPr marL="0" lvl="0" indent="0" algn="l" rtl="0">
              <a:spcBef>
                <a:spcPts val="0"/>
              </a:spcBef>
              <a:spcAft>
                <a:spcPts val="0"/>
              </a:spcAft>
              <a:buNone/>
            </a:pPr>
            <a:endParaRPr lang="en" sz="2400" dirty="0"/>
          </a:p>
          <a:p>
            <a:pPr marL="0" lvl="0" indent="0" algn="l" rtl="0">
              <a:spcBef>
                <a:spcPts val="0"/>
              </a:spcBef>
              <a:spcAft>
                <a:spcPts val="0"/>
              </a:spcAft>
              <a:buNone/>
            </a:pPr>
            <a:endParaRPr lang="en" sz="2400" dirty="0"/>
          </a:p>
        </p:txBody>
      </p:sp>
      <p:sp>
        <p:nvSpPr>
          <p:cNvPr id="380" name="Google Shape;380;p51">
            <a:extLst>
              <a:ext uri="{FF2B5EF4-FFF2-40B4-BE49-F238E27FC236}">
                <a16:creationId xmlns:a16="http://schemas.microsoft.com/office/drawing/2014/main" id="{F261FB56-D5D3-C811-73D7-D7C7D134C72A}"/>
              </a:ext>
            </a:extLst>
          </p:cNvPr>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595959"/>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61</a:t>
            </a:fld>
            <a:endParaRPr kumimoji="0" sz="1000" b="0" i="0" u="none" strike="noStrike" kern="0" cap="none" spc="0" normalizeH="0" baseline="0" noProof="0">
              <a:ln>
                <a:noFill/>
              </a:ln>
              <a:solidFill>
                <a:srgbClr val="595959"/>
              </a:solidFill>
              <a:effectLst/>
              <a:uLnTx/>
              <a:uFillTx/>
              <a:latin typeface="Arial"/>
              <a:ea typeface="Arial"/>
              <a:cs typeface="Arial"/>
              <a:sym typeface="Arial"/>
            </a:endParaRPr>
          </a:p>
        </p:txBody>
      </p:sp>
      <p:sp>
        <p:nvSpPr>
          <p:cNvPr id="2" name="Right Brace 1">
            <a:extLst>
              <a:ext uri="{FF2B5EF4-FFF2-40B4-BE49-F238E27FC236}">
                <a16:creationId xmlns:a16="http://schemas.microsoft.com/office/drawing/2014/main" id="{92866870-F93A-48B3-7680-59F5D3B63B2D}"/>
              </a:ext>
            </a:extLst>
          </p:cNvPr>
          <p:cNvSpPr/>
          <p:nvPr/>
        </p:nvSpPr>
        <p:spPr>
          <a:xfrm>
            <a:off x="3229232" y="5324572"/>
            <a:ext cx="280087" cy="767103"/>
          </a:xfrm>
          <a:prstGeom prst="rightBrace">
            <a:avLst>
              <a:gd name="adj1" fmla="val 37745"/>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Rectangle 2">
            <a:extLst>
              <a:ext uri="{FF2B5EF4-FFF2-40B4-BE49-F238E27FC236}">
                <a16:creationId xmlns:a16="http://schemas.microsoft.com/office/drawing/2014/main" id="{EFF31F5C-E29F-2C18-860B-6322627CE808}"/>
              </a:ext>
            </a:extLst>
          </p:cNvPr>
          <p:cNvSpPr/>
          <p:nvPr/>
        </p:nvSpPr>
        <p:spPr>
          <a:xfrm>
            <a:off x="3509319" y="5466571"/>
            <a:ext cx="4551404" cy="4831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Remembers where to push/pull because of -u</a:t>
            </a:r>
          </a:p>
        </p:txBody>
      </p:sp>
    </p:spTree>
    <p:extLst>
      <p:ext uri="{BB962C8B-B14F-4D97-AF65-F5344CB8AC3E}">
        <p14:creationId xmlns:p14="http://schemas.microsoft.com/office/powerpoint/2010/main" val="4092600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55"/>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.gitignore</a:t>
            </a:r>
            <a:endParaRPr/>
          </a:p>
        </p:txBody>
      </p:sp>
      <p:sp>
        <p:nvSpPr>
          <p:cNvPr id="407" name="Google Shape;407;p55"/>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
              <a:t>Text file of file specs for Git to ignore</a:t>
            </a:r>
            <a:endParaRPr/>
          </a:p>
          <a:p>
            <a:pPr marL="0" lvl="0" indent="0" algn="l" rtl="0">
              <a:spcBef>
                <a:spcPts val="0"/>
              </a:spcBef>
              <a:spcAft>
                <a:spcPts val="0"/>
              </a:spcAft>
              <a:buNone/>
            </a:pPr>
            <a:endParaRPr/>
          </a:p>
          <a:p>
            <a:pPr marL="0" lvl="0" indent="0" algn="l" rtl="0">
              <a:spcBef>
                <a:spcPts val="0"/>
              </a:spcBef>
              <a:spcAft>
                <a:spcPts val="0"/>
              </a:spcAft>
              <a:buNone/>
            </a:pPr>
            <a:r>
              <a:rPr lang="en" sz="2400">
                <a:latin typeface="Source Code Pro"/>
                <a:ea typeface="Source Code Pro"/>
                <a:cs typeface="Source Code Pro"/>
                <a:sym typeface="Source Code Pro"/>
              </a:rPr>
              <a:t>*.exe </a:t>
            </a:r>
            <a:r>
              <a:rPr lang="en">
                <a:latin typeface="Source Code Pro"/>
                <a:ea typeface="Source Code Pro"/>
                <a:cs typeface="Source Code Pro"/>
                <a:sym typeface="Source Code Pro"/>
              </a:rPr>
              <a:t>//</a:t>
            </a:r>
            <a:r>
              <a:rPr lang="en" sz="2400"/>
              <a:t> exclude all exe files from Git repo</a:t>
            </a:r>
            <a:endParaRPr sz="2400"/>
          </a:p>
          <a:p>
            <a:pPr marL="0" lvl="0" indent="0" algn="l" rtl="0">
              <a:spcBef>
                <a:spcPts val="0"/>
              </a:spcBef>
              <a:spcAft>
                <a:spcPts val="0"/>
              </a:spcAft>
              <a:buNone/>
            </a:pPr>
            <a:r>
              <a:rPr lang="en" sz="2400">
                <a:latin typeface="Source Code Pro"/>
                <a:ea typeface="Source Code Pro"/>
                <a:cs typeface="Source Code Pro"/>
                <a:sym typeface="Source Code Pro"/>
              </a:rPr>
              <a:t>*.dll </a:t>
            </a:r>
            <a:r>
              <a:rPr lang="en">
                <a:latin typeface="Source Code Pro"/>
                <a:ea typeface="Source Code Pro"/>
                <a:cs typeface="Source Code Pro"/>
                <a:sym typeface="Source Code Pro"/>
              </a:rPr>
              <a:t>//</a:t>
            </a:r>
            <a:r>
              <a:rPr lang="en" sz="2400"/>
              <a:t> exclude all dll files from Git repo</a:t>
            </a:r>
            <a:endParaRPr sz="2400"/>
          </a:p>
          <a:p>
            <a:pPr marL="0" lvl="0" indent="0" algn="l" rtl="0">
              <a:spcBef>
                <a:spcPts val="0"/>
              </a:spcBef>
              <a:spcAft>
                <a:spcPts val="0"/>
              </a:spcAft>
              <a:buNone/>
            </a:pPr>
            <a:r>
              <a:rPr lang="en" sz="2400">
                <a:latin typeface="Source Code Pro"/>
                <a:ea typeface="Source Code Pro"/>
                <a:cs typeface="Source Code Pro"/>
                <a:sym typeface="Source Code Pro"/>
              </a:rPr>
              <a:t>secret.json</a:t>
            </a:r>
            <a:r>
              <a:rPr lang="en">
                <a:latin typeface="Source Code Pro"/>
                <a:ea typeface="Source Code Pro"/>
                <a:cs typeface="Source Code Pro"/>
                <a:sym typeface="Source Code Pro"/>
              </a:rPr>
              <a:t> // </a:t>
            </a:r>
            <a:r>
              <a:rPr lang="en"/>
              <a:t>exclude this file from Git repo</a:t>
            </a:r>
            <a:endParaRPr/>
          </a:p>
        </p:txBody>
      </p:sp>
      <p:sp>
        <p:nvSpPr>
          <p:cNvPr id="408" name="Google Shape;408;p55"/>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dk2"/>
                </a:solidFill>
                <a:latin typeface="Arial"/>
                <a:ea typeface="Arial"/>
                <a:cs typeface="Arial"/>
                <a:sym typeface="Arial"/>
              </a:rPr>
              <a:t>62</a:t>
            </a:fld>
            <a:endParaRPr>
              <a:solidFill>
                <a:schemeClr val="dk2"/>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59"/>
          <p:cNvSpPr txBox="1">
            <a:spLocks noGrp="1"/>
          </p:cNvSpPr>
          <p:nvPr>
            <p:ph type="title"/>
          </p:nvPr>
        </p:nvSpPr>
        <p:spPr>
          <a:xfrm>
            <a:off x="311700" y="485275"/>
            <a:ext cx="8520600" cy="87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Pull Request</a:t>
            </a:r>
            <a:endParaRPr/>
          </a:p>
        </p:txBody>
      </p:sp>
      <p:sp>
        <p:nvSpPr>
          <p:cNvPr id="434" name="Google Shape;434;p59"/>
          <p:cNvSpPr txBox="1">
            <a:spLocks noGrp="1"/>
          </p:cNvSpPr>
          <p:nvPr>
            <p:ph type="body" idx="1"/>
          </p:nvPr>
        </p:nvSpPr>
        <p:spPr>
          <a:xfrm>
            <a:off x="311700" y="1357075"/>
            <a:ext cx="8520600" cy="47346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
              <a:t>A request on GitHub to have branch changes merged into another branch</a:t>
            </a:r>
            <a:endParaRPr/>
          </a:p>
          <a:p>
            <a:pPr marL="457200" lvl="0" indent="-419100" algn="l" rtl="0">
              <a:spcBef>
                <a:spcPts val="0"/>
              </a:spcBef>
              <a:spcAft>
                <a:spcPts val="0"/>
              </a:spcAft>
              <a:buSzPts val="3000"/>
              <a:buChar char="●"/>
            </a:pPr>
            <a:r>
              <a:rPr lang="en"/>
              <a:t>Usually used when multiple developers are working on the same project</a:t>
            </a:r>
            <a:endParaRPr/>
          </a:p>
          <a:p>
            <a:pPr marL="457200" lvl="0" indent="-419100" algn="l" rtl="0">
              <a:spcBef>
                <a:spcPts val="0"/>
              </a:spcBef>
              <a:spcAft>
                <a:spcPts val="0"/>
              </a:spcAft>
              <a:buSzPts val="3000"/>
              <a:buChar char="●"/>
            </a:pPr>
            <a:r>
              <a:rPr lang="en"/>
              <a:t>May require a review of code before merge is possible</a:t>
            </a:r>
            <a:endParaRPr/>
          </a:p>
        </p:txBody>
      </p:sp>
      <p:sp>
        <p:nvSpPr>
          <p:cNvPr id="435" name="Google Shape;435;p59"/>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595959"/>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63</a:t>
            </a:fld>
            <a:endParaRPr kumimoji="0" sz="1000" b="0" i="0" u="none" strike="noStrike" kern="0" cap="none" spc="0" normalizeH="0" baseline="0" noProof="0">
              <a:ln>
                <a:noFill/>
              </a:ln>
              <a:solidFill>
                <a:srgbClr val="595959"/>
              </a:solidFill>
              <a:effectLst/>
              <a:uLnTx/>
              <a:uFillTx/>
              <a:latin typeface="Arial"/>
              <a:ea typeface="Arial"/>
              <a:cs typeface="Arial"/>
              <a:sym typeface="Arial"/>
            </a:endParaRPr>
          </a:p>
        </p:txBody>
      </p:sp>
    </p:spTree>
    <p:extLst>
      <p:ext uri="{BB962C8B-B14F-4D97-AF65-F5344CB8AC3E}">
        <p14:creationId xmlns:p14="http://schemas.microsoft.com/office/powerpoint/2010/main" val="228417638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56">
          <a:extLst>
            <a:ext uri="{FF2B5EF4-FFF2-40B4-BE49-F238E27FC236}">
              <a16:creationId xmlns:a16="http://schemas.microsoft.com/office/drawing/2014/main" id="{3255286D-77D4-5823-030A-2D74DF5EC25E}"/>
            </a:ext>
          </a:extLst>
        </p:cNvPr>
        <p:cNvGrpSpPr/>
        <p:nvPr/>
      </p:nvGrpSpPr>
      <p:grpSpPr>
        <a:xfrm>
          <a:off x="0" y="0"/>
          <a:ext cx="0" cy="0"/>
          <a:chOff x="0" y="0"/>
          <a:chExt cx="0" cy="0"/>
        </a:xfrm>
      </p:grpSpPr>
      <p:sp>
        <p:nvSpPr>
          <p:cNvPr id="357" name="Google Shape;357;p48">
            <a:extLst>
              <a:ext uri="{FF2B5EF4-FFF2-40B4-BE49-F238E27FC236}">
                <a16:creationId xmlns:a16="http://schemas.microsoft.com/office/drawing/2014/main" id="{BDFDFD40-D3E6-058B-C4B6-7526323BE255}"/>
              </a:ext>
            </a:extLst>
          </p:cNvPr>
          <p:cNvSpPr txBox="1">
            <a:spLocks noGrp="1"/>
          </p:cNvSpPr>
          <p:nvPr>
            <p:ph type="body" idx="1"/>
          </p:nvPr>
        </p:nvSpPr>
        <p:spPr>
          <a:xfrm>
            <a:off x="311700" y="1253525"/>
            <a:ext cx="8472900" cy="5157900"/>
          </a:xfrm>
          <a:prstGeom prst="rect">
            <a:avLst/>
          </a:prstGeom>
        </p:spPr>
        <p:txBody>
          <a:bodyPr spcFirstLastPara="1" wrap="square" lIns="91425" tIns="91425" rIns="91425" bIns="91425" anchor="t" anchorCtr="0">
            <a:noAutofit/>
          </a:bodyPr>
          <a:lstStyle/>
          <a:p>
            <a:pPr marL="685800" lvl="0" indent="-419100" algn="l" rtl="0">
              <a:spcBef>
                <a:spcPts val="0"/>
              </a:spcBef>
              <a:spcAft>
                <a:spcPts val="0"/>
              </a:spcAft>
              <a:buSzPts val="3000"/>
              <a:buAutoNum type="arabicPeriod"/>
            </a:pPr>
            <a:r>
              <a:rPr lang="en" sz="2400" dirty="0"/>
              <a:t>Go to github.com and create a repo called WebGitHub</a:t>
            </a:r>
          </a:p>
          <a:p>
            <a:pPr marL="1143000" lvl="1">
              <a:buFont typeface="Arial" panose="020B0604020202020204" pitchFamily="34" charset="0"/>
              <a:buChar char="•"/>
            </a:pPr>
            <a:r>
              <a:rPr lang="en" sz="1600" dirty="0"/>
              <a:t>Visibility – public</a:t>
            </a:r>
          </a:p>
          <a:p>
            <a:pPr marL="1143000" lvl="1">
              <a:buFont typeface="Arial" panose="020B0604020202020204" pitchFamily="34" charset="0"/>
              <a:buChar char="•"/>
            </a:pPr>
            <a:r>
              <a:rPr lang="en" sz="1600" dirty="0"/>
              <a:t>No readme file</a:t>
            </a:r>
          </a:p>
          <a:p>
            <a:pPr marL="1143000" lvl="1">
              <a:buFont typeface="Arial" panose="020B0604020202020204" pitchFamily="34" charset="0"/>
              <a:buChar char="•"/>
            </a:pPr>
            <a:r>
              <a:rPr lang="en" sz="1600" dirty="0"/>
              <a:t>Add Dotnet .gitignore file</a:t>
            </a:r>
          </a:p>
          <a:p>
            <a:pPr marL="1143000" lvl="1">
              <a:buFont typeface="Arial" panose="020B0604020202020204" pitchFamily="34" charset="0"/>
              <a:buChar char="•"/>
            </a:pPr>
            <a:r>
              <a:rPr lang="en" sz="1600" dirty="0"/>
              <a:t>No license</a:t>
            </a:r>
            <a:endParaRPr sz="1600" dirty="0"/>
          </a:p>
          <a:p>
            <a:pPr marL="685800" lvl="0" indent="-419100" algn="l" rtl="0">
              <a:spcBef>
                <a:spcPts val="0"/>
              </a:spcBef>
              <a:spcAft>
                <a:spcPts val="0"/>
              </a:spcAft>
              <a:buSzPts val="3000"/>
              <a:buAutoNum type="arabicPeriod"/>
            </a:pPr>
            <a:r>
              <a:rPr lang="en" sz="2400" dirty="0"/>
              <a:t>Upload a file to the WebGitHub repo </a:t>
            </a:r>
            <a:r>
              <a:rPr lang="en" sz="1800" dirty="0"/>
              <a:t>(make sure you commit)</a:t>
            </a:r>
            <a:endParaRPr sz="2400" dirty="0"/>
          </a:p>
          <a:p>
            <a:pPr marL="685800" lvl="0" indent="-419100" algn="l" rtl="0">
              <a:spcBef>
                <a:spcPts val="0"/>
              </a:spcBef>
              <a:spcAft>
                <a:spcPts val="0"/>
              </a:spcAft>
              <a:buSzPts val="3000"/>
              <a:buAutoNum type="arabicPeriod"/>
            </a:pPr>
            <a:r>
              <a:rPr lang="en-US" sz="2400" dirty="0"/>
              <a:t>Create a local folder named </a:t>
            </a:r>
            <a:r>
              <a:rPr lang="en-US" sz="2400" dirty="0" err="1"/>
              <a:t>LocalGitRepo</a:t>
            </a:r>
            <a:r>
              <a:rPr lang="en-US" sz="2400" dirty="0"/>
              <a:t> in C:\Repos </a:t>
            </a:r>
            <a:r>
              <a:rPr lang="en" sz="1800" dirty="0"/>
              <a:t>(do not make it a repo)</a:t>
            </a:r>
          </a:p>
          <a:p>
            <a:pPr marL="685800" lvl="0" indent="-419100" algn="l" rtl="0">
              <a:spcBef>
                <a:spcPts val="0"/>
              </a:spcBef>
              <a:spcAft>
                <a:spcPts val="0"/>
              </a:spcAft>
              <a:buSzPts val="3000"/>
              <a:buAutoNum type="arabicPeriod"/>
            </a:pPr>
            <a:r>
              <a:rPr lang="en-US" sz="2400" dirty="0"/>
              <a:t>Clone the </a:t>
            </a:r>
            <a:r>
              <a:rPr lang="en-US" sz="2400" dirty="0" err="1"/>
              <a:t>WebGitHub</a:t>
            </a:r>
            <a:r>
              <a:rPr lang="en-US" sz="2400" dirty="0"/>
              <a:t> repo into the local folder</a:t>
            </a:r>
            <a:endParaRPr sz="2000" i="1" dirty="0"/>
          </a:p>
          <a:p>
            <a:pPr marL="685800" lvl="0" indent="-419100" algn="l" rtl="0">
              <a:spcBef>
                <a:spcPts val="0"/>
              </a:spcBef>
              <a:spcAft>
                <a:spcPts val="0"/>
              </a:spcAft>
              <a:buSzPts val="3000"/>
              <a:buAutoNum type="arabicPeriod"/>
            </a:pPr>
            <a:r>
              <a:rPr lang="en" sz="2400" dirty="0"/>
              <a:t>Verify a folder was created with the same name as the GitHub repo and files were retrieved.</a:t>
            </a:r>
          </a:p>
          <a:p>
            <a:pPr marL="1143000" lvl="1">
              <a:buFont typeface="Arial" panose="020B0604020202020204" pitchFamily="34" charset="0"/>
              <a:buChar char="•"/>
            </a:pPr>
            <a:r>
              <a:rPr lang="en" sz="1600" dirty="0"/>
              <a:t>How can you check to see if this new folder is really a repo?</a:t>
            </a:r>
          </a:p>
        </p:txBody>
      </p:sp>
      <p:sp>
        <p:nvSpPr>
          <p:cNvPr id="358" name="Google Shape;358;p48">
            <a:extLst>
              <a:ext uri="{FF2B5EF4-FFF2-40B4-BE49-F238E27FC236}">
                <a16:creationId xmlns:a16="http://schemas.microsoft.com/office/drawing/2014/main" id="{6DC869D0-4C32-CBEC-A01E-48F10D224C7C}"/>
              </a:ext>
            </a:extLst>
          </p:cNvPr>
          <p:cNvSpPr txBox="1">
            <a:spLocks noGrp="1"/>
          </p:cNvSpPr>
          <p:nvPr>
            <p:ph type="sldNum" idx="12"/>
          </p:nvPr>
        </p:nvSpPr>
        <p:spPr>
          <a:xfrm>
            <a:off x="8556784" y="6333134"/>
            <a:ext cx="548700" cy="525000"/>
          </a:xfrm>
          <a:prstGeom prst="rect">
            <a:avLst/>
          </a:prstGeom>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300" b="0" i="0" u="none" strike="noStrike" kern="0" cap="none" spc="0" normalizeH="0" baseline="0" noProof="0">
                <a:ln>
                  <a:noFill/>
                </a:ln>
                <a:solidFill>
                  <a:srgbClr val="595959"/>
                </a:solidFill>
                <a:effectLst/>
                <a:uLnTx/>
                <a:uFillTx/>
                <a:latin typeface="Georgia"/>
                <a:sym typeface="Georgia"/>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64</a:t>
            </a:fld>
            <a:endParaRPr kumimoji="0" sz="1300" b="0" i="0" u="none" strike="noStrike" kern="0" cap="none" spc="0" normalizeH="0" baseline="0" noProof="0">
              <a:ln>
                <a:noFill/>
              </a:ln>
              <a:solidFill>
                <a:srgbClr val="595959"/>
              </a:solidFill>
              <a:effectLst/>
              <a:uLnTx/>
              <a:uFillTx/>
              <a:latin typeface="Georgia"/>
              <a:sym typeface="Georgia"/>
            </a:endParaRPr>
          </a:p>
        </p:txBody>
      </p:sp>
      <p:sp>
        <p:nvSpPr>
          <p:cNvPr id="359" name="Google Shape;359;p48">
            <a:extLst>
              <a:ext uri="{FF2B5EF4-FFF2-40B4-BE49-F238E27FC236}">
                <a16:creationId xmlns:a16="http://schemas.microsoft.com/office/drawing/2014/main" id="{3B463BED-DCF4-8391-F2B1-FA7280E91FCB}"/>
              </a:ext>
            </a:extLst>
          </p:cNvPr>
          <p:cNvSpPr txBox="1">
            <a:spLocks noGrp="1"/>
          </p:cNvSpPr>
          <p:nvPr>
            <p:ph type="subTitle" idx="2"/>
          </p:nvPr>
        </p:nvSpPr>
        <p:spPr>
          <a:xfrm>
            <a:off x="3017125" y="459850"/>
            <a:ext cx="6088500" cy="52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Connect GitHub site to local</a:t>
            </a:r>
            <a:endParaRPr dirty="0"/>
          </a:p>
        </p:txBody>
      </p:sp>
    </p:spTree>
    <p:extLst>
      <p:ext uri="{BB962C8B-B14F-4D97-AF65-F5344CB8AC3E}">
        <p14:creationId xmlns:p14="http://schemas.microsoft.com/office/powerpoint/2010/main" val="91639872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356">
          <a:extLst>
            <a:ext uri="{FF2B5EF4-FFF2-40B4-BE49-F238E27FC236}">
              <a16:creationId xmlns:a16="http://schemas.microsoft.com/office/drawing/2014/main" id="{1C2E6E08-8876-C694-27D6-E51791DA6338}"/>
            </a:ext>
          </a:extLst>
        </p:cNvPr>
        <p:cNvGrpSpPr/>
        <p:nvPr/>
      </p:nvGrpSpPr>
      <p:grpSpPr>
        <a:xfrm>
          <a:off x="0" y="0"/>
          <a:ext cx="0" cy="0"/>
          <a:chOff x="0" y="0"/>
          <a:chExt cx="0" cy="0"/>
        </a:xfrm>
      </p:grpSpPr>
      <p:sp>
        <p:nvSpPr>
          <p:cNvPr id="357" name="Google Shape;357;p48">
            <a:extLst>
              <a:ext uri="{FF2B5EF4-FFF2-40B4-BE49-F238E27FC236}">
                <a16:creationId xmlns:a16="http://schemas.microsoft.com/office/drawing/2014/main" id="{230AFA6A-8366-0C68-EB98-F324BAE7BA17}"/>
              </a:ext>
            </a:extLst>
          </p:cNvPr>
          <p:cNvSpPr txBox="1">
            <a:spLocks noGrp="1"/>
          </p:cNvSpPr>
          <p:nvPr>
            <p:ph type="body" idx="1"/>
          </p:nvPr>
        </p:nvSpPr>
        <p:spPr>
          <a:xfrm>
            <a:off x="311700" y="1253525"/>
            <a:ext cx="8472900" cy="5157900"/>
          </a:xfrm>
          <a:prstGeom prst="rect">
            <a:avLst/>
          </a:prstGeom>
        </p:spPr>
        <p:txBody>
          <a:bodyPr spcFirstLastPara="1" wrap="square" lIns="91425" tIns="91425" rIns="91425" bIns="91425" anchor="t" anchorCtr="0">
            <a:noAutofit/>
          </a:bodyPr>
          <a:lstStyle/>
          <a:p>
            <a:pPr marL="685800" lvl="0" indent="-419100" algn="l" rtl="0">
              <a:spcBef>
                <a:spcPts val="0"/>
              </a:spcBef>
              <a:spcAft>
                <a:spcPts val="0"/>
              </a:spcAft>
              <a:buSzPts val="3000"/>
              <a:buAutoNum type="arabicPeriod"/>
            </a:pPr>
            <a:r>
              <a:rPr lang="en-US" sz="2400" dirty="0"/>
              <a:t>Create a local repo named LocalGitRepo2 under C:\Repos </a:t>
            </a:r>
            <a:r>
              <a:rPr lang="en-US" sz="2000" i="1" dirty="0"/>
              <a:t>(hint: don’t forget to </a:t>
            </a:r>
            <a:r>
              <a:rPr lang="en-US" sz="2000" i="1" dirty="0" err="1"/>
              <a:t>init</a:t>
            </a:r>
            <a:r>
              <a:rPr lang="en-US" sz="2000" i="1" dirty="0"/>
              <a:t>) </a:t>
            </a:r>
            <a:endParaRPr sz="1600" i="1" dirty="0"/>
          </a:p>
          <a:p>
            <a:pPr marL="685800" lvl="0" indent="-419100" algn="l" rtl="0">
              <a:spcBef>
                <a:spcPts val="0"/>
              </a:spcBef>
              <a:spcAft>
                <a:spcPts val="0"/>
              </a:spcAft>
              <a:buSzPts val="3000"/>
              <a:buAutoNum type="arabicPeriod"/>
            </a:pPr>
            <a:r>
              <a:rPr lang="en" sz="2400" dirty="0"/>
              <a:t>Connect the local repo to the WebGitHub repo you created earlier using the git remote command</a:t>
            </a:r>
          </a:p>
          <a:p>
            <a:pPr marL="685800" lvl="0" indent="-419100" algn="l" rtl="0">
              <a:spcBef>
                <a:spcPts val="0"/>
              </a:spcBef>
              <a:spcAft>
                <a:spcPts val="0"/>
              </a:spcAft>
              <a:buSzPts val="3000"/>
              <a:buAutoNum type="arabicPeriod"/>
            </a:pPr>
            <a:r>
              <a:rPr lang="en" sz="2400" dirty="0"/>
              <a:t>Pull all files from the remote site into your local repo</a:t>
            </a:r>
          </a:p>
          <a:p>
            <a:pPr marL="685800" lvl="0" indent="-419100" algn="l" rtl="0">
              <a:spcBef>
                <a:spcPts val="0"/>
              </a:spcBef>
              <a:spcAft>
                <a:spcPts val="0"/>
              </a:spcAft>
              <a:buSzPts val="3000"/>
              <a:buAutoNum type="arabicPeriod"/>
            </a:pPr>
            <a:r>
              <a:rPr lang="en" sz="2400" dirty="0"/>
              <a:t>Verify all files from the remote site were retrieved</a:t>
            </a:r>
          </a:p>
          <a:p>
            <a:pPr marL="685800" lvl="0" indent="-419100" algn="l" rtl="0">
              <a:spcBef>
                <a:spcPts val="0"/>
              </a:spcBef>
              <a:spcAft>
                <a:spcPts val="0"/>
              </a:spcAft>
              <a:buSzPts val="3000"/>
              <a:buAutoNum type="arabicPeriod"/>
            </a:pPr>
            <a:r>
              <a:rPr lang="en-US" sz="2400" dirty="0"/>
              <a:t>Make a change to a file in your local repo</a:t>
            </a:r>
            <a:endParaRPr lang="en-US" sz="2000" i="1" dirty="0"/>
          </a:p>
          <a:p>
            <a:pPr marL="685800" lvl="0" indent="-419100" algn="l" rtl="0">
              <a:spcBef>
                <a:spcPts val="0"/>
              </a:spcBef>
              <a:spcAft>
                <a:spcPts val="0"/>
              </a:spcAft>
              <a:buSzPts val="3000"/>
              <a:buAutoNum type="arabicPeriod"/>
            </a:pPr>
            <a:r>
              <a:rPr lang="en-US" sz="2400" dirty="0"/>
              <a:t>Stage and commit the file</a:t>
            </a:r>
          </a:p>
          <a:p>
            <a:pPr marL="685800" lvl="0" indent="-419100" algn="l" rtl="0">
              <a:spcBef>
                <a:spcPts val="0"/>
              </a:spcBef>
              <a:spcAft>
                <a:spcPts val="0"/>
              </a:spcAft>
              <a:buSzPts val="3000"/>
              <a:buAutoNum type="arabicPeriod"/>
            </a:pPr>
            <a:r>
              <a:rPr lang="en-US" sz="2400" dirty="0"/>
              <a:t>Push the changes to the remote repo</a:t>
            </a:r>
          </a:p>
          <a:p>
            <a:pPr marL="685800" lvl="0" indent="-419100" algn="l" rtl="0">
              <a:spcBef>
                <a:spcPts val="0"/>
              </a:spcBef>
              <a:spcAft>
                <a:spcPts val="0"/>
              </a:spcAft>
              <a:buSzPts val="3000"/>
              <a:buAutoNum type="arabicPeriod"/>
            </a:pPr>
            <a:r>
              <a:rPr lang="en-US" sz="2400" dirty="0"/>
              <a:t>Verify changes in remote repo</a:t>
            </a:r>
          </a:p>
        </p:txBody>
      </p:sp>
      <p:sp>
        <p:nvSpPr>
          <p:cNvPr id="358" name="Google Shape;358;p48">
            <a:extLst>
              <a:ext uri="{FF2B5EF4-FFF2-40B4-BE49-F238E27FC236}">
                <a16:creationId xmlns:a16="http://schemas.microsoft.com/office/drawing/2014/main" id="{1D49921F-8810-95FF-AD59-C0CCE195D78B}"/>
              </a:ext>
            </a:extLst>
          </p:cNvPr>
          <p:cNvSpPr txBox="1">
            <a:spLocks noGrp="1"/>
          </p:cNvSpPr>
          <p:nvPr>
            <p:ph type="sldNum" idx="12"/>
          </p:nvPr>
        </p:nvSpPr>
        <p:spPr>
          <a:xfrm>
            <a:off x="8556784" y="6333134"/>
            <a:ext cx="548700" cy="525000"/>
          </a:xfrm>
          <a:prstGeom prst="rect">
            <a:avLst/>
          </a:prstGeom>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300" b="0" i="0" u="none" strike="noStrike" kern="0" cap="none" spc="0" normalizeH="0" baseline="0" noProof="0">
                <a:ln>
                  <a:noFill/>
                </a:ln>
                <a:solidFill>
                  <a:srgbClr val="595959"/>
                </a:solidFill>
                <a:effectLst/>
                <a:uLnTx/>
                <a:uFillTx/>
                <a:latin typeface="Georgia"/>
                <a:sym typeface="Georgia"/>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65</a:t>
            </a:fld>
            <a:endParaRPr kumimoji="0" sz="1300" b="0" i="0" u="none" strike="noStrike" kern="0" cap="none" spc="0" normalizeH="0" baseline="0" noProof="0">
              <a:ln>
                <a:noFill/>
              </a:ln>
              <a:solidFill>
                <a:srgbClr val="595959"/>
              </a:solidFill>
              <a:effectLst/>
              <a:uLnTx/>
              <a:uFillTx/>
              <a:latin typeface="Georgia"/>
              <a:sym typeface="Georgia"/>
            </a:endParaRPr>
          </a:p>
        </p:txBody>
      </p:sp>
      <p:sp>
        <p:nvSpPr>
          <p:cNvPr id="359" name="Google Shape;359;p48">
            <a:extLst>
              <a:ext uri="{FF2B5EF4-FFF2-40B4-BE49-F238E27FC236}">
                <a16:creationId xmlns:a16="http://schemas.microsoft.com/office/drawing/2014/main" id="{2113DED8-CC95-9323-DBF3-14DF94286945}"/>
              </a:ext>
            </a:extLst>
          </p:cNvPr>
          <p:cNvSpPr txBox="1">
            <a:spLocks noGrp="1"/>
          </p:cNvSpPr>
          <p:nvPr>
            <p:ph type="subTitle" idx="2"/>
          </p:nvPr>
        </p:nvSpPr>
        <p:spPr>
          <a:xfrm>
            <a:off x="3017125" y="459850"/>
            <a:ext cx="6088500" cy="52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Connect local repo to GitHub repo</a:t>
            </a:r>
            <a:endParaRPr dirty="0"/>
          </a:p>
        </p:txBody>
      </p:sp>
    </p:spTree>
    <p:extLst>
      <p:ext uri="{BB962C8B-B14F-4D97-AF65-F5344CB8AC3E}">
        <p14:creationId xmlns:p14="http://schemas.microsoft.com/office/powerpoint/2010/main" val="384862481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CC622-92A1-47C2-A4FF-7EA48110C787}"/>
              </a:ext>
            </a:extLst>
          </p:cNvPr>
          <p:cNvSpPr>
            <a:spLocks noGrp="1"/>
          </p:cNvSpPr>
          <p:nvPr>
            <p:ph type="title"/>
          </p:nvPr>
        </p:nvSpPr>
        <p:spPr/>
        <p:txBody>
          <a:bodyPr/>
          <a:lstStyle/>
          <a:p>
            <a:r>
              <a:rPr lang="en-US" dirty="0" err="1"/>
              <a:t>Misc</a:t>
            </a:r>
            <a:endParaRPr lang="en-US" dirty="0"/>
          </a:p>
        </p:txBody>
      </p:sp>
      <p:sp>
        <p:nvSpPr>
          <p:cNvPr id="3" name="Slide Number Placeholder 2">
            <a:extLst>
              <a:ext uri="{FF2B5EF4-FFF2-40B4-BE49-F238E27FC236}">
                <a16:creationId xmlns:a16="http://schemas.microsoft.com/office/drawing/2014/main" id="{B9FFBB70-117B-45F9-832C-7D4912EB0FC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66</a:t>
            </a:fld>
            <a:endParaRPr lang="en"/>
          </a:p>
        </p:txBody>
      </p:sp>
    </p:spTree>
    <p:extLst>
      <p:ext uri="{BB962C8B-B14F-4D97-AF65-F5344CB8AC3E}">
        <p14:creationId xmlns:p14="http://schemas.microsoft.com/office/powerpoint/2010/main" val="40526878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9AD4B-5488-4886-B8E2-818411E0517A}"/>
              </a:ext>
            </a:extLst>
          </p:cNvPr>
          <p:cNvSpPr>
            <a:spLocks noGrp="1"/>
          </p:cNvSpPr>
          <p:nvPr>
            <p:ph type="title"/>
          </p:nvPr>
        </p:nvSpPr>
        <p:spPr/>
        <p:txBody>
          <a:bodyPr/>
          <a:lstStyle/>
          <a:p>
            <a:r>
              <a:rPr lang="en-US" dirty="0"/>
              <a:t>Resources</a:t>
            </a:r>
          </a:p>
        </p:txBody>
      </p:sp>
      <p:sp>
        <p:nvSpPr>
          <p:cNvPr id="3" name="Text Placeholder 2">
            <a:extLst>
              <a:ext uri="{FF2B5EF4-FFF2-40B4-BE49-F238E27FC236}">
                <a16:creationId xmlns:a16="http://schemas.microsoft.com/office/drawing/2014/main" id="{E9B5D139-947B-46FE-8082-C68008FAB30E}"/>
              </a:ext>
            </a:extLst>
          </p:cNvPr>
          <p:cNvSpPr>
            <a:spLocks noGrp="1"/>
          </p:cNvSpPr>
          <p:nvPr>
            <p:ph type="body" idx="1"/>
          </p:nvPr>
        </p:nvSpPr>
        <p:spPr/>
        <p:txBody>
          <a:bodyPr/>
          <a:lstStyle/>
          <a:p>
            <a:r>
              <a:rPr lang="en-US" dirty="0"/>
              <a:t>100’s of tutorials!</a:t>
            </a:r>
            <a:br>
              <a:rPr lang="en-US" dirty="0"/>
            </a:br>
            <a:endParaRPr lang="en-US" dirty="0"/>
          </a:p>
          <a:p>
            <a:pPr lvl="1"/>
            <a:r>
              <a:rPr lang="en-US" dirty="0"/>
              <a:t>A fun tutorial: https://swcarpentry.github.io/git-novice/</a:t>
            </a:r>
          </a:p>
          <a:p>
            <a:pPr lvl="1"/>
            <a:r>
              <a:rPr lang="en-US" dirty="0"/>
              <a:t>The official tutorial: </a:t>
            </a:r>
            <a:br>
              <a:rPr lang="en-US" dirty="0"/>
            </a:br>
            <a:r>
              <a:rPr lang="en-US" dirty="0"/>
              <a:t>https://www.git-scm.com/book/en/v2/Getting-Started-About-Version-Control</a:t>
            </a:r>
          </a:p>
        </p:txBody>
      </p:sp>
      <p:sp>
        <p:nvSpPr>
          <p:cNvPr id="4" name="Slide Number Placeholder 3">
            <a:extLst>
              <a:ext uri="{FF2B5EF4-FFF2-40B4-BE49-F238E27FC236}">
                <a16:creationId xmlns:a16="http://schemas.microsoft.com/office/drawing/2014/main" id="{7436277B-CB29-475B-B71C-93AD33ECBD4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67</a:t>
            </a:fld>
            <a:endParaRPr lang="en"/>
          </a:p>
        </p:txBody>
      </p:sp>
    </p:spTree>
    <p:extLst>
      <p:ext uri="{BB962C8B-B14F-4D97-AF65-F5344CB8AC3E}">
        <p14:creationId xmlns:p14="http://schemas.microsoft.com/office/powerpoint/2010/main" val="280076063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60A79-F624-49AB-8FCF-D95F162B3B6E}"/>
              </a:ext>
            </a:extLst>
          </p:cNvPr>
          <p:cNvSpPr>
            <a:spLocks noGrp="1"/>
          </p:cNvSpPr>
          <p:nvPr>
            <p:ph type="title"/>
          </p:nvPr>
        </p:nvSpPr>
        <p:spPr/>
        <p:txBody>
          <a:bodyPr/>
          <a:lstStyle/>
          <a:p>
            <a:r>
              <a:rPr lang="en-US" dirty="0"/>
              <a:t>Cheat Sheets	</a:t>
            </a:r>
          </a:p>
        </p:txBody>
      </p:sp>
      <p:sp>
        <p:nvSpPr>
          <p:cNvPr id="3" name="Text Placeholder 2">
            <a:extLst>
              <a:ext uri="{FF2B5EF4-FFF2-40B4-BE49-F238E27FC236}">
                <a16:creationId xmlns:a16="http://schemas.microsoft.com/office/drawing/2014/main" id="{4500A215-1903-49BF-A305-940A30B08E32}"/>
              </a:ext>
            </a:extLst>
          </p:cNvPr>
          <p:cNvSpPr>
            <a:spLocks noGrp="1"/>
          </p:cNvSpPr>
          <p:nvPr>
            <p:ph type="body" idx="1"/>
          </p:nvPr>
        </p:nvSpPr>
        <p:spPr/>
        <p:txBody>
          <a:bodyPr/>
          <a:lstStyle/>
          <a:p>
            <a:endParaRPr lang="en-US" dirty="0"/>
          </a:p>
          <a:p>
            <a:r>
              <a:rPr lang="en-US" dirty="0"/>
              <a:t>Git (from GitHub)</a:t>
            </a:r>
          </a:p>
          <a:p>
            <a:pPr lvl="1"/>
            <a:r>
              <a:rPr lang="en-US" dirty="0">
                <a:hlinkClick r:id="rId3"/>
              </a:rPr>
              <a:t>https://training.github.com/downloads/github-git-cheat-sheet/</a:t>
            </a:r>
            <a:endParaRPr lang="en-US" dirty="0"/>
          </a:p>
          <a:p>
            <a:endParaRPr lang="en-US" dirty="0"/>
          </a:p>
        </p:txBody>
      </p:sp>
      <p:sp>
        <p:nvSpPr>
          <p:cNvPr id="4" name="Slide Number Placeholder 3">
            <a:extLst>
              <a:ext uri="{FF2B5EF4-FFF2-40B4-BE49-F238E27FC236}">
                <a16:creationId xmlns:a16="http://schemas.microsoft.com/office/drawing/2014/main" id="{BD5CBEE1-DD4A-40AC-829E-6D046190BF7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68</a:t>
            </a:fld>
            <a:endParaRPr lang="en"/>
          </a:p>
        </p:txBody>
      </p:sp>
    </p:spTree>
    <p:extLst>
      <p:ext uri="{BB962C8B-B14F-4D97-AF65-F5344CB8AC3E}">
        <p14:creationId xmlns:p14="http://schemas.microsoft.com/office/powerpoint/2010/main" val="346659790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72"/>
          <p:cNvSpPr txBox="1">
            <a:spLocks noGrp="1"/>
          </p:cNvSpPr>
          <p:nvPr>
            <p:ph type="ctrTitle"/>
          </p:nvPr>
        </p:nvSpPr>
        <p:spPr>
          <a:xfrm>
            <a:off x="919501" y="992775"/>
            <a:ext cx="7305000" cy="2736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Git/GitHub</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21925</TotalTime>
  <Words>7851</Words>
  <Application>Microsoft Office PowerPoint</Application>
  <PresentationFormat>On-screen Show (4:3)</PresentationFormat>
  <Paragraphs>935</Paragraphs>
  <Slides>69</Slides>
  <Notes>65</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69</vt:i4>
      </vt:variant>
    </vt:vector>
  </HeadingPairs>
  <TitlesOfParts>
    <vt:vector size="79" baseType="lpstr">
      <vt:lpstr>Consolas</vt:lpstr>
      <vt:lpstr>Impact</vt:lpstr>
      <vt:lpstr>Segoe UI</vt:lpstr>
      <vt:lpstr>Roboto</vt:lpstr>
      <vt:lpstr>Georgia</vt:lpstr>
      <vt:lpstr>Tahoma</vt:lpstr>
      <vt:lpstr>Source Code Pro</vt:lpstr>
      <vt:lpstr>Arial</vt:lpstr>
      <vt:lpstr>Trebuchet MS</vt:lpstr>
      <vt:lpstr>Simple Light</vt:lpstr>
      <vt:lpstr>Git/GitHub</vt:lpstr>
      <vt:lpstr>Prerequisites</vt:lpstr>
      <vt:lpstr>The “repos” folder</vt:lpstr>
      <vt:lpstr>Overview</vt:lpstr>
      <vt:lpstr>What is Source Control?</vt:lpstr>
      <vt:lpstr>The problem?</vt:lpstr>
      <vt:lpstr>The solution?</vt:lpstr>
      <vt:lpstr>The solution?</vt:lpstr>
      <vt:lpstr>What is Source Control?</vt:lpstr>
      <vt:lpstr>Why Source Control?</vt:lpstr>
      <vt:lpstr>Why Source Control?</vt:lpstr>
      <vt:lpstr>Why Source Control?</vt:lpstr>
      <vt:lpstr>Git</vt:lpstr>
      <vt:lpstr>Git</vt:lpstr>
      <vt:lpstr>Install</vt:lpstr>
      <vt:lpstr>PowerPoint Presentation</vt:lpstr>
      <vt:lpstr>What’s a “Shell”</vt:lpstr>
      <vt:lpstr>Bash vs. CMD vs PowerShell vs. some other terminal / shell</vt:lpstr>
      <vt:lpstr>Bash Shell</vt:lpstr>
      <vt:lpstr>Bash Shell</vt:lpstr>
      <vt:lpstr>Windows Shell (cmd or command prompt)</vt:lpstr>
      <vt:lpstr>Command Line Interface (CLI)</vt:lpstr>
      <vt:lpstr>Git Command Line Interface (CLI)</vt:lpstr>
      <vt:lpstr>File Structure</vt:lpstr>
      <vt:lpstr>Workspaces &amp; Branches</vt:lpstr>
      <vt:lpstr>Workspaces &amp; Branches</vt:lpstr>
      <vt:lpstr>Workspaces &amp; Branches</vt:lpstr>
      <vt:lpstr>Typical Workflow</vt:lpstr>
      <vt:lpstr>Commands</vt:lpstr>
      <vt:lpstr>Overview commands</vt:lpstr>
      <vt:lpstr>Command: init</vt:lpstr>
      <vt:lpstr>Command: remote</vt:lpstr>
      <vt:lpstr>Command: status</vt:lpstr>
      <vt:lpstr>Command: add</vt:lpstr>
      <vt:lpstr>Commit: commit</vt:lpstr>
      <vt:lpstr>Command: push / pull</vt:lpstr>
      <vt:lpstr>PowerPoint Presentation</vt:lpstr>
      <vt:lpstr>Command: branch</vt:lpstr>
      <vt:lpstr>Command: checkout/switch</vt:lpstr>
      <vt:lpstr>Command: stash</vt:lpstr>
      <vt:lpstr>Command: merge</vt:lpstr>
      <vt:lpstr>PowerPoint Presentation</vt:lpstr>
      <vt:lpstr>Merge Flow</vt:lpstr>
      <vt:lpstr>Command: log</vt:lpstr>
      <vt:lpstr>Command: diff</vt:lpstr>
      <vt:lpstr>PowerPoint Presentation</vt:lpstr>
      <vt:lpstr>Merge Conflicts</vt:lpstr>
      <vt:lpstr>Merge Conflicts</vt:lpstr>
      <vt:lpstr>Merge Conflicts</vt:lpstr>
      <vt:lpstr>Merge Conflicts</vt:lpstr>
      <vt:lpstr>Merge Conflicts</vt:lpstr>
      <vt:lpstr>What a merge conflict looks like</vt:lpstr>
      <vt:lpstr>How to resolve a merge conflict</vt:lpstr>
      <vt:lpstr>PowerPoint Presentation</vt:lpstr>
      <vt:lpstr>PowerPoint Presentation</vt:lpstr>
      <vt:lpstr>GitHub</vt:lpstr>
      <vt:lpstr>GitHub - Repo in the cloud</vt:lpstr>
      <vt:lpstr>Create a GitHub repo</vt:lpstr>
      <vt:lpstr>Command: clone</vt:lpstr>
      <vt:lpstr>Command: remote</vt:lpstr>
      <vt:lpstr>Command: pull and push (earlier slide)</vt:lpstr>
      <vt:lpstr>.gitignore</vt:lpstr>
      <vt:lpstr>Pull Request</vt:lpstr>
      <vt:lpstr>PowerPoint Presentation</vt:lpstr>
      <vt:lpstr>PowerPoint Presentation</vt:lpstr>
      <vt:lpstr>Misc</vt:lpstr>
      <vt:lpstr>Resources</vt:lpstr>
      <vt:lpstr>Cheat Sheets </vt:lpstr>
      <vt:lpstr>Git/GitHub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Git/GitHub</dc:title>
  <dc:creator>Michelle Jowers</dc:creator>
  <cp:lastModifiedBy>Daniela Trapani</cp:lastModifiedBy>
  <cp:revision>3</cp:revision>
  <dcterms:modified xsi:type="dcterms:W3CDTF">2026-06-01T14:11:29Z</dcterms:modified>
</cp:coreProperties>
</file>