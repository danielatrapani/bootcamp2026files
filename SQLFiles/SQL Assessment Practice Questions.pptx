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05B06B-E9FC-4C57-B848-AD110644C1E3}" v="35" dt="2026-06-07T21:16:21.2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72" autoAdjust="0"/>
    <p:restoredTop sz="94660"/>
  </p:normalViewPr>
  <p:slideViewPr>
    <p:cSldViewPr snapToGrid="0">
      <p:cViewPr varScale="1">
        <p:scale>
          <a:sx n="89" d="100"/>
          <a:sy n="89" d="100"/>
        </p:scale>
        <p:origin x="108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Trapani" userId="30b41bef89cfceee" providerId="LiveId" clId="{ADEB5723-9D39-45AE-898F-3FDA33EC1B39}"/>
    <pc:docChg chg="undo custSel addSld delSld modSld delMainMaster">
      <pc:chgData name="Daniela Trapani" userId="30b41bef89cfceee" providerId="LiveId" clId="{ADEB5723-9D39-45AE-898F-3FDA33EC1B39}" dt="2026-06-07T21:20:29.032" v="543" actId="478"/>
      <pc:docMkLst>
        <pc:docMk/>
      </pc:docMkLst>
      <pc:sldChg chg="delSp modSp mod">
        <pc:chgData name="Daniela Trapani" userId="30b41bef89cfceee" providerId="LiveId" clId="{ADEB5723-9D39-45AE-898F-3FDA33EC1B39}" dt="2026-06-07T21:20:24.935" v="542" actId="478"/>
        <pc:sldMkLst>
          <pc:docMk/>
          <pc:sldMk cId="0" sldId="256"/>
        </pc:sldMkLst>
        <pc:spChg chg="del mod">
          <ac:chgData name="Daniela Trapani" userId="30b41bef89cfceee" providerId="LiveId" clId="{ADEB5723-9D39-45AE-898F-3FDA33EC1B39}" dt="2026-06-07T21:20:24.935" v="542" actId="478"/>
          <ac:spMkLst>
            <pc:docMk/>
            <pc:sldMk cId="0" sldId="256"/>
            <ac:spMk id="4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07T21:20:29.032" v="543" actId="478"/>
        <pc:sldMkLst>
          <pc:docMk/>
          <pc:sldMk cId="0" sldId="258"/>
        </pc:sldMkLst>
        <pc:spChg chg="del mod">
          <ac:chgData name="Daniela Trapani" userId="30b41bef89cfceee" providerId="LiveId" clId="{ADEB5723-9D39-45AE-898F-3FDA33EC1B39}" dt="2026-06-07T21:20:29.032" v="543" actId="478"/>
          <ac:spMkLst>
            <pc:docMk/>
            <pc:sldMk cId="0" sldId="258"/>
            <ac:spMk id="4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07T21:20:15.430" v="540" actId="478"/>
        <pc:sldMkLst>
          <pc:docMk/>
          <pc:sldMk cId="0" sldId="260"/>
        </pc:sldMkLst>
        <pc:spChg chg="del mod">
          <ac:chgData name="Daniela Trapani" userId="30b41bef89cfceee" providerId="LiveId" clId="{ADEB5723-9D39-45AE-898F-3FDA33EC1B39}" dt="2026-06-07T21:20:15.430" v="540" actId="478"/>
          <ac:spMkLst>
            <pc:docMk/>
            <pc:sldMk cId="0" sldId="260"/>
            <ac:spMk id="4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07T21:20:19.332" v="541" actId="478"/>
        <pc:sldMkLst>
          <pc:docMk/>
          <pc:sldMk cId="0" sldId="262"/>
        </pc:sldMkLst>
        <pc:spChg chg="del mod">
          <ac:chgData name="Daniela Trapani" userId="30b41bef89cfceee" providerId="LiveId" clId="{ADEB5723-9D39-45AE-898F-3FDA33EC1B39}" dt="2026-06-07T21:20:19.332" v="541" actId="478"/>
          <ac:spMkLst>
            <pc:docMk/>
            <pc:sldMk cId="0" sldId="262"/>
            <ac:spMk id="4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07T21:20:09.859" v="539" actId="478"/>
        <pc:sldMkLst>
          <pc:docMk/>
          <pc:sldMk cId="0" sldId="264"/>
        </pc:sldMkLst>
        <pc:spChg chg="del mod">
          <ac:chgData name="Daniela Trapani" userId="30b41bef89cfceee" providerId="LiveId" clId="{ADEB5723-9D39-45AE-898F-3FDA33EC1B39}" dt="2026-06-07T21:20:09.859" v="539" actId="478"/>
          <ac:spMkLst>
            <pc:docMk/>
            <pc:sldMk cId="0" sldId="264"/>
            <ac:spMk id="4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07T21:20:02.587" v="538" actId="478"/>
        <pc:sldMkLst>
          <pc:docMk/>
          <pc:sldMk cId="0" sldId="266"/>
        </pc:sldMkLst>
        <pc:spChg chg="del mod">
          <ac:chgData name="Daniela Trapani" userId="30b41bef89cfceee" providerId="LiveId" clId="{ADEB5723-9D39-45AE-898F-3FDA33EC1B39}" dt="2026-06-07T21:20:02.587" v="538" actId="478"/>
          <ac:spMkLst>
            <pc:docMk/>
            <pc:sldMk cId="0" sldId="266"/>
            <ac:spMk id="4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07T21:19:57.854" v="537" actId="478"/>
        <pc:sldMkLst>
          <pc:docMk/>
          <pc:sldMk cId="0" sldId="268"/>
        </pc:sldMkLst>
        <pc:spChg chg="del mod">
          <ac:chgData name="Daniela Trapani" userId="30b41bef89cfceee" providerId="LiveId" clId="{ADEB5723-9D39-45AE-898F-3FDA33EC1B39}" dt="2026-06-07T21:19:57.854" v="537" actId="478"/>
          <ac:spMkLst>
            <pc:docMk/>
            <pc:sldMk cId="0" sldId="268"/>
            <ac:spMk id="4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07T21:19:48.275" v="535" actId="478"/>
        <pc:sldMkLst>
          <pc:docMk/>
          <pc:sldMk cId="0" sldId="270"/>
        </pc:sldMkLst>
        <pc:spChg chg="del mod">
          <ac:chgData name="Daniela Trapani" userId="30b41bef89cfceee" providerId="LiveId" clId="{ADEB5723-9D39-45AE-898F-3FDA33EC1B39}" dt="2026-06-07T21:19:48.275" v="535" actId="478"/>
          <ac:spMkLst>
            <pc:docMk/>
            <pc:sldMk cId="0" sldId="270"/>
            <ac:spMk id="4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07T21:19:51.911" v="536" actId="478"/>
        <pc:sldMkLst>
          <pc:docMk/>
          <pc:sldMk cId="0" sldId="272"/>
        </pc:sldMkLst>
        <pc:spChg chg="del mod">
          <ac:chgData name="Daniela Trapani" userId="30b41bef89cfceee" providerId="LiveId" clId="{ADEB5723-9D39-45AE-898F-3FDA33EC1B39}" dt="2026-06-07T21:19:51.911" v="536" actId="478"/>
          <ac:spMkLst>
            <pc:docMk/>
            <pc:sldMk cId="0" sldId="272"/>
            <ac:spMk id="4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07T21:19:35.908" v="532" actId="478"/>
        <pc:sldMkLst>
          <pc:docMk/>
          <pc:sldMk cId="0" sldId="274"/>
        </pc:sldMkLst>
        <pc:spChg chg="mod">
          <ac:chgData name="Daniela Trapani" userId="30b41bef89cfceee" providerId="LiveId" clId="{ADEB5723-9D39-45AE-898F-3FDA33EC1B39}" dt="2026-06-07T20:39:47.103" v="12" actId="403"/>
          <ac:spMkLst>
            <pc:docMk/>
            <pc:sldMk cId="0" sldId="274"/>
            <ac:spMk id="3" creationId="{00000000-0000-0000-0000-000000000000}"/>
          </ac:spMkLst>
        </pc:spChg>
        <pc:spChg chg="del mod">
          <ac:chgData name="Daniela Trapani" userId="30b41bef89cfceee" providerId="LiveId" clId="{ADEB5723-9D39-45AE-898F-3FDA33EC1B39}" dt="2026-06-07T21:19:35.908" v="532" actId="478"/>
          <ac:spMkLst>
            <pc:docMk/>
            <pc:sldMk cId="0" sldId="274"/>
            <ac:spMk id="4" creationId="{00000000-0000-0000-0000-000000000000}"/>
          </ac:spMkLst>
        </pc:spChg>
      </pc:sldChg>
      <pc:sldChg chg="delSp modSp mod">
        <pc:chgData name="Daniela Trapani" userId="30b41bef89cfceee" providerId="LiveId" clId="{ADEB5723-9D39-45AE-898F-3FDA33EC1B39}" dt="2026-06-07T21:19:40.614" v="533" actId="478"/>
        <pc:sldMkLst>
          <pc:docMk/>
          <pc:sldMk cId="0" sldId="276"/>
        </pc:sldMkLst>
        <pc:spChg chg="mod">
          <ac:chgData name="Daniela Trapani" userId="30b41bef89cfceee" providerId="LiveId" clId="{ADEB5723-9D39-45AE-898F-3FDA33EC1B39}" dt="2026-06-07T20:40:01.468" v="14" actId="20577"/>
          <ac:spMkLst>
            <pc:docMk/>
            <pc:sldMk cId="0" sldId="276"/>
            <ac:spMk id="3" creationId="{00000000-0000-0000-0000-000000000000}"/>
          </ac:spMkLst>
        </pc:spChg>
        <pc:spChg chg="del mod">
          <ac:chgData name="Daniela Trapani" userId="30b41bef89cfceee" providerId="LiveId" clId="{ADEB5723-9D39-45AE-898F-3FDA33EC1B39}" dt="2026-06-07T21:19:40.614" v="533" actId="478"/>
          <ac:spMkLst>
            <pc:docMk/>
            <pc:sldMk cId="0" sldId="276"/>
            <ac:spMk id="4" creationId="{00000000-0000-0000-0000-000000000000}"/>
          </ac:spMkLst>
        </pc:spChg>
      </pc:sldChg>
      <pc:sldChg chg="delSp modSp add mod setBg">
        <pc:chgData name="Daniela Trapani" userId="30b41bef89cfceee" providerId="LiveId" clId="{ADEB5723-9D39-45AE-898F-3FDA33EC1B39}" dt="2026-06-07T21:19:44.514" v="534" actId="478"/>
        <pc:sldMkLst>
          <pc:docMk/>
          <pc:sldMk cId="2004846366" sldId="278"/>
        </pc:sldMkLst>
        <pc:spChg chg="mod">
          <ac:chgData name="Daniela Trapani" userId="30b41bef89cfceee" providerId="LiveId" clId="{ADEB5723-9D39-45AE-898F-3FDA33EC1B39}" dt="2026-06-07T20:41:02.240" v="18" actId="20577"/>
          <ac:spMkLst>
            <pc:docMk/>
            <pc:sldMk cId="2004846366" sldId="278"/>
            <ac:spMk id="3" creationId="{619C0A9D-CEBB-890F-5799-65322733CC43}"/>
          </ac:spMkLst>
        </pc:spChg>
        <pc:spChg chg="del mod">
          <ac:chgData name="Daniela Trapani" userId="30b41bef89cfceee" providerId="LiveId" clId="{ADEB5723-9D39-45AE-898F-3FDA33EC1B39}" dt="2026-06-07T21:19:44.514" v="534" actId="478"/>
          <ac:spMkLst>
            <pc:docMk/>
            <pc:sldMk cId="2004846366" sldId="278"/>
            <ac:spMk id="4" creationId="{1391FDB4-06FD-D473-EA6A-CB7F5E5B94A2}"/>
          </ac:spMkLst>
        </pc:spChg>
        <pc:spChg chg="mod">
          <ac:chgData name="Daniela Trapani" userId="30b41bef89cfceee" providerId="LiveId" clId="{ADEB5723-9D39-45AE-898F-3FDA33EC1B39}" dt="2026-06-07T21:15:29.008" v="489" actId="20577"/>
          <ac:spMkLst>
            <pc:docMk/>
            <pc:sldMk cId="2004846366" sldId="278"/>
            <ac:spMk id="6" creationId="{481E5E32-94C9-4C24-70CE-7675E6A22E54}"/>
          </ac:spMkLst>
        </pc:spChg>
        <pc:spChg chg="mod">
          <ac:chgData name="Daniela Trapani" userId="30b41bef89cfceee" providerId="LiveId" clId="{ADEB5723-9D39-45AE-898F-3FDA33EC1B39}" dt="2026-06-07T20:46:54.011" v="218" actId="20577"/>
          <ac:spMkLst>
            <pc:docMk/>
            <pc:sldMk cId="2004846366" sldId="278"/>
            <ac:spMk id="10" creationId="{84F70D99-7CCC-2B9D-2847-611C09CE3C0C}"/>
          </ac:spMkLst>
        </pc:spChg>
        <pc:spChg chg="mod">
          <ac:chgData name="Daniela Trapani" userId="30b41bef89cfceee" providerId="LiveId" clId="{ADEB5723-9D39-45AE-898F-3FDA33EC1B39}" dt="2026-06-07T20:47:19.243" v="224" actId="20577"/>
          <ac:spMkLst>
            <pc:docMk/>
            <pc:sldMk cId="2004846366" sldId="278"/>
            <ac:spMk id="14" creationId="{E81F565A-94F5-6D13-E634-10E51CA2E098}"/>
          </ac:spMkLst>
        </pc:spChg>
        <pc:spChg chg="mod">
          <ac:chgData name="Daniela Trapani" userId="30b41bef89cfceee" providerId="LiveId" clId="{ADEB5723-9D39-45AE-898F-3FDA33EC1B39}" dt="2026-06-07T20:47:37.354" v="228" actId="20577"/>
          <ac:spMkLst>
            <pc:docMk/>
            <pc:sldMk cId="2004846366" sldId="278"/>
            <ac:spMk id="18" creationId="{2D76F49A-3487-730C-806D-F4A27A20EC28}"/>
          </ac:spMkLst>
        </pc:spChg>
        <pc:spChg chg="mod">
          <ac:chgData name="Daniela Trapani" userId="30b41bef89cfceee" providerId="LiveId" clId="{ADEB5723-9D39-45AE-898F-3FDA33EC1B39}" dt="2026-06-07T20:47:45.027" v="230" actId="1076"/>
          <ac:spMkLst>
            <pc:docMk/>
            <pc:sldMk cId="2004846366" sldId="278"/>
            <ac:spMk id="19" creationId="{BB29062C-2A18-67D5-9BFF-34CC8D4EA032}"/>
          </ac:spMkLst>
        </pc:spChg>
        <pc:spChg chg="mod">
          <ac:chgData name="Daniela Trapani" userId="30b41bef89cfceee" providerId="LiveId" clId="{ADEB5723-9D39-45AE-898F-3FDA33EC1B39}" dt="2026-06-07T20:48:15.065" v="258" actId="20577"/>
          <ac:spMkLst>
            <pc:docMk/>
            <pc:sldMk cId="2004846366" sldId="278"/>
            <ac:spMk id="22" creationId="{6FAF13B7-FF1D-E6B7-A03B-B2ACF697D6A8}"/>
          </ac:spMkLst>
        </pc:spChg>
      </pc:sldChg>
      <pc:sldChg chg="modSp add del mod">
        <pc:chgData name="Daniela Trapani" userId="30b41bef89cfceee" providerId="LiveId" clId="{ADEB5723-9D39-45AE-898F-3FDA33EC1B39}" dt="2026-06-07T20:32:06.743" v="4" actId="2696"/>
        <pc:sldMkLst>
          <pc:docMk/>
          <pc:sldMk cId="4033513382" sldId="278"/>
        </pc:sldMkLst>
        <pc:spChg chg="mod">
          <ac:chgData name="Daniela Trapani" userId="30b41bef89cfceee" providerId="LiveId" clId="{ADEB5723-9D39-45AE-898F-3FDA33EC1B39}" dt="2026-06-07T20:32:00.441" v="3" actId="27636"/>
          <ac:spMkLst>
            <pc:docMk/>
            <pc:sldMk cId="4033513382" sldId="278"/>
            <ac:spMk id="3" creationId="{5F60837D-41BA-4F82-85EC-207585532C0A}"/>
          </ac:spMkLst>
        </pc:spChg>
      </pc:sldChg>
      <pc:sldChg chg="addSp delSp modSp add mod">
        <pc:chgData name="Daniela Trapani" userId="30b41bef89cfceee" providerId="LiveId" clId="{ADEB5723-9D39-45AE-898F-3FDA33EC1B39}" dt="2026-06-07T21:16:52.707" v="507" actId="1038"/>
        <pc:sldMkLst>
          <pc:docMk/>
          <pc:sldMk cId="164431187" sldId="279"/>
        </pc:sldMkLst>
        <pc:spChg chg="del">
          <ac:chgData name="Daniela Trapani" userId="30b41bef89cfceee" providerId="LiveId" clId="{ADEB5723-9D39-45AE-898F-3FDA33EC1B39}" dt="2026-06-07T21:04:42.974" v="331" actId="478"/>
          <ac:spMkLst>
            <pc:docMk/>
            <pc:sldMk cId="164431187" sldId="279"/>
            <ac:spMk id="2" creationId="{F11F2559-F666-9F26-DB4F-8A7758C07AD7}"/>
          </ac:spMkLst>
        </pc:spChg>
        <pc:spChg chg="del">
          <ac:chgData name="Daniela Trapani" userId="30b41bef89cfceee" providerId="LiveId" clId="{ADEB5723-9D39-45AE-898F-3FDA33EC1B39}" dt="2026-06-07T21:08:48.468" v="364" actId="478"/>
          <ac:spMkLst>
            <pc:docMk/>
            <pc:sldMk cId="164431187" sldId="279"/>
            <ac:spMk id="7" creationId="{8A9D358E-FF73-51C7-1B6B-5011B5FFD71C}"/>
          </ac:spMkLst>
        </pc:spChg>
        <pc:spChg chg="del">
          <ac:chgData name="Daniela Trapani" userId="30b41bef89cfceee" providerId="LiveId" clId="{ADEB5723-9D39-45AE-898F-3FDA33EC1B39}" dt="2026-06-07T21:08:07.030" v="355" actId="478"/>
          <ac:spMkLst>
            <pc:docMk/>
            <pc:sldMk cId="164431187" sldId="279"/>
            <ac:spMk id="8" creationId="{6F87466A-5E7A-D8BD-0F25-14C2AC358395}"/>
          </ac:spMkLst>
        </pc:spChg>
        <pc:spChg chg="del mod">
          <ac:chgData name="Daniela Trapani" userId="30b41bef89cfceee" providerId="LiveId" clId="{ADEB5723-9D39-45AE-898F-3FDA33EC1B39}" dt="2026-06-07T21:09:42.828" v="369" actId="478"/>
          <ac:spMkLst>
            <pc:docMk/>
            <pc:sldMk cId="164431187" sldId="279"/>
            <ac:spMk id="10" creationId="{206BCFFB-F1DB-E126-35E3-A61607F4A1EE}"/>
          </ac:spMkLst>
        </pc:spChg>
        <pc:spChg chg="mod">
          <ac:chgData name="Daniela Trapani" userId="30b41bef89cfceee" providerId="LiveId" clId="{ADEB5723-9D39-45AE-898F-3FDA33EC1B39}" dt="2026-06-07T21:06:34.540" v="338" actId="108"/>
          <ac:spMkLst>
            <pc:docMk/>
            <pc:sldMk cId="164431187" sldId="279"/>
            <ac:spMk id="11" creationId="{B08F2D2A-18D5-7828-3575-9FBD3DE1EDEE}"/>
          </ac:spMkLst>
        </pc:spChg>
        <pc:spChg chg="add del">
          <ac:chgData name="Daniela Trapani" userId="30b41bef89cfceee" providerId="LiveId" clId="{ADEB5723-9D39-45AE-898F-3FDA33EC1B39}" dt="2026-06-07T21:07:20.174" v="342" actId="478"/>
          <ac:spMkLst>
            <pc:docMk/>
            <pc:sldMk cId="164431187" sldId="279"/>
            <ac:spMk id="12" creationId="{81CC6935-E0AC-B9A8-BA66-4AB793CD6A2A}"/>
          </ac:spMkLst>
        </pc:spChg>
        <pc:spChg chg="add del">
          <ac:chgData name="Daniela Trapani" userId="30b41bef89cfceee" providerId="LiveId" clId="{ADEB5723-9D39-45AE-898F-3FDA33EC1B39}" dt="2026-06-07T21:14:18.831" v="427" actId="478"/>
          <ac:spMkLst>
            <pc:docMk/>
            <pc:sldMk cId="164431187" sldId="279"/>
            <ac:spMk id="15" creationId="{7ECB84CF-81DF-170F-D702-5C5F746DF0AB}"/>
          </ac:spMkLst>
        </pc:spChg>
        <pc:spChg chg="del">
          <ac:chgData name="Daniela Trapani" userId="30b41bef89cfceee" providerId="LiveId" clId="{ADEB5723-9D39-45AE-898F-3FDA33EC1B39}" dt="2026-06-07T21:07:53.098" v="349" actId="478"/>
          <ac:spMkLst>
            <pc:docMk/>
            <pc:sldMk cId="164431187" sldId="279"/>
            <ac:spMk id="16" creationId="{7898D49F-8058-FEBE-0971-C20A0701FCA5}"/>
          </ac:spMkLst>
        </pc:spChg>
        <pc:spChg chg="del">
          <ac:chgData name="Daniela Trapani" userId="30b41bef89cfceee" providerId="LiveId" clId="{ADEB5723-9D39-45AE-898F-3FDA33EC1B39}" dt="2026-06-07T21:12:44.590" v="384" actId="478"/>
          <ac:spMkLst>
            <pc:docMk/>
            <pc:sldMk cId="164431187" sldId="279"/>
            <ac:spMk id="19" creationId="{7B55AE02-573B-0D91-D6B9-840964266AFD}"/>
          </ac:spMkLst>
        </pc:spChg>
        <pc:spChg chg="del">
          <ac:chgData name="Daniela Trapani" userId="30b41bef89cfceee" providerId="LiveId" clId="{ADEB5723-9D39-45AE-898F-3FDA33EC1B39}" dt="2026-06-07T21:07:59.353" v="352" actId="478"/>
          <ac:spMkLst>
            <pc:docMk/>
            <pc:sldMk cId="164431187" sldId="279"/>
            <ac:spMk id="20" creationId="{969FD6B8-D938-23CD-FCF5-31D23781D7CF}"/>
          </ac:spMkLst>
        </pc:spChg>
        <pc:spChg chg="del">
          <ac:chgData name="Daniela Trapani" userId="30b41bef89cfceee" providerId="LiveId" clId="{ADEB5723-9D39-45AE-898F-3FDA33EC1B39}" dt="2026-06-07T21:12:48.140" v="385" actId="478"/>
          <ac:spMkLst>
            <pc:docMk/>
            <pc:sldMk cId="164431187" sldId="279"/>
            <ac:spMk id="22" creationId="{DBA2A3DC-EE05-44C4-92CA-EDB1E512F2C4}"/>
          </ac:spMkLst>
        </pc:spChg>
        <pc:spChg chg="add mod">
          <ac:chgData name="Daniela Trapani" userId="30b41bef89cfceee" providerId="LiveId" clId="{ADEB5723-9D39-45AE-898F-3FDA33EC1B39}" dt="2026-06-07T21:04:43.758" v="332"/>
          <ac:spMkLst>
            <pc:docMk/>
            <pc:sldMk cId="164431187" sldId="279"/>
            <ac:spMk id="24" creationId="{F67074C6-E572-D345-4806-48A4C4A31844}"/>
          </ac:spMkLst>
        </pc:spChg>
        <pc:spChg chg="add mod">
          <ac:chgData name="Daniela Trapani" userId="30b41bef89cfceee" providerId="LiveId" clId="{ADEB5723-9D39-45AE-898F-3FDA33EC1B39}" dt="2026-06-07T21:04:57.764" v="333"/>
          <ac:spMkLst>
            <pc:docMk/>
            <pc:sldMk cId="164431187" sldId="279"/>
            <ac:spMk id="25" creationId="{0C436911-DB55-D074-002C-8364022B76F5}"/>
          </ac:spMkLst>
        </pc:spChg>
        <pc:spChg chg="add mod">
          <ac:chgData name="Daniela Trapani" userId="30b41bef89cfceee" providerId="LiveId" clId="{ADEB5723-9D39-45AE-898F-3FDA33EC1B39}" dt="2026-06-07T21:05:29.677" v="334"/>
          <ac:spMkLst>
            <pc:docMk/>
            <pc:sldMk cId="164431187" sldId="279"/>
            <ac:spMk id="26" creationId="{DCA03FE6-B2A4-A82B-6678-4630286CDE3D}"/>
          </ac:spMkLst>
        </pc:spChg>
        <pc:spChg chg="add mod">
          <ac:chgData name="Daniela Trapani" userId="30b41bef89cfceee" providerId="LiveId" clId="{ADEB5723-9D39-45AE-898F-3FDA33EC1B39}" dt="2026-06-07T21:05:46.394" v="337" actId="20577"/>
          <ac:spMkLst>
            <pc:docMk/>
            <pc:sldMk cId="164431187" sldId="279"/>
            <ac:spMk id="27" creationId="{82099029-7FA3-16AA-1D98-85C25BA58FB7}"/>
          </ac:spMkLst>
        </pc:spChg>
        <pc:spChg chg="add mod">
          <ac:chgData name="Daniela Trapani" userId="30b41bef89cfceee" providerId="LiveId" clId="{ADEB5723-9D39-45AE-898F-3FDA33EC1B39}" dt="2026-06-07T21:06:51.489" v="339"/>
          <ac:spMkLst>
            <pc:docMk/>
            <pc:sldMk cId="164431187" sldId="279"/>
            <ac:spMk id="28" creationId="{2473B4DD-A249-0C5F-8196-ACD6CC7EDD92}"/>
          </ac:spMkLst>
        </pc:spChg>
        <pc:spChg chg="add mod">
          <ac:chgData name="Daniela Trapani" userId="30b41bef89cfceee" providerId="LiveId" clId="{ADEB5723-9D39-45AE-898F-3FDA33EC1B39}" dt="2026-06-07T21:07:47.116" v="348" actId="20577"/>
          <ac:spMkLst>
            <pc:docMk/>
            <pc:sldMk cId="164431187" sldId="279"/>
            <ac:spMk id="29" creationId="{D07762D2-28D4-2DFB-79E0-B98AABE12490}"/>
          </ac:spMkLst>
        </pc:spChg>
        <pc:spChg chg="add mod">
          <ac:chgData name="Daniela Trapani" userId="30b41bef89cfceee" providerId="LiveId" clId="{ADEB5723-9D39-45AE-898F-3FDA33EC1B39}" dt="2026-06-07T21:08:25.681" v="361" actId="20577"/>
          <ac:spMkLst>
            <pc:docMk/>
            <pc:sldMk cId="164431187" sldId="279"/>
            <ac:spMk id="30" creationId="{8CF6C822-D597-5CE5-DA69-92D425EC6DCF}"/>
          </ac:spMkLst>
        </pc:spChg>
        <pc:spChg chg="add del mod">
          <ac:chgData name="Daniela Trapani" userId="30b41bef89cfceee" providerId="LiveId" clId="{ADEB5723-9D39-45AE-898F-3FDA33EC1B39}" dt="2026-06-07T21:12:21.509" v="382" actId="478"/>
          <ac:spMkLst>
            <pc:docMk/>
            <pc:sldMk cId="164431187" sldId="279"/>
            <ac:spMk id="31" creationId="{26721B7C-371C-AA2E-E221-4B6A5124A1F8}"/>
          </ac:spMkLst>
        </pc:spChg>
        <pc:spChg chg="add del mod">
          <ac:chgData name="Daniela Trapani" userId="30b41bef89cfceee" providerId="LiveId" clId="{ADEB5723-9D39-45AE-898F-3FDA33EC1B39}" dt="2026-06-07T21:09:44.857" v="370" actId="478"/>
          <ac:spMkLst>
            <pc:docMk/>
            <pc:sldMk cId="164431187" sldId="279"/>
            <ac:spMk id="32" creationId="{0A0D60CA-9CBB-080C-8BD0-05403E7E386C}"/>
          </ac:spMkLst>
        </pc:spChg>
        <pc:spChg chg="add del mod">
          <ac:chgData name="Daniela Trapani" userId="30b41bef89cfceee" providerId="LiveId" clId="{ADEB5723-9D39-45AE-898F-3FDA33EC1B39}" dt="2026-06-07T21:09:34.950" v="367" actId="478"/>
          <ac:spMkLst>
            <pc:docMk/>
            <pc:sldMk cId="164431187" sldId="279"/>
            <ac:spMk id="33" creationId="{A9600837-A621-5346-4DE2-C1895EAD5245}"/>
          </ac:spMkLst>
        </pc:spChg>
        <pc:spChg chg="add mod">
          <ac:chgData name="Daniela Trapani" userId="30b41bef89cfceee" providerId="LiveId" clId="{ADEB5723-9D39-45AE-898F-3FDA33EC1B39}" dt="2026-06-07T21:09:45.358" v="371"/>
          <ac:spMkLst>
            <pc:docMk/>
            <pc:sldMk cId="164431187" sldId="279"/>
            <ac:spMk id="34" creationId="{541D99C1-2250-22B1-9E39-0F01109B2CC9}"/>
          </ac:spMkLst>
        </pc:spChg>
        <pc:spChg chg="add mod">
          <ac:chgData name="Daniela Trapani" userId="30b41bef89cfceee" providerId="LiveId" clId="{ADEB5723-9D39-45AE-898F-3FDA33EC1B39}" dt="2026-06-07T21:14:21.663" v="428" actId="20577"/>
          <ac:spMkLst>
            <pc:docMk/>
            <pc:sldMk cId="164431187" sldId="279"/>
            <ac:spMk id="35" creationId="{977110B0-5D32-110D-F583-29EB60CC7420}"/>
          </ac:spMkLst>
        </pc:spChg>
        <pc:spChg chg="add del mod">
          <ac:chgData name="Daniela Trapani" userId="30b41bef89cfceee" providerId="LiveId" clId="{ADEB5723-9D39-45AE-898F-3FDA33EC1B39}" dt="2026-06-07T21:11:24.664" v="380" actId="1076"/>
          <ac:spMkLst>
            <pc:docMk/>
            <pc:sldMk cId="164431187" sldId="279"/>
            <ac:spMk id="36" creationId="{45714211-2610-73F5-5EAD-A81D7421C7B8}"/>
          </ac:spMkLst>
        </pc:spChg>
        <pc:spChg chg="add mod">
          <ac:chgData name="Daniela Trapani" userId="30b41bef89cfceee" providerId="LiveId" clId="{ADEB5723-9D39-45AE-898F-3FDA33EC1B39}" dt="2026-06-07T21:11:06.603" v="377"/>
          <ac:spMkLst>
            <pc:docMk/>
            <pc:sldMk cId="164431187" sldId="279"/>
            <ac:spMk id="37" creationId="{C74F19A5-4BF4-EFCF-A16B-F903CA1A9E06}"/>
          </ac:spMkLst>
        </pc:spChg>
        <pc:spChg chg="add mod">
          <ac:chgData name="Daniela Trapani" userId="30b41bef89cfceee" providerId="LiveId" clId="{ADEB5723-9D39-45AE-898F-3FDA33EC1B39}" dt="2026-06-07T21:12:24.390" v="383"/>
          <ac:spMkLst>
            <pc:docMk/>
            <pc:sldMk cId="164431187" sldId="279"/>
            <ac:spMk id="38" creationId="{9B75CAC9-1AD3-13B2-4DA6-A3A21C10D11E}"/>
          </ac:spMkLst>
        </pc:spChg>
        <pc:spChg chg="add mod">
          <ac:chgData name="Daniela Trapani" userId="30b41bef89cfceee" providerId="LiveId" clId="{ADEB5723-9D39-45AE-898F-3FDA33EC1B39}" dt="2026-06-07T21:12:56.017" v="387" actId="1076"/>
          <ac:spMkLst>
            <pc:docMk/>
            <pc:sldMk cId="164431187" sldId="279"/>
            <ac:spMk id="39" creationId="{200D52DB-8E53-2D36-E2AA-61F8CA33F7F3}"/>
          </ac:spMkLst>
        </pc:spChg>
        <pc:spChg chg="add mod">
          <ac:chgData name="Daniela Trapani" userId="30b41bef89cfceee" providerId="LiveId" clId="{ADEB5723-9D39-45AE-898F-3FDA33EC1B39}" dt="2026-06-07T21:15:09.993" v="488" actId="6549"/>
          <ac:spMkLst>
            <pc:docMk/>
            <pc:sldMk cId="164431187" sldId="279"/>
            <ac:spMk id="40" creationId="{A74EA1AF-5020-949F-1AAB-2BAEE4FDC048}"/>
          </ac:spMkLst>
        </pc:spChg>
        <pc:spChg chg="add mod">
          <ac:chgData name="Daniela Trapani" userId="30b41bef89cfceee" providerId="LiveId" clId="{ADEB5723-9D39-45AE-898F-3FDA33EC1B39}" dt="2026-06-07T21:13:18.139" v="391" actId="20577"/>
          <ac:spMkLst>
            <pc:docMk/>
            <pc:sldMk cId="164431187" sldId="279"/>
            <ac:spMk id="41" creationId="{F004534D-CF83-86B3-DF64-FAA80EE159A0}"/>
          </ac:spMkLst>
        </pc:spChg>
        <pc:spChg chg="add mod">
          <ac:chgData name="Daniela Trapani" userId="30b41bef89cfceee" providerId="LiveId" clId="{ADEB5723-9D39-45AE-898F-3FDA33EC1B39}" dt="2026-06-07T21:16:03.811" v="490"/>
          <ac:spMkLst>
            <pc:docMk/>
            <pc:sldMk cId="164431187" sldId="279"/>
            <ac:spMk id="42" creationId="{E37ACF63-605D-7E43-B6D6-4010F8651452}"/>
          </ac:spMkLst>
        </pc:spChg>
        <pc:spChg chg="add mod">
          <ac:chgData name="Daniela Trapani" userId="30b41bef89cfceee" providerId="LiveId" clId="{ADEB5723-9D39-45AE-898F-3FDA33EC1B39}" dt="2026-06-07T21:16:44.275" v="499" actId="1038"/>
          <ac:spMkLst>
            <pc:docMk/>
            <pc:sldMk cId="164431187" sldId="279"/>
            <ac:spMk id="43" creationId="{BF284581-A109-54CC-4A14-AD0E4718A5BD}"/>
          </ac:spMkLst>
        </pc:spChg>
        <pc:spChg chg="add mod">
          <ac:chgData name="Daniela Trapani" userId="30b41bef89cfceee" providerId="LiveId" clId="{ADEB5723-9D39-45AE-898F-3FDA33EC1B39}" dt="2026-06-07T21:16:52.707" v="507" actId="1038"/>
          <ac:spMkLst>
            <pc:docMk/>
            <pc:sldMk cId="164431187" sldId="279"/>
            <ac:spMk id="44" creationId="{CCD692AF-4466-93A7-57A4-FB28A17BA257}"/>
          </ac:spMkLst>
        </pc:spChg>
      </pc:sldChg>
      <pc:sldMasterChg chg="delSldLayout">
        <pc:chgData name="Daniela Trapani" userId="30b41bef89cfceee" providerId="LiveId" clId="{ADEB5723-9D39-45AE-898F-3FDA33EC1B39}" dt="2026-06-07T20:32:06.743" v="4" actId="2696"/>
        <pc:sldMasterMkLst>
          <pc:docMk/>
          <pc:sldMasterMk cId="0" sldId="2147483648"/>
        </pc:sldMasterMkLst>
        <pc:sldLayoutChg chg="del">
          <pc:chgData name="Daniela Trapani" userId="30b41bef89cfceee" providerId="LiveId" clId="{ADEB5723-9D39-45AE-898F-3FDA33EC1B39}" dt="2026-06-07T20:32:06.743" v="4" actId="2696"/>
          <pc:sldLayoutMkLst>
            <pc:docMk/>
            <pc:sldMasterMk cId="0" sldId="2147483648"/>
            <pc:sldLayoutMk cId="301131521" sldId="2147483650"/>
          </pc:sldLayoutMkLst>
        </pc:sldLayoutChg>
      </pc:sldMasterChg>
      <pc:sldMasterChg chg="del delSldLayout">
        <pc:chgData name="Daniela Trapani" userId="30b41bef89cfceee" providerId="LiveId" clId="{ADEB5723-9D39-45AE-898F-3FDA33EC1B39}" dt="2026-06-07T20:31:43.887" v="1" actId="2696"/>
        <pc:sldMasterMkLst>
          <pc:docMk/>
          <pc:sldMasterMk cId="1962876264" sldId="2147483650"/>
        </pc:sldMasterMkLst>
        <pc:sldLayoutChg chg="del">
          <pc:chgData name="Daniela Trapani" userId="30b41bef89cfceee" providerId="LiveId" clId="{ADEB5723-9D39-45AE-898F-3FDA33EC1B39}" dt="2026-06-07T20:31:43.887" v="1" actId="2696"/>
          <pc:sldLayoutMkLst>
            <pc:docMk/>
            <pc:sldMasterMk cId="1962876264" sldId="2147483650"/>
            <pc:sldLayoutMk cId="3865026444" sldId="2147483651"/>
          </pc:sldLayoutMkLst>
        </pc:sldLayoutChg>
        <pc:sldLayoutChg chg="del">
          <pc:chgData name="Daniela Trapani" userId="30b41bef89cfceee" providerId="LiveId" clId="{ADEB5723-9D39-45AE-898F-3FDA33EC1B39}" dt="2026-06-07T20:31:43.887" v="1" actId="2696"/>
          <pc:sldLayoutMkLst>
            <pc:docMk/>
            <pc:sldMasterMk cId="1962876264" sldId="2147483650"/>
            <pc:sldLayoutMk cId="3102079599" sldId="2147483652"/>
          </pc:sldLayoutMkLst>
        </pc:sldLayoutChg>
        <pc:sldLayoutChg chg="del">
          <pc:chgData name="Daniela Trapani" userId="30b41bef89cfceee" providerId="LiveId" clId="{ADEB5723-9D39-45AE-898F-3FDA33EC1B39}" dt="2026-06-07T20:31:43.887" v="1" actId="2696"/>
          <pc:sldLayoutMkLst>
            <pc:docMk/>
            <pc:sldMasterMk cId="1962876264" sldId="2147483650"/>
            <pc:sldLayoutMk cId="3194507273" sldId="2147483653"/>
          </pc:sldLayoutMkLst>
        </pc:sldLayoutChg>
        <pc:sldLayoutChg chg="del">
          <pc:chgData name="Daniela Trapani" userId="30b41bef89cfceee" providerId="LiveId" clId="{ADEB5723-9D39-45AE-898F-3FDA33EC1B39}" dt="2026-06-07T20:31:43.887" v="1" actId="2696"/>
          <pc:sldLayoutMkLst>
            <pc:docMk/>
            <pc:sldMasterMk cId="1962876264" sldId="2147483650"/>
            <pc:sldLayoutMk cId="1637103033" sldId="2147483654"/>
          </pc:sldLayoutMkLst>
        </pc:sldLayoutChg>
        <pc:sldLayoutChg chg="del">
          <pc:chgData name="Daniela Trapani" userId="30b41bef89cfceee" providerId="LiveId" clId="{ADEB5723-9D39-45AE-898F-3FDA33EC1B39}" dt="2026-06-07T20:31:43.887" v="1" actId="2696"/>
          <pc:sldLayoutMkLst>
            <pc:docMk/>
            <pc:sldMasterMk cId="1962876264" sldId="2147483650"/>
            <pc:sldLayoutMk cId="3055938956" sldId="2147483655"/>
          </pc:sldLayoutMkLst>
        </pc:sldLayoutChg>
        <pc:sldLayoutChg chg="del">
          <pc:chgData name="Daniela Trapani" userId="30b41bef89cfceee" providerId="LiveId" clId="{ADEB5723-9D39-45AE-898F-3FDA33EC1B39}" dt="2026-06-07T20:31:43.887" v="1" actId="2696"/>
          <pc:sldLayoutMkLst>
            <pc:docMk/>
            <pc:sldMasterMk cId="1962876264" sldId="2147483650"/>
            <pc:sldLayoutMk cId="3244219231" sldId="2147483656"/>
          </pc:sldLayoutMkLst>
        </pc:sldLayoutChg>
        <pc:sldLayoutChg chg="del">
          <pc:chgData name="Daniela Trapani" userId="30b41bef89cfceee" providerId="LiveId" clId="{ADEB5723-9D39-45AE-898F-3FDA33EC1B39}" dt="2026-06-07T20:31:43.887" v="1" actId="2696"/>
          <pc:sldLayoutMkLst>
            <pc:docMk/>
            <pc:sldMasterMk cId="1962876264" sldId="2147483650"/>
            <pc:sldLayoutMk cId="613367198" sldId="2147483657"/>
          </pc:sldLayoutMkLst>
        </pc:sldLayoutChg>
        <pc:sldLayoutChg chg="del">
          <pc:chgData name="Daniela Trapani" userId="30b41bef89cfceee" providerId="LiveId" clId="{ADEB5723-9D39-45AE-898F-3FDA33EC1B39}" dt="2026-06-07T20:31:43.887" v="1" actId="2696"/>
          <pc:sldLayoutMkLst>
            <pc:docMk/>
            <pc:sldMasterMk cId="1962876264" sldId="2147483650"/>
            <pc:sldLayoutMk cId="2174361469" sldId="2147483658"/>
          </pc:sldLayoutMkLst>
        </pc:sldLayoutChg>
        <pc:sldLayoutChg chg="del">
          <pc:chgData name="Daniela Trapani" userId="30b41bef89cfceee" providerId="LiveId" clId="{ADEB5723-9D39-45AE-898F-3FDA33EC1B39}" dt="2026-06-07T20:31:43.887" v="1" actId="2696"/>
          <pc:sldLayoutMkLst>
            <pc:docMk/>
            <pc:sldMasterMk cId="1962876264" sldId="2147483650"/>
            <pc:sldLayoutMk cId="1634518859" sldId="2147483659"/>
          </pc:sldLayoutMkLst>
        </pc:sldLayoutChg>
        <pc:sldLayoutChg chg="del">
          <pc:chgData name="Daniela Trapani" userId="30b41bef89cfceee" providerId="LiveId" clId="{ADEB5723-9D39-45AE-898F-3FDA33EC1B39}" dt="2026-06-07T20:31:43.887" v="1" actId="2696"/>
          <pc:sldLayoutMkLst>
            <pc:docMk/>
            <pc:sldMasterMk cId="1962876264" sldId="2147483650"/>
            <pc:sldLayoutMk cId="1002410904" sldId="2147483660"/>
          </pc:sldLayoutMkLst>
        </pc:sldLayoutChg>
        <pc:sldLayoutChg chg="del">
          <pc:chgData name="Daniela Trapani" userId="30b41bef89cfceee" providerId="LiveId" clId="{ADEB5723-9D39-45AE-898F-3FDA33EC1B39}" dt="2026-06-07T20:31:43.887" v="1" actId="2696"/>
          <pc:sldLayoutMkLst>
            <pc:docMk/>
            <pc:sldMasterMk cId="1962876264" sldId="2147483650"/>
            <pc:sldLayoutMk cId="159500336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2D6AD-D955-2E00-13FF-E6448E84A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1D6F7-F03C-82D2-EBBE-35BAF4E33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DC818-03CD-E19E-C90A-33516763F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F3ABF-BADB-71B7-CF11-64DAA33DF1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795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FCE19-D07E-1147-F96F-ABB9D3422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E2A678-949D-FB12-CE54-53AB341D3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7DD933-61D1-3241-D7C9-3E6FFBF0F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89FEE-B03B-15A9-5488-44C0C17040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99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 QUIZ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8229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SQL query correctly joins the Order table with the OrderDetails table using the Order ID?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0" y="265176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2770632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6517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Order o JOIN OrderDetails od ON o.OrderId = od.Id;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0" y="3502152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3621024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350215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Order o WITH OrderDetails od WHERE o.Id = od.Id;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828800" y="435254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11680" y="4471416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116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4352544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JOIN * FROM OrderDetails, Order;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828800" y="5202936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11680" y="5321808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011680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06040" y="5202936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Order o WHEN OrderDetails c = o.OrderId;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8288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of 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0F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0" y="3566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6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Answer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F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8229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SQL query correctly joins the Order table with the OrderDetails table using the Order ID?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0" y="265176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31750">
            <a:solidFill>
              <a:srgbClr val="0F7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2770632"/>
            <a:ext cx="457200" cy="457200"/>
          </a:xfrm>
          <a:prstGeom prst="ellipse">
            <a:avLst/>
          </a:prstGeom>
          <a:solidFill>
            <a:srgbClr val="0F7B3F"/>
          </a:solidFill>
          <a:ln w="12700">
            <a:solidFill>
              <a:srgbClr val="0F7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6517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4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Order o JOIN OrderDetails od ON o.OrderId = od.Id;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201400" y="265176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0" y="3502152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11680" y="3621024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1168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06040" y="3502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Order o WITH OrderDetails od WHERE o.Id = od.Id;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828800" y="435254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11680" y="4471416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116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06040" y="4352544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JOIN * FROM OrderDetails, Order;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828800" y="5202936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11680" y="5321808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011680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06040" y="5202936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Order o WHEN OrderDetails c = o.OrderId;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828800" y="619048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Standard ANSI JOIN syntax: list the tables, then specify the matching keys with ON.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 of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 QUIZ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8229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purpose of the SQL SUM() function?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0" y="265176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2770632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6517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 the number of rows in a table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0" y="3502152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3621024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350215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the average value of a column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828800" y="435254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11680" y="4471416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116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4352544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 together all numeric values in a column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828800" y="5202936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11680" y="5321808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011680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06040" y="5202936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Sorts values in ascending order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8288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of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0F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0" y="3566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6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Answer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F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8229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purpose of the SQL SUM() function?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0" y="265176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2770632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6517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 the number of rows in a table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0" y="3502152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3621024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3502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the average value of a column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828800" y="435254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31750">
            <a:solidFill>
              <a:srgbClr val="0F7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11680" y="4471416"/>
            <a:ext cx="457200" cy="457200"/>
          </a:xfrm>
          <a:prstGeom prst="ellipse">
            <a:avLst/>
          </a:prstGeom>
          <a:solidFill>
            <a:srgbClr val="0F7B3F"/>
          </a:solidFill>
          <a:ln w="12700">
            <a:solidFill>
              <a:srgbClr val="0F7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116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4352544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4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 together all numeric values in a column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201400" y="4352544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0" y="5202936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11680" y="5321808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011680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06040" y="5202936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Sorts values in ascending order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828800" y="619048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SUM() aggregates and returns the total of all numeric values in a column.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 of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 QUIZ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8229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using an INSERT statement, which columns are required in the column list?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0" y="265176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2770632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6517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 that cannot contain NULL values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0" y="3502152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3621024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350215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 that do not have default values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828800" y="435254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11680" y="4471416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116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4352544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 that are both NOT NULL and lack default values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828800" y="5202936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11680" y="5321808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011680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06040" y="5202936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column in the table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8288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of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0F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0" y="3566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6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Answer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F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8229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using an INSERT statement, which columns are required in the column list?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0" y="265176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2770632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6517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 that cannot contain NULL values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0" y="3502152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3621024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3502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 that do not have default values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828800" y="435254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31750">
            <a:solidFill>
              <a:srgbClr val="0F7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11680" y="4471416"/>
            <a:ext cx="457200" cy="457200"/>
          </a:xfrm>
          <a:prstGeom prst="ellipse">
            <a:avLst/>
          </a:prstGeom>
          <a:solidFill>
            <a:srgbClr val="0F7B3F"/>
          </a:solidFill>
          <a:ln w="12700">
            <a:solidFill>
              <a:srgbClr val="0F7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116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4352544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4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 that are both NOT NULL and lack default values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201400" y="4352544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0" y="5202936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11680" y="5321808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011680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06040" y="5202936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column in the table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828800" y="619048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Only columns that are NOT NULL and have no default value must be supplied; others can be omitted.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3 of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 QUIZ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8229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the Vendor table contains 10 records. How many rows would be affected by this statement?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FROM Vendor;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0" y="265176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2770632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6517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0" y="3502152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3621024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350215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828800" y="435254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11680" y="4471416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116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4352544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828800" y="5202936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11680" y="5321808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011680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06040" y="5202936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rows with NULL values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8288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of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0F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0" y="3566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6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Answer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F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8229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the Vendor table contains 10 records. How many rows would be affected by this statement?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FROM Vendor;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0" y="265176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2770632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6517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0" y="3502152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3621024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3502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828800" y="435254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31750">
            <a:solidFill>
              <a:srgbClr val="0F7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11680" y="4471416"/>
            <a:ext cx="457200" cy="457200"/>
          </a:xfrm>
          <a:prstGeom prst="ellipse">
            <a:avLst/>
          </a:prstGeom>
          <a:solidFill>
            <a:srgbClr val="0F7B3F"/>
          </a:solidFill>
          <a:ln w="12700">
            <a:solidFill>
              <a:srgbClr val="0F7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116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4352544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4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201400" y="4352544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0" y="5202936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11680" y="5321808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011680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06040" y="5202936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rows with NULL values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828800" y="619048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DELETE without a WHERE clause removes every row — all 10 records are affected.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4 of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 QUIZ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8229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SQL query returns all columns and rows from the Employees table and sorts the results by the Sales column in descending order?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0" y="265176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2770632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6517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Sales FROM Employees ORDER BY Sales;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0" y="3502152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3621024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350215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 SORT BY Sales DESC;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828800" y="435254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11680" y="4471416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116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4352544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 ORDER BY Sales DESC;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828800" y="5202936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11680" y="5321808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011680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06040" y="5202936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ALL FROM Employees REVERSE Sales;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8288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of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0F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0" y="3566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6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Answer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F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8229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SQL query returns all columns and rows from the Employees table and sorts the results by the Sales column in descending order?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0" y="265176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2770632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6517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Sales FROM Employees ORDER BY Sales;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0" y="3502152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3621024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3502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 SORT BY Sales DESC;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828800" y="435254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31750">
            <a:solidFill>
              <a:srgbClr val="0F7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11680" y="4471416"/>
            <a:ext cx="457200" cy="457200"/>
          </a:xfrm>
          <a:prstGeom prst="ellipse">
            <a:avLst/>
          </a:prstGeom>
          <a:solidFill>
            <a:srgbClr val="0F7B3F"/>
          </a:solidFill>
          <a:ln w="12700">
            <a:solidFill>
              <a:srgbClr val="0F7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116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4352544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4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 ORDER BY Sales DESC;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201400" y="4352544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0" y="5202936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11680" y="5321808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011680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06040" y="5202936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ALL FROM Employees REVERSE Sales;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828800" y="619048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ORDER BY ... DESC is the correct syntax to sort results in descending order.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5 of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 QUIZ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8229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SQL databases, what does a NULL value represent?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0" y="265176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2770632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6517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value of zero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0" y="3502152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3621024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350215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blank text string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828800" y="435254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11680" y="4471416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116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4352544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missing or unknown value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828800" y="5202936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11680" y="5321808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011680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06040" y="5202936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table's default value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8288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of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0F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0" y="3566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6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Answer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F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8229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SQL databases, what does a NULL value represent?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0" y="265176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2770632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6517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value of zero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0" y="3502152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3621024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3502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blank text string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828800" y="435254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31750">
            <a:solidFill>
              <a:srgbClr val="0F7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11680" y="4471416"/>
            <a:ext cx="457200" cy="457200"/>
          </a:xfrm>
          <a:prstGeom prst="ellipse">
            <a:avLst/>
          </a:prstGeom>
          <a:solidFill>
            <a:srgbClr val="0F7B3F"/>
          </a:solidFill>
          <a:ln w="12700">
            <a:solidFill>
              <a:srgbClr val="0F7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116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4352544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4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missing or unknown value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201400" y="4352544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0" y="5202936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11680" y="5321808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011680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06040" y="5202936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table's default value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828800" y="619048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NULL represents a missing or unknown value — it is not zero, an empty string, or a default.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6 of 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 QUIZ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8229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definition correctly creates a CustomerId column as a non-null foreign key referencing the Id column in the Customer table?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0" y="265176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2770632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6517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CustomerId int NOT NULL FOREIGN KEY REFERENCES Customer (Id)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0" y="3502152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3621024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350215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CustomerId int NULL FOREIGN KEY REFERENCES Customer (Id)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828800" y="435254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11680" y="4471416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116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4352544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CustomerId int REFERENCES Customer.Id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828800" y="5202936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11680" y="5321808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011680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06040" y="5202936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CustomerId foreign Customer (Id)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8288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 of 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0F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0" y="3566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6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Answer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F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8229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definition correctly creates a CustomerId column as a non-null foreign key referencing the Id column in the Customer table?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0" y="265176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31750">
            <a:solidFill>
              <a:srgbClr val="0F7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2770632"/>
            <a:ext cx="457200" cy="457200"/>
          </a:xfrm>
          <a:prstGeom prst="ellipse">
            <a:avLst/>
          </a:prstGeom>
          <a:solidFill>
            <a:srgbClr val="0F7B3F"/>
          </a:solidFill>
          <a:ln w="12700">
            <a:solidFill>
              <a:srgbClr val="0F7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6517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4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CustomerId int NOT NULL FOREIGN KEY REFERENCES Customer (Id)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201400" y="265176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0" y="3502152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11680" y="3621024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1168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06040" y="3502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CustomerId int NULL FOREIGN KEY REFERENCES Customer (Id)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828800" y="435254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11680" y="4471416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116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06040" y="4352544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CustomerId int REFERENCES Customer.Id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828800" y="5202936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11680" y="5321808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011680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06040" y="5202936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CustomerId foreign Customer (Id)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828800" y="619048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Declares the column as NOT NULL and adds a FOREIGN KEY constraint referencing Customer(Id).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7 of 11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 QUIZ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8229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SQL, the symbol /* comments a single line.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0" y="265176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2770632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6517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0" y="3502152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3621024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350215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288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 of 11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0F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0" y="3566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6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Answer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F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8229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SQL, the symbol /* comments a single line.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0" y="265176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2770632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6517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0" y="3502152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31750">
            <a:solidFill>
              <a:srgbClr val="0F7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3621024"/>
            <a:ext cx="457200" cy="457200"/>
          </a:xfrm>
          <a:prstGeom prst="ellipse">
            <a:avLst/>
          </a:prstGeom>
          <a:solidFill>
            <a:srgbClr val="0F7B3F"/>
          </a:solidFill>
          <a:ln w="12700">
            <a:solidFill>
              <a:srgbClr val="0F7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3502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4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201400" y="3502152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0" y="4489704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False. /* ... */ is a multi-line comment. Single-line comments use -- in SQL.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288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8 of 11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 QUIZ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8229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query correctly creates a Fullname column by combining Firstname and Lastname from the Vendor table?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0" y="265176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2770632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6517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Firstname + ' ' + Lastname AS Fullname FROM Vendor;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0" y="3502152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3621024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350215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CONCAT Fullname FROM Vendor;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828800" y="435254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11680" y="4471416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116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4352544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Firstname - Lastname AS Fullname FROM Vendor;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828800" y="5202936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11680" y="5321808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011680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06040" y="5202936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Fullname FROM Vendor;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8288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 of 11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0F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0" y="3566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6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Answer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F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8229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query correctly creates a Fullname column by combining Firstname and Lastname from the Vendor table?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0" y="265176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31750">
            <a:solidFill>
              <a:srgbClr val="0F7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2770632"/>
            <a:ext cx="457200" cy="457200"/>
          </a:xfrm>
          <a:prstGeom prst="ellipse">
            <a:avLst/>
          </a:prstGeom>
          <a:solidFill>
            <a:srgbClr val="0F7B3F"/>
          </a:solidFill>
          <a:ln w="12700">
            <a:solidFill>
              <a:srgbClr val="0F7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6517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4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Firstname + ' ' + Lastname AS Fullname FROM Vendor;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201400" y="265176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0" y="3502152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11680" y="3621024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1168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06040" y="3502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CONCAT Fullname FROM Vendor;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828800" y="435254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11680" y="4471416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116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06040" y="4352544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Firstname - Lastname AS Fullname FROM Vendor;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828800" y="5202936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11680" y="5321808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011680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06040" y="5202936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Fullname FROM Vendor;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828800" y="619048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String concatenation with + (and a space literal) produces the combined Fullname column.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9 of 11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 QUIZ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8229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SQL clause is specifically used to filter grouped records after a GROUP BY statement?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0" y="265176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2770632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6517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0" y="3502152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3621024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350215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828800" y="435254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11680" y="4471416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116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4352544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828800" y="5202936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11680" y="5321808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011680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06040" y="5202936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8288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 of 11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0F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0" y="3566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6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Answer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F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8229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SQL clause is specifically used to filter grouped records after a GROUP BY statement?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0" y="265176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2770632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6517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0" y="3502152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31750">
            <a:solidFill>
              <a:srgbClr val="0F7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3621024"/>
            <a:ext cx="457200" cy="457200"/>
          </a:xfrm>
          <a:prstGeom prst="ellipse">
            <a:avLst/>
          </a:prstGeom>
          <a:solidFill>
            <a:srgbClr val="0F7B3F"/>
          </a:solidFill>
          <a:ln w="12700">
            <a:solidFill>
              <a:srgbClr val="0F7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3502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4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201400" y="3502152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0" y="435254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11680" y="4471416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116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06040" y="4352544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828800" y="5202936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11680" y="5321808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011680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06040" y="5202936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828800" y="619048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HAVING filters aggregated results after GROUP BY. WHERE filters rows before grouping.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of 11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</a:p>
          <a:p>
            <a:pPr marL="0" indent="0" algn="ctr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 QUIZ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8229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SQL statement retrieves all columns from the Employees table where the State column contains either 'OH', 'NC', or 'FL'?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0" y="265176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2770632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6517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 WHERE State IN ('OH', 'NC', 'FL');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828800" y="3502152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3621024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1168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350215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State FROM Employees WHERE State = ('OH', 'NC', 'FL');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828800" y="435254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011680" y="4471416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116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4352544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 WHERE State = 'OH' AND State = 'NC' AND State = 'FL';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828800" y="5202936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011680" y="5321808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011680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06040" y="5202936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ONLY State ('OH', 'NC', 'FL') FROM Employees;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8288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11 of 11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0F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0" y="3566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6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 Answer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F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28800" y="8229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SQL statement retrieves all columns from the Employees table where the State column contains either 'OH', 'NC', or 'FL'?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0" y="265176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31750">
            <a:solidFill>
              <a:srgbClr val="0F7B3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011680" y="2770632"/>
            <a:ext cx="457200" cy="457200"/>
          </a:xfrm>
          <a:prstGeom prst="ellipse">
            <a:avLst/>
          </a:prstGeom>
          <a:solidFill>
            <a:srgbClr val="0F7B3F"/>
          </a:solidFill>
          <a:ln w="12700">
            <a:solidFill>
              <a:srgbClr val="0F7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6517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4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 WHERE State IN ('OH', 'NC', 'FL');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201400" y="265176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0" y="3502152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11680" y="3621024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1168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06040" y="35021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State FROM Employees WHERE State = ('OH', 'NC', 'FL');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828800" y="435254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11680" y="4471416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116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06040" y="4352544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 WHERE State = 'OH' AND State = 'NC' AND State = 'FL';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828800" y="5202936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11680" y="5321808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011680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06040" y="5202936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ONLY State ('OH', 'NC', 'FL') FROM Employees;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828800" y="619048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IN (...) checks membership in a list of values — the correct way to match multiple states.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11 of 11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0719A-D822-FF94-BC75-A17463BA3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BB286EA-23DD-8AFC-0CEA-75309610A6B7}"/>
              </a:ext>
            </a:extLst>
          </p:cNvPr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1F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9C0A9D-CEBB-890F-5799-65322733CC43}"/>
              </a:ext>
            </a:extLst>
          </p:cNvPr>
          <p:cNvSpPr/>
          <p:nvPr/>
        </p:nvSpPr>
        <p:spPr>
          <a:xfrm>
            <a:off x="0" y="237744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</a:p>
          <a:p>
            <a:pPr marL="0" indent="0" algn="ctr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192FC57-BEDF-11A7-000D-5AA0B118847A}"/>
              </a:ext>
            </a:extLst>
          </p:cNvPr>
          <p:cNvSpPr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 QUIZ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81E5E32-94C9-4C24-70CE-7675E6A22E54}"/>
              </a:ext>
            </a:extLst>
          </p:cNvPr>
          <p:cNvSpPr/>
          <p:nvPr/>
        </p:nvSpPr>
        <p:spPr>
          <a:xfrm>
            <a:off x="1828800" y="8229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has these four columns: id, longitude, latitude, and altitude. “id” is an identity column (auto generated primary key). Altitude column allows NULL values. Which 2 options are valid INSERT statements?</a:t>
            </a:r>
            <a:endParaRPr lang="en-US" sz="2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8201F24-E940-2BDF-8599-37F967591E04}"/>
              </a:ext>
            </a:extLst>
          </p:cNvPr>
          <p:cNvSpPr/>
          <p:nvPr/>
        </p:nvSpPr>
        <p:spPr>
          <a:xfrm>
            <a:off x="1828800" y="265176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A67880A-818F-B9E5-CF09-9D1732CC9B89}"/>
              </a:ext>
            </a:extLst>
          </p:cNvPr>
          <p:cNvSpPr/>
          <p:nvPr/>
        </p:nvSpPr>
        <p:spPr>
          <a:xfrm>
            <a:off x="2011680" y="2770632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F5F235D-ECC0-2F1D-DFE4-0573529840C3}"/>
              </a:ext>
            </a:extLst>
          </p:cNvPr>
          <p:cNvSpPr/>
          <p:nvPr/>
        </p:nvSpPr>
        <p:spPr>
          <a:xfrm>
            <a:off x="20116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4F70D99-7CCC-2B9D-2847-611C09CE3C0C}"/>
              </a:ext>
            </a:extLst>
          </p:cNvPr>
          <p:cNvSpPr/>
          <p:nvPr/>
        </p:nvSpPr>
        <p:spPr>
          <a:xfrm>
            <a:off x="2606040" y="26517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lvl="1"/>
            <a:r>
              <a:rPr lang="en-US" sz="1600" dirty="0">
                <a:solidFill>
                  <a:srgbClr val="1F2937"/>
                </a:solidFill>
                <a:latin typeface="Consolas" pitchFamily="34" charset="0"/>
              </a:rPr>
              <a:t>INSERT INTO Locations VALUES ( 1, 1, 1 );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D782798-E840-2911-B5F1-A8AEC1983342}"/>
              </a:ext>
            </a:extLst>
          </p:cNvPr>
          <p:cNvSpPr/>
          <p:nvPr/>
        </p:nvSpPr>
        <p:spPr>
          <a:xfrm>
            <a:off x="1828800" y="3502152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08984CB-003B-B52F-FDF0-698A202AD1F5}"/>
              </a:ext>
            </a:extLst>
          </p:cNvPr>
          <p:cNvSpPr/>
          <p:nvPr/>
        </p:nvSpPr>
        <p:spPr>
          <a:xfrm>
            <a:off x="2011680" y="3621024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CC9832E-CBF8-2B65-F816-193C6ACBE151}"/>
              </a:ext>
            </a:extLst>
          </p:cNvPr>
          <p:cNvSpPr/>
          <p:nvPr/>
        </p:nvSpPr>
        <p:spPr>
          <a:xfrm>
            <a:off x="201168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81F565A-94F5-6D13-E634-10E51CA2E098}"/>
              </a:ext>
            </a:extLst>
          </p:cNvPr>
          <p:cNvSpPr/>
          <p:nvPr/>
        </p:nvSpPr>
        <p:spPr>
          <a:xfrm>
            <a:off x="2606040" y="350215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lvl="1"/>
            <a:r>
              <a:rPr lang="en-US" sz="1600" dirty="0">
                <a:solidFill>
                  <a:srgbClr val="1F2937"/>
                </a:solidFill>
                <a:latin typeface="Consolas" pitchFamily="34" charset="0"/>
              </a:rPr>
              <a:t>INSERT INTO Locations VALUES ( 100, 1, 1, 1 );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08DB7D7-085C-0A29-1744-8D414216E162}"/>
              </a:ext>
            </a:extLst>
          </p:cNvPr>
          <p:cNvSpPr/>
          <p:nvPr/>
        </p:nvSpPr>
        <p:spPr>
          <a:xfrm>
            <a:off x="1828800" y="435254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596BF7F-2BBB-F856-BEAD-24121BF02C8C}"/>
              </a:ext>
            </a:extLst>
          </p:cNvPr>
          <p:cNvSpPr/>
          <p:nvPr/>
        </p:nvSpPr>
        <p:spPr>
          <a:xfrm>
            <a:off x="2011680" y="4471416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2F05D83-F760-95BA-8477-1C69B87DF3FC}"/>
              </a:ext>
            </a:extLst>
          </p:cNvPr>
          <p:cNvSpPr/>
          <p:nvPr/>
        </p:nvSpPr>
        <p:spPr>
          <a:xfrm>
            <a:off x="20116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D76F49A-3487-730C-806D-F4A27A20EC28}"/>
              </a:ext>
            </a:extLst>
          </p:cNvPr>
          <p:cNvSpPr/>
          <p:nvPr/>
        </p:nvSpPr>
        <p:spPr>
          <a:xfrm>
            <a:off x="2606040" y="4352544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lvl="1"/>
            <a:r>
              <a:rPr lang="en-US" sz="1600" dirty="0">
                <a:solidFill>
                  <a:srgbClr val="1F2937"/>
                </a:solidFill>
                <a:latin typeface="Consolas" pitchFamily="34" charset="0"/>
              </a:rPr>
              <a:t>INSERT INTO Locations VALUES ( 1, 1 );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B29062C-2A18-67D5-9BFF-34CC8D4EA032}"/>
              </a:ext>
            </a:extLst>
          </p:cNvPr>
          <p:cNvSpPr/>
          <p:nvPr/>
        </p:nvSpPr>
        <p:spPr>
          <a:xfrm>
            <a:off x="1828800" y="5202936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30A2809-5A5D-477B-C8C3-B1D0C2448F4F}"/>
              </a:ext>
            </a:extLst>
          </p:cNvPr>
          <p:cNvSpPr/>
          <p:nvPr/>
        </p:nvSpPr>
        <p:spPr>
          <a:xfrm>
            <a:off x="2011680" y="5321808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FAEF47F-5EC9-7586-DFEA-1055EE478F7F}"/>
              </a:ext>
            </a:extLst>
          </p:cNvPr>
          <p:cNvSpPr/>
          <p:nvPr/>
        </p:nvSpPr>
        <p:spPr>
          <a:xfrm>
            <a:off x="2011680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FAF13B7-FF1D-E6B7-A03B-B2ACF697D6A8}"/>
              </a:ext>
            </a:extLst>
          </p:cNvPr>
          <p:cNvSpPr/>
          <p:nvPr/>
        </p:nvSpPr>
        <p:spPr>
          <a:xfrm>
            <a:off x="2606040" y="5202936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lvl="1"/>
            <a:r>
              <a:rPr lang="en-US" sz="1600" dirty="0">
                <a:solidFill>
                  <a:srgbClr val="1F2937"/>
                </a:solidFill>
                <a:latin typeface="Consolas" pitchFamily="34" charset="0"/>
              </a:rPr>
              <a:t>INSERT INTO Locations (longitude, latitude) VALUES ( 1, 1 );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4243C8E-5DE4-74E3-C39C-EC91FCC3ADC4}"/>
              </a:ext>
            </a:extLst>
          </p:cNvPr>
          <p:cNvSpPr/>
          <p:nvPr/>
        </p:nvSpPr>
        <p:spPr>
          <a:xfrm>
            <a:off x="18288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11 of 11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048463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F3AA9-F518-9F80-C607-5A379CB77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0CC9AD5D-F8E1-1C90-CEBA-D886962EBC1C}"/>
              </a:ext>
            </a:extLst>
          </p:cNvPr>
          <p:cNvSpPr/>
          <p:nvPr/>
        </p:nvSpPr>
        <p:spPr>
          <a:xfrm>
            <a:off x="0" y="237744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</a:p>
          <a:p>
            <a:pPr marL="0" indent="0" algn="ctr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80074F8-203C-9571-9CD3-5D99C170626B}"/>
              </a:ext>
            </a:extLst>
          </p:cNvPr>
          <p:cNvSpPr/>
          <p:nvPr/>
        </p:nvSpPr>
        <p:spPr>
          <a:xfrm>
            <a:off x="-22860" y="435254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11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723E79F-8174-6B8A-5366-9DA4C4F749D6}"/>
              </a:ext>
            </a:extLst>
          </p:cNvPr>
          <p:cNvSpPr/>
          <p:nvPr/>
        </p:nvSpPr>
        <p:spPr>
          <a:xfrm>
            <a:off x="1828800" y="365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 QUIZ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6328632-B4A9-051C-0146-9B20B4AA298E}"/>
              </a:ext>
            </a:extLst>
          </p:cNvPr>
          <p:cNvSpPr/>
          <p:nvPr/>
        </p:nvSpPr>
        <p:spPr>
          <a:xfrm>
            <a:off x="1828800" y="8229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has these four columns: id, longitude, latitude, and altitude. “id” is an identity column (auto generated primary key). Altitude column allows NULL values. Which 2 options are valid INSERT statement?</a:t>
            </a:r>
            <a:endParaRPr lang="en-US" sz="2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80B9159-4CCF-6C52-D482-DF059027A8DD}"/>
              </a:ext>
            </a:extLst>
          </p:cNvPr>
          <p:cNvSpPr/>
          <p:nvPr/>
        </p:nvSpPr>
        <p:spPr>
          <a:xfrm>
            <a:off x="201168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08F2D2A-18D5-7828-3575-9FBD3DE1EDEE}"/>
              </a:ext>
            </a:extLst>
          </p:cNvPr>
          <p:cNvSpPr/>
          <p:nvPr/>
        </p:nvSpPr>
        <p:spPr>
          <a:xfrm>
            <a:off x="1828800" y="3502152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BA06461-53D1-5F9D-18D0-A0BED1396C4B}"/>
              </a:ext>
            </a:extLst>
          </p:cNvPr>
          <p:cNvSpPr/>
          <p:nvPr/>
        </p:nvSpPr>
        <p:spPr>
          <a:xfrm>
            <a:off x="2011680" y="3621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876E742-6865-DE7F-7673-D91817155BE7}"/>
              </a:ext>
            </a:extLst>
          </p:cNvPr>
          <p:cNvSpPr/>
          <p:nvPr/>
        </p:nvSpPr>
        <p:spPr>
          <a:xfrm>
            <a:off x="2606040" y="350215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lvl="1"/>
            <a:r>
              <a:rPr lang="en-US" sz="1600" dirty="0">
                <a:solidFill>
                  <a:srgbClr val="1F2937"/>
                </a:solidFill>
                <a:latin typeface="Consolas" pitchFamily="34" charset="0"/>
              </a:rPr>
              <a:t>INSERT INTO Locations VALUES ( 100, 1, 1, 1 );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ECB84CF-81DF-170F-D702-5C5F746DF0AB}"/>
              </a:ext>
            </a:extLst>
          </p:cNvPr>
          <p:cNvSpPr/>
          <p:nvPr/>
        </p:nvSpPr>
        <p:spPr>
          <a:xfrm>
            <a:off x="1828800" y="4352544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592CD3B-BBCB-49B0-4540-B18093938FCE}"/>
              </a:ext>
            </a:extLst>
          </p:cNvPr>
          <p:cNvSpPr/>
          <p:nvPr/>
        </p:nvSpPr>
        <p:spPr>
          <a:xfrm>
            <a:off x="201168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6F993E9-809A-8C68-6806-5298C414BBF8}"/>
              </a:ext>
            </a:extLst>
          </p:cNvPr>
          <p:cNvSpPr/>
          <p:nvPr/>
        </p:nvSpPr>
        <p:spPr>
          <a:xfrm>
            <a:off x="2606040" y="4352544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lvl="1"/>
            <a:r>
              <a:rPr lang="en-US" sz="1600" dirty="0">
                <a:solidFill>
                  <a:srgbClr val="1F2937"/>
                </a:solidFill>
                <a:latin typeface="Consolas" pitchFamily="34" charset="0"/>
              </a:rPr>
              <a:t>INSERT INTO Locations VALUES ( 1, 1 );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93A03A1-9C30-B988-7687-DD99822CEBF0}"/>
              </a:ext>
            </a:extLst>
          </p:cNvPr>
          <p:cNvSpPr/>
          <p:nvPr/>
        </p:nvSpPr>
        <p:spPr>
          <a:xfrm>
            <a:off x="2011680" y="5321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0474D41-D826-87D4-963A-C38568F31D47}"/>
              </a:ext>
            </a:extLst>
          </p:cNvPr>
          <p:cNvSpPr/>
          <p:nvPr/>
        </p:nvSpPr>
        <p:spPr>
          <a:xfrm>
            <a:off x="182880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11 of 11</a:t>
            </a:r>
            <a:endParaRPr lang="en-US" sz="1000" dirty="0"/>
          </a:p>
        </p:txBody>
      </p:sp>
      <p:sp>
        <p:nvSpPr>
          <p:cNvPr id="24" name="Shape 0">
            <a:extLst>
              <a:ext uri="{FF2B5EF4-FFF2-40B4-BE49-F238E27FC236}">
                <a16:creationId xmlns:a16="http://schemas.microsoft.com/office/drawing/2014/main" id="{F67074C6-E572-D345-4806-48A4C4A31844}"/>
              </a:ext>
            </a:extLst>
          </p:cNvPr>
          <p:cNvSpPr/>
          <p:nvPr/>
        </p:nvSpPr>
        <p:spPr>
          <a:xfrm>
            <a:off x="0" y="0"/>
            <a:ext cx="1463040" cy="6858000"/>
          </a:xfrm>
          <a:prstGeom prst="rect">
            <a:avLst/>
          </a:prstGeom>
          <a:solidFill>
            <a:srgbClr val="0F7B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DCA03FE6-B2A4-A82B-6678-4630286CDE3D}"/>
              </a:ext>
            </a:extLst>
          </p:cNvPr>
          <p:cNvSpPr/>
          <p:nvPr/>
        </p:nvSpPr>
        <p:spPr>
          <a:xfrm>
            <a:off x="0" y="219456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0" dirty="0"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82099029-7FA3-16AA-1D98-85C25BA58FB7}"/>
              </a:ext>
            </a:extLst>
          </p:cNvPr>
          <p:cNvSpPr/>
          <p:nvPr/>
        </p:nvSpPr>
        <p:spPr>
          <a:xfrm>
            <a:off x="0" y="3566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6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Answer</a:t>
            </a:r>
            <a:endParaRPr lang="en-US" sz="14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2473B4DD-A249-0C5F-8196-ACD6CC7EDD92}"/>
              </a:ext>
            </a:extLst>
          </p:cNvPr>
          <p:cNvSpPr/>
          <p:nvPr/>
        </p:nvSpPr>
        <p:spPr>
          <a:xfrm>
            <a:off x="2164080" y="3773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D07762D2-28D4-2DFB-79E0-B98AABE12490}"/>
              </a:ext>
            </a:extLst>
          </p:cNvPr>
          <p:cNvSpPr/>
          <p:nvPr/>
        </p:nvSpPr>
        <p:spPr>
          <a:xfrm>
            <a:off x="2026920" y="3624251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dirty="0"/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8CF6C822-D597-5CE5-DA69-92D425EC6DCF}"/>
              </a:ext>
            </a:extLst>
          </p:cNvPr>
          <p:cNvSpPr/>
          <p:nvPr/>
        </p:nvSpPr>
        <p:spPr>
          <a:xfrm>
            <a:off x="2026920" y="4457700"/>
            <a:ext cx="457200" cy="45720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dirty="0"/>
          </a:p>
        </p:txBody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541D99C1-2250-22B1-9E39-0F01109B2CC9}"/>
              </a:ext>
            </a:extLst>
          </p:cNvPr>
          <p:cNvSpPr/>
          <p:nvPr/>
        </p:nvSpPr>
        <p:spPr>
          <a:xfrm>
            <a:off x="1828800" y="265176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31750">
            <a:solidFill>
              <a:srgbClr val="0F7B3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977110B0-5D32-110D-F583-29EB60CC7420}"/>
              </a:ext>
            </a:extLst>
          </p:cNvPr>
          <p:cNvSpPr/>
          <p:nvPr/>
        </p:nvSpPr>
        <p:spPr>
          <a:xfrm>
            <a:off x="2606040" y="26517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4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Locations (1, 1, 1);</a:t>
            </a:r>
            <a:endParaRPr lang="en-US" sz="1500" dirty="0"/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45714211-2610-73F5-5EAD-A81D7421C7B8}"/>
              </a:ext>
            </a:extLst>
          </p:cNvPr>
          <p:cNvSpPr/>
          <p:nvPr/>
        </p:nvSpPr>
        <p:spPr>
          <a:xfrm>
            <a:off x="2026920" y="2767405"/>
            <a:ext cx="457200" cy="457200"/>
          </a:xfrm>
          <a:prstGeom prst="ellipse">
            <a:avLst/>
          </a:prstGeom>
          <a:solidFill>
            <a:srgbClr val="0F7B3F"/>
          </a:solidFill>
          <a:ln w="12700">
            <a:solidFill>
              <a:srgbClr val="0F7B3F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dirty="0"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200D52DB-8E53-2D36-E2AA-61F8CA33F7F3}"/>
              </a:ext>
            </a:extLst>
          </p:cNvPr>
          <p:cNvSpPr/>
          <p:nvPr/>
        </p:nvSpPr>
        <p:spPr>
          <a:xfrm>
            <a:off x="1844040" y="5239512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 w="31750">
            <a:solidFill>
              <a:srgbClr val="0F7B3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A74EA1AF-5020-949F-1AAB-2BAEE4FDC048}"/>
              </a:ext>
            </a:extLst>
          </p:cNvPr>
          <p:cNvSpPr/>
          <p:nvPr/>
        </p:nvSpPr>
        <p:spPr>
          <a:xfrm>
            <a:off x="2621280" y="523951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4E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Locations (longitude, latitude) VALUES (1, 1);</a:t>
            </a:r>
            <a:endParaRPr lang="en-US" sz="1500" dirty="0"/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F004534D-CF83-86B3-DF64-FAA80EE159A0}"/>
              </a:ext>
            </a:extLst>
          </p:cNvPr>
          <p:cNvSpPr/>
          <p:nvPr/>
        </p:nvSpPr>
        <p:spPr>
          <a:xfrm>
            <a:off x="1991958" y="5353812"/>
            <a:ext cx="457200" cy="457200"/>
          </a:xfrm>
          <a:prstGeom prst="ellipse">
            <a:avLst/>
          </a:prstGeom>
          <a:solidFill>
            <a:srgbClr val="0F7B3F"/>
          </a:solidFill>
          <a:ln w="12700">
            <a:solidFill>
              <a:srgbClr val="0F7B3F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dirty="0"/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BF284581-A109-54CC-4A14-AD0E4718A5BD}"/>
              </a:ext>
            </a:extLst>
          </p:cNvPr>
          <p:cNvSpPr/>
          <p:nvPr/>
        </p:nvSpPr>
        <p:spPr>
          <a:xfrm>
            <a:off x="11170922" y="2638044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</a:t>
            </a:r>
            <a:endParaRPr lang="en-US" sz="900" dirty="0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CCD692AF-4466-93A7-57A4-FB28A17BA257}"/>
              </a:ext>
            </a:extLst>
          </p:cNvPr>
          <p:cNvSpPr/>
          <p:nvPr/>
        </p:nvSpPr>
        <p:spPr>
          <a:xfrm>
            <a:off x="11182577" y="5253228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F7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CORRECT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4431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1720</Words>
  <Application>Microsoft Office PowerPoint</Application>
  <PresentationFormat>Widescreen</PresentationFormat>
  <Paragraphs>352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Daniela Trapani</dc:creator>
  <cp:lastModifiedBy>Daniela Trapani</cp:lastModifiedBy>
  <cp:revision>1</cp:revision>
  <dcterms:created xsi:type="dcterms:W3CDTF">2026-06-07T20:14:38Z</dcterms:created>
  <dcterms:modified xsi:type="dcterms:W3CDTF">2026-06-07T21:20:30Z</dcterms:modified>
</cp:coreProperties>
</file>