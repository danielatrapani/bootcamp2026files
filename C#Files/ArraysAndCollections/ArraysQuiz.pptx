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98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modSld">
      <pc:chgData name="Daniela Trapani" userId="30b41bef89cfceee" providerId="LiveId" clId="{ADEB5723-9D39-45AE-898F-3FDA33EC1B39}" dt="2026-06-17T13:48:01.608" v="0" actId="1036"/>
      <pc:docMkLst>
        <pc:docMk/>
      </pc:docMkLst>
      <pc:sldChg chg="modSp mod">
        <pc:chgData name="Daniela Trapani" userId="30b41bef89cfceee" providerId="LiveId" clId="{ADEB5723-9D39-45AE-898F-3FDA33EC1B39}" dt="2026-06-17T13:48:01.608" v="0" actId="1036"/>
        <pc:sldMkLst>
          <pc:docMk/>
          <pc:sldMk cId="0" sldId="268"/>
        </pc:sldMkLst>
        <pc:spChg chg="mod">
          <ac:chgData name="Daniela Trapani" userId="30b41bef89cfceee" providerId="LiveId" clId="{ADEB5723-9D39-45AE-898F-3FDA33EC1B39}" dt="2026-06-17T13:48:01.608" v="0" actId="1036"/>
          <ac:spMkLst>
            <pc:docMk/>
            <pc:sldMk cId="0" sldId="268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59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you declare an array of integers in C#?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array[];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array;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int[];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array;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1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you declare an array of integers in C#?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array;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C#, the square brackets go after the type, not after the variable name.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index of the first element in a C# array?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declaration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2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index of the first element in a C# array?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are zero-based, so the first element lives at index 0.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property returns the number of elements in an array?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3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property returns the number of elements in an array?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gives the total element count. Count is used on collections like List&lt;T&gt;, not arrays.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default value of each element in a new int[5]?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4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default value of each element in a new int[5]?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array elements default to 0; reference-type elements default to null.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5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line correctly initializes an array with values?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 = (1, 2, 3);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n[] = 1, 2, 3;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 = {1, 2, 3};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 = &lt;1, 2, 3&gt;;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5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line correctly initializes an array with values?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 = {1, 2, 3};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hold an array initializer list. The brackets stay with the type.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6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exception is thrown when you access an invalid array index?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NullReferenceException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IndexOutOfRangeException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ArgumentException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OverflowException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6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exception is thrown when you access an invalid array index?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IndexOutOfRangeException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 writing outside the valid index range throws IndexOutOfRangeException at run time.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7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you declare a two-dimensional (rectangular) array?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int[][] grid;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5285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int[,] grid;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int[2] grid;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grid[,];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7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you declare a two-dimensional (rectangular) array?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int[,] grid;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comma inside the brackets makes a rectangular 2D array. int[][] is a jagged array instead.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8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jagged array in C#?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array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sorted array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arrays with varying inner lengths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with fixed rows and columns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8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jagged array in C#?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arrays with varying inner lengths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jagged array is an array whose elements are themselves arrays, each able to have a different length.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9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call sorts an array's elements in place?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array.Order();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Array.Sort(array);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array.SortBy();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Array.OrderBy(array);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9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call sorts an array's elements in place?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Array.Sort(array);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Array.Sort is a static method that reorders the array's elements directly in place.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10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class provides static helpers like Sort, Reverse, and IndexOf for arrays?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1579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System.Collections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8483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8483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747772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System.ArrayList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438144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System.Array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48640" y="4128516"/>
            <a:ext cx="80467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42291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2291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128516"/>
            <a:ext cx="7178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System.Linq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1F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10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class provides static helpers like Sort, Reverse, and IndexOf for arrays?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4F3E9"/>
          </a:solidFill>
          <a:ln w="19050">
            <a:solidFill>
              <a:srgbClr val="15803D"/>
            </a:solidFill>
            <a:prstDash val="solid"/>
          </a:ln>
          <a:effectLst>
            <a:outerShdw blurRad="88900" dist="38100" dir="5400000" algn="bl" rotWithShape="0">
              <a:srgbClr val="9AA0B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530352" cy="530352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ANSWER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24414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System.Array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3075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System.Array class exposes static utility methods that operate on any array.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Arrays Quiz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844</Words>
  <Application>Microsoft Office PowerPoint</Application>
  <PresentationFormat>On-screen Show (16:9)</PresentationFormat>
  <Paragraphs>210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2026-06-16T19:51:57Z</dcterms:created>
  <dcterms:modified xsi:type="dcterms:W3CDTF">2026-06-17T13:48:10Z</dcterms:modified>
</cp:coreProperties>
</file>