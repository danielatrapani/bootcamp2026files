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8" r:id="rId21"/>
    <p:sldId id="279" r:id="rId22"/>
    <p:sldId id="280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1940C-1509-4383-8530-23DE8F509761}" v="4" dt="2026-06-16T23:45:36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20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629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delSld modSld">
      <pc:chgData name="Daniela Trapani" userId="30b41bef89cfceee" providerId="LiveId" clId="{ADEB5723-9D39-45AE-898F-3FDA33EC1B39}" dt="2026-06-17T18:15:20.295" v="476" actId="1036"/>
      <pc:docMkLst>
        <pc:docMk/>
      </pc:docMkLst>
      <pc:sldChg chg="del">
        <pc:chgData name="Daniela Trapani" userId="30b41bef89cfceee" providerId="LiveId" clId="{ADEB5723-9D39-45AE-898F-3FDA33EC1B39}" dt="2026-06-16T20:22:03.789" v="341" actId="2696"/>
        <pc:sldMkLst>
          <pc:docMk/>
          <pc:sldMk cId="0" sldId="256"/>
        </pc:sldMkLst>
      </pc:sldChg>
      <pc:sldChg chg="modSp mod">
        <pc:chgData name="Daniela Trapani" userId="30b41bef89cfceee" providerId="LiveId" clId="{ADEB5723-9D39-45AE-898F-3FDA33EC1B39}" dt="2026-06-17T18:15:20.295" v="476" actId="1036"/>
        <pc:sldMkLst>
          <pc:docMk/>
          <pc:sldMk cId="0" sldId="270"/>
        </pc:sldMkLst>
        <pc:spChg chg="mod">
          <ac:chgData name="Daniela Trapani" userId="30b41bef89cfceee" providerId="LiveId" clId="{ADEB5723-9D39-45AE-898F-3FDA33EC1B39}" dt="2026-06-17T18:15:20.295" v="476" actId="1036"/>
          <ac:spMkLst>
            <pc:docMk/>
            <pc:sldMk cId="0" sldId="270"/>
            <ac:spMk id="7" creationId="{00000000-0000-0000-0000-000000000000}"/>
          </ac:spMkLst>
        </pc:spChg>
      </pc:sldChg>
      <pc:sldChg chg="del">
        <pc:chgData name="Daniela Trapani" userId="30b41bef89cfceee" providerId="LiveId" clId="{ADEB5723-9D39-45AE-898F-3FDA33EC1B39}" dt="2026-06-16T23:40:55.420" v="342" actId="47"/>
        <pc:sldMkLst>
          <pc:docMk/>
          <pc:sldMk cId="0" sldId="275"/>
        </pc:sldMkLst>
      </pc:sldChg>
      <pc:sldChg chg="del">
        <pc:chgData name="Daniela Trapani" userId="30b41bef89cfceee" providerId="LiveId" clId="{ADEB5723-9D39-45AE-898F-3FDA33EC1B39}" dt="2026-06-16T23:41:00.114" v="343" actId="47"/>
        <pc:sldMkLst>
          <pc:docMk/>
          <pc:sldMk cId="0" sldId="276"/>
        </pc:sldMkLst>
      </pc:sldChg>
      <pc:sldChg chg="modSp mod">
        <pc:chgData name="Daniela Trapani" userId="30b41bef89cfceee" providerId="LiveId" clId="{ADEB5723-9D39-45AE-898F-3FDA33EC1B39}" dt="2026-06-16T23:46:35.138" v="469" actId="20577"/>
        <pc:sldMkLst>
          <pc:docMk/>
          <pc:sldMk cId="0" sldId="277"/>
        </pc:sldMkLst>
        <pc:spChg chg="mod">
          <ac:chgData name="Daniela Trapani" userId="30b41bef89cfceee" providerId="LiveId" clId="{ADEB5723-9D39-45AE-898F-3FDA33EC1B39}" dt="2026-06-16T23:46:35.138" v="469" actId="20577"/>
          <ac:spMkLst>
            <pc:docMk/>
            <pc:sldMk cId="0" sldId="277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4:01.589" v="92" actId="6549"/>
          <ac:spMkLst>
            <pc:docMk/>
            <pc:sldMk cId="0" sldId="27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3:27.471" v="85" actId="20577"/>
          <ac:spMkLst>
            <pc:docMk/>
            <pc:sldMk cId="0" sldId="27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8:59.323" v="189" actId="20577"/>
          <ac:spMkLst>
            <pc:docMk/>
            <pc:sldMk cId="0" sldId="27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9:39.280" v="245" actId="2057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8:25.971" v="133" actId="1076"/>
          <ac:spMkLst>
            <pc:docMk/>
            <pc:sldMk cId="0" sldId="277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9:54.943" v="292" actId="20577"/>
          <ac:spMkLst>
            <pc:docMk/>
            <pc:sldMk cId="0" sldId="27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8:22.536" v="132" actId="20577"/>
          <ac:spMkLst>
            <pc:docMk/>
            <pc:sldMk cId="0" sldId="277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16T23:46:39.799" v="471" actId="20577"/>
        <pc:sldMkLst>
          <pc:docMk/>
          <pc:sldMk cId="0" sldId="278"/>
        </pc:sldMkLst>
        <pc:spChg chg="mod">
          <ac:chgData name="Daniela Trapani" userId="30b41bef89cfceee" providerId="LiveId" clId="{ADEB5723-9D39-45AE-898F-3FDA33EC1B39}" dt="2026-06-16T23:43:07.745" v="363" actId="20577"/>
          <ac:spMkLst>
            <pc:docMk/>
            <pc:sldMk cId="0" sldId="278"/>
            <ac:spMk id="2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3:46:39.799" v="471" actId="20577"/>
          <ac:spMkLst>
            <pc:docMk/>
            <pc:sldMk cId="0" sldId="278"/>
            <ac:spMk id="3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14:24.197" v="106" actId="20577"/>
          <ac:spMkLst>
            <pc:docMk/>
            <pc:sldMk cId="0" sldId="27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0:20:51.842" v="340" actId="20577"/>
          <ac:spMkLst>
            <pc:docMk/>
            <pc:sldMk cId="0" sldId="27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3:45:55.580" v="467" actId="404"/>
          <ac:spMkLst>
            <pc:docMk/>
            <pc:sldMk cId="0" sldId="27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16T23:44:17.748" v="449" actId="20577"/>
          <ac:spMkLst>
            <pc:docMk/>
            <pc:sldMk cId="0" sldId="278"/>
            <ac:spMk id="11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16T23:46:46.324" v="473" actId="20577"/>
        <pc:sldMkLst>
          <pc:docMk/>
          <pc:sldMk cId="0" sldId="279"/>
        </pc:sldMkLst>
        <pc:spChg chg="mod">
          <ac:chgData name="Daniela Trapani" userId="30b41bef89cfceee" providerId="LiveId" clId="{ADEB5723-9D39-45AE-898F-3FDA33EC1B39}" dt="2026-06-16T23:46:46.324" v="473" actId="20577"/>
          <ac:spMkLst>
            <pc:docMk/>
            <pc:sldMk cId="0" sldId="279"/>
            <ac:spMk id="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16T23:46:51.698" v="475" actId="20577"/>
        <pc:sldMkLst>
          <pc:docMk/>
          <pc:sldMk cId="0" sldId="280"/>
        </pc:sldMkLst>
        <pc:spChg chg="mod">
          <ac:chgData name="Daniela Trapani" userId="30b41bef89cfceee" providerId="LiveId" clId="{ADEB5723-9D39-45AE-898F-3FDA33EC1B39}" dt="2026-06-16T23:46:51.698" v="475" actId="20577"/>
          <ac:spMkLst>
            <pc:docMk/>
            <pc:sldMk cId="0" sldId="28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935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collection stores a dynamically-sized, ordered group of strongly-typed items?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Dictionary&lt;TKey,TValue&gt;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HashSet&lt;T&gt;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List&lt;T&gt;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new List&lt;string&gt;();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names.Add("Ada");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names.Add("Linus");   // count is now 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 is a generic, resizable, index-based collection. It enforces a single element type at compile time, so no casting is needed. ArrayList is the older non-generic equivalent that stores object.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Stack&lt;T&gt; processes its elements following which ordering principle?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(first in, first out)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(last in, first out)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sorted ascending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Stack&lt;T&gt;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LIFO (last in, first out)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 = new Stack&lt;int&gt;();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s.Push(1); s.Push(2); s.Push(3);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top = s.Pop();   // 3 (last pushed)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is Last-In-First-Out. Push() adds to the top and Pop() removes the most recently added item first — think of a stack of plates.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removes and returns the item at the front of a Queue&lt;T&gt;?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Remove()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Queue&lt;T&gt;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Dequeue()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q = new Queue&lt;string&gt;();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q.Enqueue("a"); q.Enqueue("b");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 = q.Dequeue();  // "a"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Queue&lt;T&gt; is First-In-First-Out. Enqueue() adds to the back and Dequeue() removes from the front. Peek() looks at the front item without removing it.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read the value associated with the key "id" in a Dictionary&lt;string,int&gt;?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dict[0]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dict["id"]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dict.Get("id")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dict.Value("id")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dict["id"]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ages = new Dictionary&lt;string,int&gt;();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ages["id"] = 42;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 = ages["id"];   // 42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is accessed by its key using the indexer, not by a numeric position. The key can be any type — here a string. There is no Get() method on Dictionary.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ArrayList generally considered less safe than List&lt;T&gt;?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grow in size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items as object, needing boxing and casts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read-only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indexed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stores items as object, needing boxing and casts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ArrayList list = new ArrayList();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list.Add(5);            // boxed to object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(int)list[0];   // explicit cast required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is non-generic and stores everything as object. Value types get boxed and you must cast on retrieval, which loses compile-time type safety. Prefer List&lt;T&gt;.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appends a single item to the end of a List&lt;T&gt;?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Insert(0, item)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List&lt;T&gt;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Add()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nums = new List&lt;int&gt; { 1, 2 };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nums.Add(3);          // 1, 2, 3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nums.AddRange(new[]{4,5}); // 1,2,3,4,5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appends one element to the end. Push and Enqueue belong to Stack and Queue. Insert(0, item) would place the item at the front instead of the end.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SortedList&lt;TKey,TValue&gt;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SortedList&lt;TKey,TValue&gt; from a regular Dictionary?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duplicate keys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keys sorted and exposes index access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always faster to insert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items in random order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SortedList&lt;TKey,TValue&gt;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keeps keys sorted and exposes index access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90476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sl = new SortedList&lt;int,string&gt;();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sl.Add(3,"c"); sl.Add(1,"a"); sl.Add(2,"b");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x = sl.Values[0];  // "a" (key 1 first)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SortedList keeps its entries ordered by key automatically and lets you reach them by index through Keys and Values. A Dictionary has no defined ordering. Keys must still be unique.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Stack&lt;T&gt;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Peek() do when called on a Stack&lt;T&gt;?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and returns the top item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top item without removing it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Empties the stack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bottom item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Stack&lt;T&gt;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Returns the top item without removing 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 = new Stack&lt;int&gt;();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s.Push(10); s.Push(20);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 = s.Peek();  // 20, stack unchanged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Peek() inspects the next item to be removed (the top of a stack, the front of a queue) without modifying the collection. Pop()/Dequeue() would remove it.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safest way to read a key that might not exist in a Dictionary?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indexer dict[key]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TryGetValue(key, out value)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dict.Get(key)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dict[key] in try/catch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09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Use TryGetValue(key, out value)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(ages.TryGetValue("id", out int v))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Console.WriteLine(v);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Console.WriteLine("missing");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TryGetValue returns a bool and outputs the value if found, avoiding the KeyNotFoundException that the indexer throws for a missing key. It is also faster than catching an exception.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data (not the key) will be stored in a Dictionary&lt;int, string&gt;?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string data will be added an integer number of times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an integer and the data is a string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 string and the data is an integer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/>
              <a:t>None of the above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Question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key is an integer and the data is a string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312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chemeClr val="bg1"/>
                </a:solidFill>
              </a:rPr>
              <a:t>Dictionary&lt;int, string&gt; students = new Dictionary&lt;int, string&gt;();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students.Add</a:t>
            </a:r>
            <a:r>
              <a:rPr lang="en-US" sz="1200" dirty="0">
                <a:solidFill>
                  <a:schemeClr val="bg1"/>
                </a:solidFill>
              </a:rPr>
              <a:t>(1, "Alice");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students.Add</a:t>
            </a:r>
            <a:r>
              <a:rPr lang="en-US" sz="1200" dirty="0">
                <a:solidFill>
                  <a:schemeClr val="bg1"/>
                </a:solidFill>
              </a:rPr>
              <a:t>(2, "Bob");</a:t>
            </a:r>
          </a:p>
          <a:p>
            <a:r>
              <a:rPr lang="en-US" sz="1200" dirty="0" err="1">
                <a:solidFill>
                  <a:schemeClr val="bg1"/>
                </a:solidFill>
              </a:rPr>
              <a:t>students.Add</a:t>
            </a:r>
            <a:r>
              <a:rPr lang="en-US" sz="1200" dirty="0">
                <a:solidFill>
                  <a:schemeClr val="bg1"/>
                </a:solidFill>
              </a:rPr>
              <a:t>(3, "Charlie");</a:t>
            </a:r>
          </a:p>
          <a:p>
            <a:r>
              <a:rPr lang="en-US" sz="1200" dirty="0">
                <a:solidFill>
                  <a:schemeClr val="bg1"/>
                </a:solidFill>
              </a:rPr>
              <a:t>// 1, 2, 3 → keys (integers)</a:t>
            </a:r>
          </a:p>
          <a:p>
            <a:r>
              <a:rPr lang="en-US" sz="1200" dirty="0">
                <a:solidFill>
                  <a:schemeClr val="bg1"/>
                </a:solidFill>
              </a:rPr>
              <a:t>// "Alice", "Bob", "Charlie" → values (strings)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t"/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Dictionary&lt;int, string&gt; is a data structure in C# that stores pairs of values: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 (integer) → called the key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(text) → called the value</a:t>
            </a:r>
          </a:p>
          <a:p>
            <a:pPr fontAlgn="t"/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let’s you look up a string using a numeric key</a:t>
            </a:r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</a:t>
            </a:r>
            <a:r>
              <a:rPr lang="en-US" sz="260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0" y="31089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0" y="31089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3B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86600" y="310896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FD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call Add() with a key that already exists in a Dictionary?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76656" y="2450592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" y="2450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331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silently overwrites the value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6656" y="3118104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" y="31181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9992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an ArgumentException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6656" y="3785616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" y="37856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ignores the call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334256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EE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4453128"/>
            <a:ext cx="310896" cy="310896"/>
          </a:xfrm>
          <a:prstGeom prst="ellipse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33425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a duplicate key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4F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r>
              <a:rPr lang="en-US" sz="2400" b="1" kern="0" spc="100" dirty="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2400" b="1" kern="0" spc="100">
                <a:solidFill>
                  <a:srgbClr val="C9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C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188720"/>
            <a:ext cx="7589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 </a:t>
            </a: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throws an ArgumentException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8138160" cy="1481328"/>
          </a:xfrm>
          <a:prstGeom prst="roundRect">
            <a:avLst>
              <a:gd name="adj" fmla="val 3704"/>
            </a:avLst>
          </a:prstGeom>
          <a:solidFill>
            <a:srgbClr val="0F25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818120" y="2212848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2740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8120" y="221284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DB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12848"/>
            <a:ext cx="704088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new Dictionary&lt;string,int&gt;();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d.Add("id", 1);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d.Add("id", 2);  // throws ArgumentException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d["id"] = 2;     // indexer overwrites safely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4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 requires a unique key and throws ArgumentException on a duplicate. To overwrite an existing value, assign through the indexer instead, which updates in place.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1539</Words>
  <Application>Microsoft Office PowerPoint</Application>
  <PresentationFormat>On-screen Show (16:9)</PresentationFormat>
  <Paragraphs>250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2026-06-16T20:06:33Z</dcterms:created>
  <dcterms:modified xsi:type="dcterms:W3CDTF">2026-06-17T18:15:31Z</dcterms:modified>
</cp:coreProperties>
</file>