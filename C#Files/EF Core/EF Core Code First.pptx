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F4918D-27DC-4EA4-9681-D2E7777393B9}" v="5" dt="2026-06-25T23:41:28.6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Trapani" userId="30b41bef89cfceee" providerId="LiveId" clId="{ADEB5723-9D39-45AE-898F-3FDA33EC1B39}"/>
    <pc:docChg chg="undo redo custSel addSld delSld modSld">
      <pc:chgData name="Daniela Trapani" userId="30b41bef89cfceee" providerId="LiveId" clId="{ADEB5723-9D39-45AE-898F-3FDA33EC1B39}" dt="2026-06-26T10:25:21.230" v="1324" actId="404"/>
      <pc:docMkLst>
        <pc:docMk/>
      </pc:docMkLst>
      <pc:sldChg chg="delSp modSp mod">
        <pc:chgData name="Daniela Trapani" userId="30b41bef89cfceee" providerId="LiveId" clId="{ADEB5723-9D39-45AE-898F-3FDA33EC1B39}" dt="2026-06-25T23:43:18.079" v="1283" actId="478"/>
        <pc:sldMkLst>
          <pc:docMk/>
          <pc:sldMk cId="0" sldId="257"/>
        </pc:sldMkLst>
        <pc:spChg chg="del mod">
          <ac:chgData name="Daniela Trapani" userId="30b41bef89cfceee" providerId="LiveId" clId="{ADEB5723-9D39-45AE-898F-3FDA33EC1B39}" dt="2026-06-25T23:43:18.079" v="1283" actId="478"/>
          <ac:spMkLst>
            <pc:docMk/>
            <pc:sldMk cId="0" sldId="257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4:57.612" v="108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5:57.866" v="133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6:01.221" v="136" actId="403"/>
          <ac:spMkLst>
            <pc:docMk/>
            <pc:sldMk cId="0" sldId="257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5:35.038" v="122" actId="404"/>
          <ac:spMkLst>
            <pc:docMk/>
            <pc:sldMk cId="0" sldId="257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5:19.586" v="115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5:47.944" v="129" actId="403"/>
          <ac:spMkLst>
            <pc:docMk/>
            <pc:sldMk cId="0" sldId="257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5:28.397" v="121" actId="404"/>
          <ac:spMkLst>
            <pc:docMk/>
            <pc:sldMk cId="0" sldId="257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5:55.296" v="132" actId="403"/>
          <ac:spMkLst>
            <pc:docMk/>
            <pc:sldMk cId="0" sldId="257"/>
            <ac:spMk id="1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5:41.598" v="126" actId="403"/>
          <ac:spMkLst>
            <pc:docMk/>
            <pc:sldMk cId="0" sldId="257"/>
            <ac:spMk id="1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4:40.732" v="104" actId="103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4:40.732" v="104" actId="103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4:40.732" v="104" actId="103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4:40.732" v="104" actId="103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4:40.732" v="104" actId="103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4:40.732" v="104" actId="1036"/>
          <ac:spMkLst>
            <pc:docMk/>
            <pc:sldMk cId="0" sldId="257"/>
            <ac:spMk id="2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4:40.732" v="104" actId="103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4:40.732" v="104" actId="103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4:40.732" v="104" actId="1036"/>
          <ac:spMkLst>
            <pc:docMk/>
            <pc:sldMk cId="0" sldId="257"/>
            <ac:spMk id="28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25T23:43:23.582" v="1284" actId="478"/>
        <pc:sldMkLst>
          <pc:docMk/>
          <pc:sldMk cId="0" sldId="258"/>
        </pc:sldMkLst>
        <pc:spChg chg="del">
          <ac:chgData name="Daniela Trapani" userId="30b41bef89cfceee" providerId="LiveId" clId="{ADEB5723-9D39-45AE-898F-3FDA33EC1B39}" dt="2026-06-25T23:43:23.582" v="1284" actId="478"/>
          <ac:spMkLst>
            <pc:docMk/>
            <pc:sldMk cId="0" sldId="258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7:12.856" v="170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7:17.460" v="172" actId="403"/>
          <ac:spMkLst>
            <pc:docMk/>
            <pc:sldMk cId="0" sldId="258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6:18.514" v="141" actId="403"/>
          <ac:spMkLst>
            <pc:docMk/>
            <pc:sldMk cId="0" sldId="258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7:08.032" v="168" actId="403"/>
          <ac:spMkLst>
            <pc:docMk/>
            <pc:sldMk cId="0" sldId="258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6:23.248" v="144" actId="403"/>
          <ac:spMkLst>
            <pc:docMk/>
            <pc:sldMk cId="0" sldId="258"/>
            <ac:spMk id="1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7:03.579" v="166" actId="403"/>
          <ac:spMkLst>
            <pc:docMk/>
            <pc:sldMk cId="0" sldId="258"/>
            <ac:spMk id="2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6:28.110" v="147" actId="403"/>
          <ac:spMkLst>
            <pc:docMk/>
            <pc:sldMk cId="0" sldId="258"/>
            <ac:spMk id="2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6:57.747" v="164" actId="403"/>
          <ac:spMkLst>
            <pc:docMk/>
            <pc:sldMk cId="0" sldId="258"/>
            <ac:spMk id="2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6:32.624" v="150" actId="403"/>
          <ac:spMkLst>
            <pc:docMk/>
            <pc:sldMk cId="0" sldId="258"/>
            <ac:spMk id="2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6:54.429" v="162" actId="403"/>
          <ac:spMkLst>
            <pc:docMk/>
            <pc:sldMk cId="0" sldId="258"/>
            <ac:spMk id="3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6:36.394" v="153" actId="403"/>
          <ac:spMkLst>
            <pc:docMk/>
            <pc:sldMk cId="0" sldId="258"/>
            <ac:spMk id="3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6:49.041" v="160" actId="404"/>
          <ac:spMkLst>
            <pc:docMk/>
            <pc:sldMk cId="0" sldId="258"/>
            <ac:spMk id="3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6:40.027" v="156" actId="403"/>
          <ac:spMkLst>
            <pc:docMk/>
            <pc:sldMk cId="0" sldId="258"/>
            <ac:spMk id="36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25T23:43:29.793" v="1285" actId="478"/>
        <pc:sldMkLst>
          <pc:docMk/>
          <pc:sldMk cId="0" sldId="259"/>
        </pc:sldMkLst>
        <pc:spChg chg="del">
          <ac:chgData name="Daniela Trapani" userId="30b41bef89cfceee" providerId="LiveId" clId="{ADEB5723-9D39-45AE-898F-3FDA33EC1B39}" dt="2026-06-25T23:43:29.793" v="1285" actId="478"/>
          <ac:spMkLst>
            <pc:docMk/>
            <pc:sldMk cId="0" sldId="259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8:55.595" v="211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8:27.486" v="200" actId="403"/>
          <ac:spMkLst>
            <pc:docMk/>
            <pc:sldMk cId="0" sldId="259"/>
            <ac:spMk id="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8:33.495" v="203" actId="403"/>
          <ac:spMkLst>
            <pc:docMk/>
            <pc:sldMk cId="0" sldId="259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7:34.297" v="175" actId="403"/>
          <ac:spMkLst>
            <pc:docMk/>
            <pc:sldMk cId="0" sldId="259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7:39.964" v="178" actId="403"/>
          <ac:spMkLst>
            <pc:docMk/>
            <pc:sldMk cId="0" sldId="259"/>
            <ac:spMk id="1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7:45.292" v="181" actId="403"/>
          <ac:spMkLst>
            <pc:docMk/>
            <pc:sldMk cId="0" sldId="259"/>
            <ac:spMk id="1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7:51.262" v="184" actId="403"/>
          <ac:spMkLst>
            <pc:docMk/>
            <pc:sldMk cId="0" sldId="259"/>
            <ac:spMk id="2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8:22.192" v="198" actId="403"/>
          <ac:spMkLst>
            <pc:docMk/>
            <pc:sldMk cId="0" sldId="259"/>
            <ac:spMk id="2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8:40.499" v="206" actId="403"/>
          <ac:spMkLst>
            <pc:docMk/>
            <pc:sldMk cId="0" sldId="259"/>
            <ac:spMk id="2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7:57.845" v="187" actId="403"/>
          <ac:spMkLst>
            <pc:docMk/>
            <pc:sldMk cId="0" sldId="259"/>
            <ac:spMk id="2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8:03.009" v="190" actId="403"/>
          <ac:spMkLst>
            <pc:docMk/>
            <pc:sldMk cId="0" sldId="259"/>
            <ac:spMk id="3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8:07.950" v="193" actId="403"/>
          <ac:spMkLst>
            <pc:docMk/>
            <pc:sldMk cId="0" sldId="259"/>
            <ac:spMk id="3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8:14.837" v="196" actId="403"/>
          <ac:spMkLst>
            <pc:docMk/>
            <pc:sldMk cId="0" sldId="259"/>
            <ac:spMk id="37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6T10:25:03.721" v="1322" actId="1038"/>
        <pc:sldMkLst>
          <pc:docMk/>
          <pc:sldMk cId="0" sldId="260"/>
        </pc:sldMkLst>
        <pc:spChg chg="mod">
          <ac:chgData name="Daniela Trapani" userId="30b41bef89cfceee" providerId="LiveId" clId="{ADEB5723-9D39-45AE-898F-3FDA33EC1B39}" dt="2026-06-25T23:43:33.061" v="1286" actId="6549"/>
          <ac:spMkLst>
            <pc:docMk/>
            <pc:sldMk cId="0" sldId="260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1:44.641" v="319" actId="403"/>
          <ac:spMkLst>
            <pc:docMk/>
            <pc:sldMk cId="0" sldId="260"/>
            <ac:spMk id="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6T10:24:06.415" v="1297" actId="14100"/>
          <ac:spMkLst>
            <pc:docMk/>
            <pc:sldMk cId="0" sldId="260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1:51.730" v="324" actId="404"/>
          <ac:spMkLst>
            <pc:docMk/>
            <pc:sldMk cId="0" sldId="260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6T10:24:03.728" v="1296" actId="14100"/>
          <ac:spMkLst>
            <pc:docMk/>
            <pc:sldMk cId="0" sldId="260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2:07.964" v="328" actId="403"/>
          <ac:spMkLst>
            <pc:docMk/>
            <pc:sldMk cId="0" sldId="260"/>
            <ac:spMk id="1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6T10:24:08.968" v="1298" actId="14100"/>
          <ac:spMkLst>
            <pc:docMk/>
            <pc:sldMk cId="0" sldId="260"/>
            <ac:spMk id="1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6T10:24:17.797" v="1300" actId="14100"/>
          <ac:spMkLst>
            <pc:docMk/>
            <pc:sldMk cId="0" sldId="260"/>
            <ac:spMk id="1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6T10:24:36.474" v="1301" actId="14100"/>
          <ac:spMkLst>
            <pc:docMk/>
            <pc:sldMk cId="0" sldId="260"/>
            <ac:spMk id="2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6T10:25:03.721" v="1322" actId="1038"/>
          <ac:spMkLst>
            <pc:docMk/>
            <pc:sldMk cId="0" sldId="260"/>
            <ac:spMk id="2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6T10:25:03.721" v="1322" actId="1038"/>
          <ac:spMkLst>
            <pc:docMk/>
            <pc:sldMk cId="0" sldId="260"/>
            <ac:spMk id="2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6T10:25:03.721" v="1322" actId="1038"/>
          <ac:spMkLst>
            <pc:docMk/>
            <pc:sldMk cId="0" sldId="260"/>
            <ac:spMk id="2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6T10:25:03.721" v="1322" actId="1038"/>
          <ac:spMkLst>
            <pc:docMk/>
            <pc:sldMk cId="0" sldId="260"/>
            <ac:spMk id="2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6T10:24:14.438" v="1299" actId="14100"/>
          <ac:spMkLst>
            <pc:docMk/>
            <pc:sldMk cId="0" sldId="260"/>
            <ac:spMk id="25" creationId="{00000000-0000-0000-0000-000000000000}"/>
          </ac:spMkLst>
        </pc:spChg>
      </pc:sldChg>
      <pc:sldChg chg="addSp delSp modSp mod">
        <pc:chgData name="Daniela Trapani" userId="30b41bef89cfceee" providerId="LiveId" clId="{ADEB5723-9D39-45AE-898F-3FDA33EC1B39}" dt="2026-06-25T23:43:06.920" v="1281" actId="478"/>
        <pc:sldMkLst>
          <pc:docMk/>
          <pc:sldMk cId="0" sldId="261"/>
        </pc:sldMkLst>
        <pc:spChg chg="add del mod">
          <ac:chgData name="Daniela Trapani" userId="30b41bef89cfceee" providerId="LiveId" clId="{ADEB5723-9D39-45AE-898F-3FDA33EC1B39}" dt="2026-06-25T23:42:47.605" v="1277" actId="1076"/>
          <ac:spMkLst>
            <pc:docMk/>
            <pc:sldMk cId="0" sldId="261"/>
            <ac:spMk id="4" creationId="{00000000-0000-0000-0000-000000000000}"/>
          </ac:spMkLst>
        </pc:spChg>
        <pc:spChg chg="del mod">
          <ac:chgData name="Daniela Trapani" userId="30b41bef89cfceee" providerId="LiveId" clId="{ADEB5723-9D39-45AE-898F-3FDA33EC1B39}" dt="2026-06-25T23:43:06.920" v="1281" actId="478"/>
          <ac:spMkLst>
            <pc:docMk/>
            <pc:sldMk cId="0" sldId="261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3:06.034" v="399" actId="403"/>
          <ac:spMkLst>
            <pc:docMk/>
            <pc:sldMk cId="0" sldId="261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3:18.934" v="445" actId="1035"/>
          <ac:spMkLst>
            <pc:docMk/>
            <pc:sldMk cId="0" sldId="261"/>
            <ac:spMk id="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3:18.934" v="445" actId="1035"/>
          <ac:spMkLst>
            <pc:docMk/>
            <pc:sldMk cId="0" sldId="261"/>
            <ac:spMk id="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3:18.934" v="445" actId="1035"/>
          <ac:spMkLst>
            <pc:docMk/>
            <pc:sldMk cId="0" sldId="261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3:18.934" v="445" actId="1035"/>
          <ac:spMkLst>
            <pc:docMk/>
            <pc:sldMk cId="0" sldId="261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3:18.934" v="445" actId="1035"/>
          <ac:spMkLst>
            <pc:docMk/>
            <pc:sldMk cId="0" sldId="261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3:18.934" v="445" actId="1035"/>
          <ac:spMkLst>
            <pc:docMk/>
            <pc:sldMk cId="0" sldId="261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3:30.129" v="448" actId="403"/>
          <ac:spMkLst>
            <pc:docMk/>
            <pc:sldMk cId="0" sldId="261"/>
            <ac:spMk id="20" creationId="{00000000-0000-0000-0000-000000000000}"/>
          </ac:spMkLst>
        </pc:spChg>
      </pc:sldChg>
      <pc:sldChg chg="addSp delSp modSp mod">
        <pc:chgData name="Daniela Trapani" userId="30b41bef89cfceee" providerId="LiveId" clId="{ADEB5723-9D39-45AE-898F-3FDA33EC1B39}" dt="2026-06-25T23:43:02.105" v="1279" actId="478"/>
        <pc:sldMkLst>
          <pc:docMk/>
          <pc:sldMk cId="0" sldId="262"/>
        </pc:sldMkLst>
        <pc:spChg chg="add del mod">
          <ac:chgData name="Daniela Trapani" userId="30b41bef89cfceee" providerId="LiveId" clId="{ADEB5723-9D39-45AE-898F-3FDA33EC1B39}" dt="2026-06-25T23:43:02.105" v="1279" actId="478"/>
          <ac:spMkLst>
            <pc:docMk/>
            <pc:sldMk cId="0" sldId="262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3:47.506" v="454" actId="403"/>
          <ac:spMkLst>
            <pc:docMk/>
            <pc:sldMk cId="0" sldId="262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4:11.345" v="470" actId="403"/>
          <ac:spMkLst>
            <pc:docMk/>
            <pc:sldMk cId="0" sldId="262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3:53.263" v="457" actId="403"/>
          <ac:spMkLst>
            <pc:docMk/>
            <pc:sldMk cId="0" sldId="262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4:16.444" v="475" actId="403"/>
          <ac:spMkLst>
            <pc:docMk/>
            <pc:sldMk cId="0" sldId="262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3:57.973" v="460" actId="403"/>
          <ac:spMkLst>
            <pc:docMk/>
            <pc:sldMk cId="0" sldId="262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4:02.630" v="462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4:22.117" v="480" actId="403"/>
          <ac:spMkLst>
            <pc:docMk/>
            <pc:sldMk cId="0" sldId="262"/>
            <ac:spMk id="1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4:07.215" v="465" actId="403"/>
          <ac:spMkLst>
            <pc:docMk/>
            <pc:sldMk cId="0" sldId="262"/>
            <ac:spMk id="1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33:40.261" v="451" actId="403"/>
          <ac:spMkLst>
            <pc:docMk/>
            <pc:sldMk cId="0" sldId="262"/>
            <ac:spMk id="26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25T23:43:48.148" v="1288" actId="478"/>
        <pc:sldMkLst>
          <pc:docMk/>
          <pc:sldMk cId="0" sldId="263"/>
        </pc:sldMkLst>
        <pc:spChg chg="del">
          <ac:chgData name="Daniela Trapani" userId="30b41bef89cfceee" providerId="LiveId" clId="{ADEB5723-9D39-45AE-898F-3FDA33EC1B39}" dt="2026-06-25T23:43:48.148" v="1288" actId="478"/>
          <ac:spMkLst>
            <pc:docMk/>
            <pc:sldMk cId="0" sldId="263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1:17.988" v="483" actId="403"/>
          <ac:spMkLst>
            <pc:docMk/>
            <pc:sldMk cId="0" sldId="263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1:30.914" v="500" actId="1036"/>
          <ac:spMkLst>
            <pc:docMk/>
            <pc:sldMk cId="0" sldId="263"/>
            <ac:spMk id="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2:43:54.405" v="1083" actId="403"/>
          <ac:spMkLst>
            <pc:docMk/>
            <pc:sldMk cId="0" sldId="263"/>
            <ac:spMk id="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2:44:50.452" v="1126" actId="103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2:44:50.452" v="1126" actId="103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2:44:32.513" v="1109" actId="103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2:44:32.513" v="1109" actId="103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1:39.933" v="504" actId="404"/>
          <ac:spMkLst>
            <pc:docMk/>
            <pc:sldMk cId="0" sldId="263"/>
            <ac:spMk id="20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25T23:43:52.077" v="1289" actId="478"/>
        <pc:sldMkLst>
          <pc:docMk/>
          <pc:sldMk cId="0" sldId="264"/>
        </pc:sldMkLst>
        <pc:spChg chg="del">
          <ac:chgData name="Daniela Trapani" userId="30b41bef89cfceee" providerId="LiveId" clId="{ADEB5723-9D39-45AE-898F-3FDA33EC1B39}" dt="2026-06-25T23:43:52.077" v="1289" actId="478"/>
          <ac:spMkLst>
            <pc:docMk/>
            <pc:sldMk cId="0" sldId="264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2:22.639" v="516" actId="403"/>
          <ac:spMkLst>
            <pc:docMk/>
            <pc:sldMk cId="0" sldId="264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3:22.928" v="580" actId="14100"/>
          <ac:spMkLst>
            <pc:docMk/>
            <pc:sldMk cId="0" sldId="264"/>
            <ac:spMk id="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2:38.852" v="563" actId="103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3:29.120" v="582" actId="403"/>
          <ac:spMkLst>
            <pc:docMk/>
            <pc:sldMk cId="0" sldId="264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2:46.415" v="567" actId="403"/>
          <ac:spMkLst>
            <pc:docMk/>
            <pc:sldMk cId="0" sldId="264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3:22.928" v="580" actId="14100"/>
          <ac:spMkLst>
            <pc:docMk/>
            <pc:sldMk cId="0" sldId="264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2:38.852" v="563" actId="1037"/>
          <ac:spMkLst>
            <pc:docMk/>
            <pc:sldMk cId="0" sldId="264"/>
            <ac:spMk id="1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3:36.789" v="584" actId="403"/>
          <ac:spMkLst>
            <pc:docMk/>
            <pc:sldMk cId="0" sldId="264"/>
            <ac:spMk id="1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2:55.361" v="571" actId="403"/>
          <ac:spMkLst>
            <pc:docMk/>
            <pc:sldMk cId="0" sldId="264"/>
            <ac:spMk id="1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3:22.928" v="580" actId="14100"/>
          <ac:spMkLst>
            <pc:docMk/>
            <pc:sldMk cId="0" sldId="264"/>
            <ac:spMk id="2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2:38.852" v="563" actId="1037"/>
          <ac:spMkLst>
            <pc:docMk/>
            <pc:sldMk cId="0" sldId="264"/>
            <ac:spMk id="2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3:40.987" v="586" actId="403"/>
          <ac:spMkLst>
            <pc:docMk/>
            <pc:sldMk cId="0" sldId="264"/>
            <ac:spMk id="2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3:00.640" v="575" actId="403"/>
          <ac:spMkLst>
            <pc:docMk/>
            <pc:sldMk cId="0" sldId="264"/>
            <ac:spMk id="2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3:22.928" v="580" actId="14100"/>
          <ac:spMkLst>
            <pc:docMk/>
            <pc:sldMk cId="0" sldId="264"/>
            <ac:spMk id="2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3:44.577" v="588" actId="403"/>
          <ac:spMkLst>
            <pc:docMk/>
            <pc:sldMk cId="0" sldId="264"/>
            <ac:spMk id="2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3:05.097" v="579" actId="403"/>
          <ac:spMkLst>
            <pc:docMk/>
            <pc:sldMk cId="0" sldId="264"/>
            <ac:spMk id="30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5T23:43:55.933" v="1290" actId="6549"/>
        <pc:sldMkLst>
          <pc:docMk/>
          <pc:sldMk cId="0" sldId="265"/>
        </pc:sldMkLst>
        <pc:spChg chg="mod">
          <ac:chgData name="Daniela Trapani" userId="30b41bef89cfceee" providerId="LiveId" clId="{ADEB5723-9D39-45AE-898F-3FDA33EC1B39}" dt="2026-06-25T22:46:44.541" v="1160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3:43:55.933" v="1290" actId="6549"/>
          <ac:spMkLst>
            <pc:docMk/>
            <pc:sldMk cId="0" sldId="265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3:54.331" v="591" actId="403"/>
          <ac:spMkLst>
            <pc:docMk/>
            <pc:sldMk cId="0" sldId="265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2:48:18.241" v="1218" actId="20577"/>
          <ac:spMkLst>
            <pc:docMk/>
            <pc:sldMk cId="0" sldId="265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4:10.774" v="598" actId="403"/>
          <ac:spMkLst>
            <pc:docMk/>
            <pc:sldMk cId="0" sldId="265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2:48:25.090" v="1233" actId="20577"/>
          <ac:spMkLst>
            <pc:docMk/>
            <pc:sldMk cId="0" sldId="265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4:17.021" v="601" actId="403"/>
          <ac:spMkLst>
            <pc:docMk/>
            <pc:sldMk cId="0" sldId="265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4:36.928" v="613" actId="403"/>
          <ac:spMkLst>
            <pc:docMk/>
            <pc:sldMk cId="0" sldId="265"/>
            <ac:spMk id="1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4:22.430" v="604" actId="403"/>
          <ac:spMkLst>
            <pc:docMk/>
            <pc:sldMk cId="0" sldId="265"/>
            <ac:spMk id="1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4:04.413" v="595" actId="14100"/>
          <ac:spMkLst>
            <pc:docMk/>
            <pc:sldMk cId="0" sldId="265"/>
            <ac:spMk id="2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2:47:59.687" v="1205" actId="20577"/>
          <ac:spMkLst>
            <pc:docMk/>
            <pc:sldMk cId="0" sldId="265"/>
            <ac:spMk id="26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5T23:43:59.487" v="1291" actId="6549"/>
        <pc:sldMkLst>
          <pc:docMk/>
          <pc:sldMk cId="0" sldId="266"/>
        </pc:sldMkLst>
        <pc:spChg chg="mod">
          <ac:chgData name="Daniela Trapani" userId="30b41bef89cfceee" providerId="LiveId" clId="{ADEB5723-9D39-45AE-898F-3FDA33EC1B39}" dt="2026-06-25T23:43:59.487" v="1291" actId="6549"/>
          <ac:spMkLst>
            <pc:docMk/>
            <pc:sldMk cId="0" sldId="266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2:49:08.296" v="1250" actId="20577"/>
          <ac:spMkLst>
            <pc:docMk/>
            <pc:sldMk cId="0" sldId="266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5:25.353" v="632" actId="403"/>
          <ac:spMkLst>
            <pc:docMk/>
            <pc:sldMk cId="0" sldId="266"/>
            <ac:spMk id="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5:09.817" v="621" actId="14100"/>
          <ac:spMkLst>
            <pc:docMk/>
            <pc:sldMk cId="0" sldId="266"/>
            <ac:spMk id="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4:52.197" v="617" actId="14100"/>
          <ac:spMkLst>
            <pc:docMk/>
            <pc:sldMk cId="0" sldId="266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2:49:22.799" v="1252" actId="1038"/>
          <ac:spMkLst>
            <pc:docMk/>
            <pc:sldMk cId="0" sldId="266"/>
            <ac:spMk id="1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5:13.715" v="622" actId="14100"/>
          <ac:spMkLst>
            <pc:docMk/>
            <pc:sldMk cId="0" sldId="266"/>
            <ac:spMk id="1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2:49:47.939" v="1253" actId="14100"/>
          <ac:spMkLst>
            <pc:docMk/>
            <pc:sldMk cId="0" sldId="266"/>
            <ac:spMk id="23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5T23:44:03.241" v="1292" actId="6549"/>
        <pc:sldMkLst>
          <pc:docMk/>
          <pc:sldMk cId="0" sldId="267"/>
        </pc:sldMkLst>
        <pc:spChg chg="mod">
          <ac:chgData name="Daniela Trapani" userId="30b41bef89cfceee" providerId="LiveId" clId="{ADEB5723-9D39-45AE-898F-3FDA33EC1B39}" dt="2026-06-25T23:44:03.241" v="1292" actId="6549"/>
          <ac:spMkLst>
            <pc:docMk/>
            <pc:sldMk cId="0" sldId="267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6:56.788" v="696" actId="404"/>
          <ac:spMkLst>
            <pc:docMk/>
            <pc:sldMk cId="0" sldId="267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6:13.756" v="652" actId="403"/>
          <ac:spMkLst>
            <pc:docMk/>
            <pc:sldMk cId="0" sldId="267"/>
            <ac:spMk id="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6:42.982" v="693" actId="1036"/>
          <ac:spMkLst>
            <pc:docMk/>
            <pc:sldMk cId="0" sldId="267"/>
            <ac:spMk id="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6:42.982" v="693" actId="103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6:42.982" v="693" actId="103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6:42.982" v="693" actId="103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6:42.982" v="693" actId="1036"/>
          <ac:spMkLst>
            <pc:docMk/>
            <pc:sldMk cId="0" sldId="267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6:42.982" v="693" actId="103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5:53.044" v="640" actId="403"/>
          <ac:spMkLst>
            <pc:docMk/>
            <pc:sldMk cId="0" sldId="267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6:42.982" v="693" actId="1036"/>
          <ac:spMkLst>
            <pc:docMk/>
            <pc:sldMk cId="0" sldId="267"/>
            <ac:spMk id="1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6:01.985" v="645" actId="14100"/>
          <ac:spMkLst>
            <pc:docMk/>
            <pc:sldMk cId="0" sldId="267"/>
            <ac:spMk id="1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6:42.982" v="693" actId="1036"/>
          <ac:spMkLst>
            <pc:docMk/>
            <pc:sldMk cId="0" sldId="267"/>
            <ac:spMk id="1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6:42.982" v="693" actId="1036"/>
          <ac:spMkLst>
            <pc:docMk/>
            <pc:sldMk cId="0" sldId="267"/>
            <ac:spMk id="1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6:42.982" v="693" actId="1036"/>
          <ac:spMkLst>
            <pc:docMk/>
            <pc:sldMk cId="0" sldId="267"/>
            <ac:spMk id="2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5:58.129" v="644" actId="403"/>
          <ac:spMkLst>
            <pc:docMk/>
            <pc:sldMk cId="0" sldId="267"/>
            <ac:spMk id="23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5T23:44:06.824" v="1293" actId="6549"/>
        <pc:sldMkLst>
          <pc:docMk/>
          <pc:sldMk cId="0" sldId="268"/>
        </pc:sldMkLst>
        <pc:spChg chg="mod">
          <ac:chgData name="Daniela Trapani" userId="30b41bef89cfceee" providerId="LiveId" clId="{ADEB5723-9D39-45AE-898F-3FDA33EC1B39}" dt="2026-06-25T23:44:06.824" v="1293" actId="6549"/>
          <ac:spMkLst>
            <pc:docMk/>
            <pc:sldMk cId="0" sldId="268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9:07.856" v="822" actId="403"/>
          <ac:spMkLst>
            <pc:docMk/>
            <pc:sldMk cId="0" sldId="268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0:11.241" v="879" actId="1036"/>
          <ac:spMkLst>
            <pc:docMk/>
            <pc:sldMk cId="0" sldId="268"/>
            <ac:spMk id="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9:46.842" v="872" actId="1036"/>
          <ac:spMkLst>
            <pc:docMk/>
            <pc:sldMk cId="0" sldId="268"/>
            <ac:spMk id="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0:11.241" v="879" actId="103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9:46.842" v="872" actId="103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0:11.241" v="879" actId="103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9:46.842" v="872" actId="103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0:11.241" v="879" actId="103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9:46.842" v="872" actId="1036"/>
          <ac:spMkLst>
            <pc:docMk/>
            <pc:sldMk cId="0" sldId="268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8:29.868" v="791" actId="14100"/>
          <ac:spMkLst>
            <pc:docMk/>
            <pc:sldMk cId="0" sldId="268"/>
            <ac:spMk id="1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28:24.176" v="790" actId="403"/>
          <ac:spMkLst>
            <pc:docMk/>
            <pc:sldMk cId="0" sldId="268"/>
            <ac:spMk id="22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5T23:44:16.991" v="1294" actId="6549"/>
        <pc:sldMkLst>
          <pc:docMk/>
          <pc:sldMk cId="0" sldId="269"/>
        </pc:sldMkLst>
        <pc:spChg chg="mod">
          <ac:chgData name="Daniela Trapani" userId="30b41bef89cfceee" providerId="LiveId" clId="{ADEB5723-9D39-45AE-898F-3FDA33EC1B39}" dt="2026-06-25T23:44:16.991" v="1294" actId="6549"/>
          <ac:spMkLst>
            <pc:docMk/>
            <pc:sldMk cId="0" sldId="269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1:51.200" v="910" actId="403"/>
          <ac:spMkLst>
            <pc:docMk/>
            <pc:sldMk cId="0" sldId="269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2:05.909" v="935" actId="1036"/>
          <ac:spMkLst>
            <pc:docMk/>
            <pc:sldMk cId="0" sldId="269"/>
            <ac:spMk id="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2:05.909" v="935" actId="1036"/>
          <ac:spMkLst>
            <pc:docMk/>
            <pc:sldMk cId="0" sldId="269"/>
            <ac:spMk id="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2:05.909" v="935" actId="103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2:05.909" v="935" actId="103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2:05.909" v="935" actId="1036"/>
          <ac:spMkLst>
            <pc:docMk/>
            <pc:sldMk cId="0" sldId="269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2:05.909" v="935" actId="103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2:05.909" v="935" actId="1036"/>
          <ac:spMkLst>
            <pc:docMk/>
            <pc:sldMk cId="0" sldId="269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3:15.412" v="971" actId="403"/>
          <ac:spMkLst>
            <pc:docMk/>
            <pc:sldMk cId="0" sldId="269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3:00.252" v="963" actId="403"/>
          <ac:spMkLst>
            <pc:docMk/>
            <pc:sldMk cId="0" sldId="269"/>
            <ac:spMk id="1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2:14.389" v="939" actId="403"/>
          <ac:spMkLst>
            <pc:docMk/>
            <pc:sldMk cId="0" sldId="269"/>
            <ac:spMk id="2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3:07.431" v="967" actId="403"/>
          <ac:spMkLst>
            <pc:docMk/>
            <pc:sldMk cId="0" sldId="269"/>
            <ac:spMk id="2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2:19.707" v="943" actId="403"/>
          <ac:spMkLst>
            <pc:docMk/>
            <pc:sldMk cId="0" sldId="269"/>
            <ac:spMk id="2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2:55.191" v="959" actId="403"/>
          <ac:spMkLst>
            <pc:docMk/>
            <pc:sldMk cId="0" sldId="269"/>
            <ac:spMk id="2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2:24.766" v="947" actId="403"/>
          <ac:spMkLst>
            <pc:docMk/>
            <pc:sldMk cId="0" sldId="269"/>
            <ac:spMk id="3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2:47.614" v="955" actId="403"/>
          <ac:spMkLst>
            <pc:docMk/>
            <pc:sldMk cId="0" sldId="269"/>
            <ac:spMk id="3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2:35.070" v="952" actId="403"/>
          <ac:spMkLst>
            <pc:docMk/>
            <pc:sldMk cId="0" sldId="269"/>
            <ac:spMk id="35" creationId="{00000000-0000-0000-0000-000000000000}"/>
          </ac:spMkLst>
        </pc:spChg>
      </pc:sldChg>
      <pc:sldChg chg="modSp del mod">
        <pc:chgData name="Daniela Trapani" userId="30b41bef89cfceee" providerId="LiveId" clId="{ADEB5723-9D39-45AE-898F-3FDA33EC1B39}" dt="2026-06-25T22:55:41.882" v="1254" actId="2696"/>
        <pc:sldMkLst>
          <pc:docMk/>
          <pc:sldMk cId="0" sldId="270"/>
        </pc:sldMkLst>
        <pc:spChg chg="mod">
          <ac:chgData name="Daniela Trapani" userId="30b41bef89cfceee" providerId="LiveId" clId="{ADEB5723-9D39-45AE-898F-3FDA33EC1B39}" dt="2026-06-25T09:34:03.836" v="1003" actId="1035"/>
          <ac:spMkLst>
            <pc:docMk/>
            <pc:sldMk cId="0" sldId="270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3:31.835" v="975" actId="14100"/>
          <ac:spMkLst>
            <pc:docMk/>
            <pc:sldMk cId="0" sldId="270"/>
            <ac:spMk id="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3:49.821" v="984" actId="1038"/>
          <ac:spMkLst>
            <pc:docMk/>
            <pc:sldMk cId="0" sldId="270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4:42.254" v="1023" actId="403"/>
          <ac:spMkLst>
            <pc:docMk/>
            <pc:sldMk cId="0" sldId="270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4:08.213" v="1006" actId="403"/>
          <ac:spMkLst>
            <pc:docMk/>
            <pc:sldMk cId="0" sldId="270"/>
            <ac:spMk id="1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4:12.523" v="1009" actId="403"/>
          <ac:spMkLst>
            <pc:docMk/>
            <pc:sldMk cId="0" sldId="270"/>
            <ac:spMk id="1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4:34.320" v="1019" actId="403"/>
          <ac:spMkLst>
            <pc:docMk/>
            <pc:sldMk cId="0" sldId="270"/>
            <ac:spMk id="2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4:26.926" v="1015" actId="14100"/>
          <ac:spMkLst>
            <pc:docMk/>
            <pc:sldMk cId="0" sldId="270"/>
            <ac:spMk id="24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5T09:36:05.604" v="1081" actId="403"/>
        <pc:sldMkLst>
          <pc:docMk/>
          <pc:sldMk cId="0" sldId="271"/>
        </pc:sldMkLst>
        <pc:spChg chg="mod">
          <ac:chgData name="Daniela Trapani" userId="30b41bef89cfceee" providerId="LiveId" clId="{ADEB5723-9D39-45AE-898F-3FDA33EC1B39}" dt="2026-06-25T09:35:40.366" v="1059" actId="403"/>
          <ac:spMkLst>
            <pc:docMk/>
            <pc:sldMk cId="0" sldId="271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5:05.431" v="1035" actId="404"/>
          <ac:spMkLst>
            <pc:docMk/>
            <pc:sldMk cId="0" sldId="271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5:46.652" v="1065" actId="404"/>
          <ac:spMkLst>
            <pc:docMk/>
            <pc:sldMk cId="0" sldId="271"/>
            <ac:spMk id="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5:11.587" v="1039" actId="403"/>
          <ac:spMkLst>
            <pc:docMk/>
            <pc:sldMk cId="0" sldId="271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5:49.997" v="1069" actId="403"/>
          <ac:spMkLst>
            <pc:docMk/>
            <pc:sldMk cId="0" sldId="271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5:17.966" v="1043" actId="403"/>
          <ac:spMkLst>
            <pc:docMk/>
            <pc:sldMk cId="0" sldId="271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5:55.450" v="1073" actId="403"/>
          <ac:spMkLst>
            <pc:docMk/>
            <pc:sldMk cId="0" sldId="271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5:33.196" v="1055" actId="403"/>
          <ac:spMkLst>
            <pc:docMk/>
            <pc:sldMk cId="0" sldId="271"/>
            <ac:spMk id="1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5:59.934" v="1077" actId="403"/>
          <ac:spMkLst>
            <pc:docMk/>
            <pc:sldMk cId="0" sldId="271"/>
            <ac:spMk id="1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5:28.310" v="1051" actId="403"/>
          <ac:spMkLst>
            <pc:docMk/>
            <pc:sldMk cId="0" sldId="271"/>
            <ac:spMk id="1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6:05.604" v="1081" actId="403"/>
          <ac:spMkLst>
            <pc:docMk/>
            <pc:sldMk cId="0" sldId="271"/>
            <ac:spMk id="2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5:22.962" v="1047" actId="403"/>
          <ac:spMkLst>
            <pc:docMk/>
            <pc:sldMk cId="0" sldId="271"/>
            <ac:spMk id="2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9:34:55.013" v="1029" actId="404"/>
          <ac:spMkLst>
            <pc:docMk/>
            <pc:sldMk cId="0" sldId="271"/>
            <ac:spMk id="24" creationId="{00000000-0000-0000-0000-000000000000}"/>
          </ac:spMkLst>
        </pc:spChg>
      </pc:sldChg>
      <pc:sldChg chg="delSp modSp add mod setBg">
        <pc:chgData name="Daniela Trapani" userId="30b41bef89cfceee" providerId="LiveId" clId="{ADEB5723-9D39-45AE-898F-3FDA33EC1B39}" dt="2026-06-26T10:25:21.230" v="1324" actId="404"/>
        <pc:sldMkLst>
          <pc:docMk/>
          <pc:sldMk cId="0" sldId="272"/>
        </pc:sldMkLst>
        <pc:spChg chg="del mod">
          <ac:chgData name="Daniela Trapani" userId="30b41bef89cfceee" providerId="LiveId" clId="{ADEB5723-9D39-45AE-898F-3FDA33EC1B39}" dt="2026-06-25T23:43:42.479" v="1287" actId="478"/>
          <ac:spMkLst>
            <pc:docMk/>
            <pc:sldMk cId="0" sldId="272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3:41:50.340" v="1268" actId="1035"/>
          <ac:spMkLst>
            <pc:docMk/>
            <pc:sldMk cId="0" sldId="272"/>
            <ac:spMk id="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6T10:25:21.230" v="1324" actId="404"/>
          <ac:spMkLst>
            <pc:docMk/>
            <pc:sldMk cId="0" sldId="272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3:41:50.340" v="1268" actId="1035"/>
          <ac:spMkLst>
            <pc:docMk/>
            <pc:sldMk cId="0" sldId="272"/>
            <ac:spMk id="2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3:41:50.340" v="1268" actId="1035"/>
          <ac:spMkLst>
            <pc:docMk/>
            <pc:sldMk cId="0" sldId="272"/>
            <ac:spMk id="2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3:41:50.340" v="1268" actId="1035"/>
          <ac:spMkLst>
            <pc:docMk/>
            <pc:sldMk cId="0" sldId="272"/>
            <ac:spMk id="2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3:41:50.340" v="1268" actId="1035"/>
          <ac:spMkLst>
            <pc:docMk/>
            <pc:sldMk cId="0" sldId="272"/>
            <ac:spMk id="2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3:41:50.340" v="1268" actId="1035"/>
          <ac:spMkLst>
            <pc:docMk/>
            <pc:sldMk cId="0" sldId="272"/>
            <ac:spMk id="2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3:41:50.340" v="1268" actId="1035"/>
          <ac:spMkLst>
            <pc:docMk/>
            <pc:sldMk cId="0" sldId="272"/>
            <ac:spMk id="3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3:41:50.340" v="1268" actId="1035"/>
          <ac:spMkLst>
            <pc:docMk/>
            <pc:sldMk cId="0" sldId="272"/>
            <ac:spMk id="3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23:41:50.340" v="1268" actId="1035"/>
          <ac:spMkLst>
            <pc:docMk/>
            <pc:sldMk cId="0" sldId="272"/>
            <ac:spMk id="3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4553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BA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1234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BA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 ·  CLASSROOM EDITION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Entity Framework Core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77240" y="32461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with C# — a code-first introduction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397764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F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C# classes to database tables · Write queries with LINQ · Evolve your schema with migrations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0" y="1417320"/>
            <a:ext cx="4069080" cy="2779776"/>
          </a:xfrm>
          <a:prstGeom prst="roundRect">
            <a:avLst>
              <a:gd name="adj" fmla="val 1974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98080" y="1417320"/>
            <a:ext cx="4069080" cy="329184"/>
          </a:xfrm>
          <a:prstGeom prst="rect">
            <a:avLst/>
          </a:prstGeom>
          <a:solidFill>
            <a:srgbClr val="1836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62672" y="1540764"/>
            <a:ext cx="82296" cy="82296"/>
          </a:xfrm>
          <a:prstGeom prst="ellipse">
            <a:avLst/>
          </a:prstGeom>
          <a:solidFill>
            <a:srgbClr val="E06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63840" y="1540764"/>
            <a:ext cx="82296" cy="82296"/>
          </a:xfrm>
          <a:prstGeom prst="ellipse">
            <a:avLst/>
          </a:prstGeom>
          <a:solidFill>
            <a:srgbClr val="E0B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065008" y="1540764"/>
            <a:ext cx="82296" cy="82296"/>
          </a:xfrm>
          <a:prstGeom prst="ellipse">
            <a:avLst/>
          </a:prstGeom>
          <a:solidFill>
            <a:srgbClr val="5FB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21040" y="141732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Blog.cs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0" y="1874520"/>
            <a:ext cx="356616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300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</a:t>
            </a:r>
            <a:r>
              <a:rPr lang="en-US" sz="13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{ get; set; }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</a:t>
            </a:r>
            <a:r>
              <a:rPr lang="en-US" sz="13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{ get; set; }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EF Core builds the table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from your C# class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ORIENTED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Entity Framework Core?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429267"/>
            <a:ext cx="108666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is a modern object-relational mapper (ORM) for .NET.</a:t>
            </a:r>
            <a:endParaRPr lang="en-US" sz="2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lets you work with a database using ordinary C# objects — no hand-written SQL for everyday tasks.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95546" y="2980944"/>
            <a:ext cx="5486400" cy="91440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73152" cy="914400"/>
          </a:xfrm>
          <a:prstGeom prst="rect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0815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Objects, not tables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" y="3429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save data as C# class instances.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995928"/>
            <a:ext cx="5486400" cy="91440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995928"/>
            <a:ext cx="73152" cy="914400"/>
          </a:xfrm>
          <a:prstGeom prst="rect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10565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Cross-platform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240" y="44531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Windows, macOS and Linux with .NET.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5020056"/>
            <a:ext cx="5486400" cy="91440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5020056"/>
            <a:ext cx="73152" cy="914400"/>
          </a:xfrm>
          <a:prstGeom prst="rect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51297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Many databases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77240" y="547725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Server, SQLite, PostgreSQL, MySQL and more</a:t>
            </a:r>
            <a:r>
              <a:rPr lang="en-US" sz="13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9473" y="310335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IDEA: MAPPING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449473" y="3597130"/>
            <a:ext cx="2240280" cy="2011680"/>
          </a:xfrm>
          <a:prstGeom prst="roundRect">
            <a:avLst>
              <a:gd name="adj" fmla="val 2727"/>
            </a:avLst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49473" y="373429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C# Class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40913" y="4177774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Post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Id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Title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Content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8781193" y="4465810"/>
            <a:ext cx="868680" cy="0"/>
          </a:xfrm>
          <a:prstGeom prst="line">
            <a:avLst/>
          </a:prstGeom>
          <a:noFill/>
          <a:ln w="31750">
            <a:solidFill>
              <a:srgbClr val="2E7DD1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9753" y="407261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695593" y="3597130"/>
            <a:ext cx="2148840" cy="2011680"/>
          </a:xfrm>
          <a:prstGeom prst="roundRect">
            <a:avLst>
              <a:gd name="adj" fmla="val 2727"/>
            </a:avLst>
          </a:prstGeom>
          <a:solidFill>
            <a:srgbClr val="EAF2FB"/>
          </a:solidFill>
          <a:ln w="15875">
            <a:solidFill>
              <a:srgbClr val="2E7D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12680" y="373429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Table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878473" y="419149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b="1" dirty="0">
                <a:solidFill>
                  <a:srgbClr val="123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Posts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 |  int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  |  text</a:t>
            </a:r>
            <a:endParaRPr lang="en-US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dirty="0">
                <a:solidFill>
                  <a:srgbClr val="1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| text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use an ORM like EF Core?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3520440" cy="1783080"/>
          </a:xfrm>
          <a:prstGeom prst="roundRect">
            <a:avLst>
              <a:gd name="adj" fmla="val 2564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4672" y="1901952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19019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 plumbing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248716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repetitive SQL and manual data readers — let EF handle it.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343400" y="1645920"/>
            <a:ext cx="3520440" cy="1783080"/>
          </a:xfrm>
          <a:prstGeom prst="roundRect">
            <a:avLst>
              <a:gd name="adj" fmla="val 2564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99432" y="1901952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9943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19019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Strongly typed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17720" y="248716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queries in C# with LINQ and catch errors at compile time.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138160" y="1645920"/>
            <a:ext cx="3520440" cy="1783080"/>
          </a:xfrm>
          <a:prstGeom prst="roundRect">
            <a:avLst>
              <a:gd name="adj" fmla="val 2564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94192" y="1901952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9419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15400" y="19019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tracking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12480" y="248716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watches your objects and saves only what actually changed.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3520440" cy="1783080"/>
          </a:xfrm>
          <a:prstGeom prst="roundRect">
            <a:avLst>
              <a:gd name="adj" fmla="val 2564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04672" y="4005072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467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5880" y="4005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459028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your schema in code and update databases safely.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343400" y="3749040"/>
            <a:ext cx="3520440" cy="1783080"/>
          </a:xfrm>
          <a:prstGeom prst="roundRect">
            <a:avLst>
              <a:gd name="adj" fmla="val 2564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99432" y="4005072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9943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20640" y="4005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 model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617720" y="459028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databases with little or no change to your code.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8138160" y="3749040"/>
            <a:ext cx="3520440" cy="1783080"/>
          </a:xfrm>
          <a:prstGeom prst="roundRect">
            <a:avLst>
              <a:gd name="adj" fmla="val 2564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394192" y="4005072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39419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915400" y="4005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Productivity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12480" y="459028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your domain logic instead of data-access boilerplate.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APPROACHES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First vs. Database 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31673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focus on Code First — you write C# classes, and EF Core generates the database</a:t>
            </a:r>
            <a:r>
              <a:rPr lang="en-US" sz="1500" i="1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5349240" cy="4114800"/>
          </a:xfrm>
          <a:prstGeom prst="roundRect">
            <a:avLst>
              <a:gd name="adj" fmla="val 1111"/>
            </a:avLst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FIRST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2670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A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this course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68680" y="3154680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09981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7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entity classes in C#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68680" y="3867912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867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38130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7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DbContext to describe the model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68680" y="4581144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526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7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migration from your classes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68680" y="5294376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5294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52395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7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builds and updates the schema for you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263640" y="2011680"/>
            <a:ext cx="5349240" cy="4114800"/>
          </a:xfrm>
          <a:prstGeom prst="roundRect">
            <a:avLst>
              <a:gd name="adj" fmla="val 1111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3796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FIRST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537960" y="2670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an existing database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583680" y="3154680"/>
            <a:ext cx="402336" cy="402336"/>
          </a:xfrm>
          <a:prstGeom prst="ellipse">
            <a:avLst/>
          </a:prstGeom>
          <a:solidFill>
            <a:srgbClr val="5BA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3680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32320" y="309981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EF at an existing database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583680" y="3867912"/>
            <a:ext cx="402336" cy="402336"/>
          </a:xfrm>
          <a:prstGeom prst="ellipse">
            <a:avLst/>
          </a:prstGeom>
          <a:solidFill>
            <a:srgbClr val="5BA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83680" y="3867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32320" y="38130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(reverse-engineer) the classes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583680" y="4581144"/>
            <a:ext cx="402336" cy="402336"/>
          </a:xfrm>
          <a:prstGeom prst="ellipse">
            <a:avLst/>
          </a:prstGeom>
          <a:solidFill>
            <a:srgbClr val="5BA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83680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32320" y="4526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generates entities and a DbContext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583680" y="5294376"/>
            <a:ext cx="402336" cy="402336"/>
          </a:xfrm>
          <a:prstGeom prst="ellipse">
            <a:avLst/>
          </a:prstGeom>
          <a:solidFill>
            <a:srgbClr val="5BA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83680" y="5294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32320" y="52395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the schema already exists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Getting Started: Install the Packages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315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691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a project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207568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console or web app with the .NET SDK.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017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EF Core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97280" y="34015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core package plus a database provider</a:t>
            </a:r>
            <a:r>
              <a:rPr lang="en-US" sz="135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4343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the tools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97281" y="47274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CLI tools to run migration commands</a:t>
            </a:r>
            <a:r>
              <a:rPr lang="en-US" sz="135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425697" y="1581030"/>
            <a:ext cx="7430531" cy="3584448"/>
          </a:xfrm>
          <a:prstGeom prst="roundRect">
            <a:avLst>
              <a:gd name="adj" fmla="val 1857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25697" y="1581030"/>
            <a:ext cx="7430531" cy="327706"/>
          </a:xfrm>
          <a:prstGeom prst="rect">
            <a:avLst/>
          </a:prstGeom>
          <a:solidFill>
            <a:srgbClr val="1836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25491" y="1704474"/>
            <a:ext cx="82296" cy="82296"/>
          </a:xfrm>
          <a:prstGeom prst="ellipse">
            <a:avLst/>
          </a:prstGeom>
          <a:solidFill>
            <a:srgbClr val="E06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26659" y="1704474"/>
            <a:ext cx="82296" cy="82296"/>
          </a:xfrm>
          <a:prstGeom prst="ellipse">
            <a:avLst/>
          </a:prstGeom>
          <a:solidFill>
            <a:srgbClr val="E0B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7827" y="1704474"/>
            <a:ext cx="82296" cy="82296"/>
          </a:xfrm>
          <a:prstGeom prst="ellipse">
            <a:avLst/>
          </a:prstGeom>
          <a:solidFill>
            <a:srgbClr val="5FB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83859" y="158103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1" y="2191318"/>
            <a:ext cx="73147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new console app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</a:t>
            </a: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 -n BloggingApp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EF Core + a provider (SQLite)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</a:t>
            </a: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Microsoft.EntityFrameworkCore.Sqlite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the command-line tools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</a:t>
            </a: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 --global dotnet-ef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</a:t>
            </a: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Microsoft.EntityFrameworkCore.Design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Your Entity Classes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5074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entity class becomes a table; each public property becomes a column. EF Core uses simple naming conventions — a property named Id is treated as the primary key.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85814" y="3612172"/>
            <a:ext cx="146304" cy="146304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7566" y="350244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23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→ primary key  </a:t>
            </a: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EF detects Id (or ClassNameId) automatically.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85814" y="4389412"/>
            <a:ext cx="146304" cy="146304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7566" y="427968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23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→ columns  </a:t>
            </a: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Type and nullability map to the column</a:t>
            </a:r>
            <a:r>
              <a:rPr lang="en-US" sz="13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5814" y="5166652"/>
            <a:ext cx="146304" cy="146304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7566" y="505692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23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→ one table  </a:t>
            </a: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By convention, the table is named for the set.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943600" y="1508760"/>
            <a:ext cx="5669280" cy="3849624"/>
          </a:xfrm>
          <a:prstGeom prst="roundRect">
            <a:avLst>
              <a:gd name="adj" fmla="val 1425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0" y="1508760"/>
            <a:ext cx="5669280" cy="329184"/>
          </a:xfrm>
          <a:prstGeom prst="rect">
            <a:avLst/>
          </a:prstGeom>
          <a:solidFill>
            <a:srgbClr val="1836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08192" y="1632204"/>
            <a:ext cx="82296" cy="82296"/>
          </a:xfrm>
          <a:prstGeom prst="ellipse">
            <a:avLst/>
          </a:prstGeom>
          <a:solidFill>
            <a:srgbClr val="E06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0" y="1632204"/>
            <a:ext cx="82296" cy="82296"/>
          </a:xfrm>
          <a:prstGeom prst="ellipse">
            <a:avLst/>
          </a:prstGeom>
          <a:solidFill>
            <a:srgbClr val="E0B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10528" y="1632204"/>
            <a:ext cx="82296" cy="82296"/>
          </a:xfrm>
          <a:prstGeom prst="ellipse">
            <a:avLst/>
          </a:prstGeom>
          <a:solidFill>
            <a:srgbClr val="5FB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66560" y="15087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17920" y="1965960"/>
            <a:ext cx="516636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{ get; set; }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{ get; set; }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{ get; set; }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 { get; set; }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{ get; set; }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200" normalizeH="0" baseline="0" noProof="0">
                <a:ln>
                  <a:noFill/>
                </a:ln>
                <a:solidFill>
                  <a:srgbClr val="2E7DD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ANNOTATIONS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239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Mapping with Attributes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C7D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235670"/>
            <a:ext cx="11064240" cy="76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E71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Decorate a domain class with data annotations and EF Core carries them into the database schema — controlling text length, column type, and indexes.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ard 0"/>
          <p:cNvSpPr/>
          <p:nvPr/>
        </p:nvSpPr>
        <p:spPr>
          <a:xfrm>
            <a:off x="548639" y="2079932"/>
            <a:ext cx="6726803" cy="1240000"/>
          </a:xfrm>
          <a:prstGeom prst="roundRect">
            <a:avLst>
              <a:gd name="adj" fmla="val 2586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Bar 0"/>
          <p:cNvSpPr/>
          <p:nvPr/>
        </p:nvSpPr>
        <p:spPr>
          <a:xfrm>
            <a:off x="548640" y="2079932"/>
            <a:ext cx="1637969" cy="360000"/>
          </a:xfrm>
          <a:prstGeom prst="rect">
            <a:avLst/>
          </a:prstGeom>
          <a:solidFill>
            <a:srgbClr val="183654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Dot 0-0"/>
          <p:cNvSpPr/>
          <p:nvPr/>
        </p:nvSpPr>
        <p:spPr>
          <a:xfrm>
            <a:off x="724640" y="2218932"/>
            <a:ext cx="92000" cy="92000"/>
          </a:xfrm>
          <a:prstGeom prst="ellipse">
            <a:avLst/>
          </a:prstGeom>
          <a:solidFill>
            <a:srgbClr val="E0645B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Dot 0-1"/>
          <p:cNvSpPr/>
          <p:nvPr/>
        </p:nvSpPr>
        <p:spPr>
          <a:xfrm>
            <a:off x="944640" y="2218932"/>
            <a:ext cx="92000" cy="92000"/>
          </a:xfrm>
          <a:prstGeom prst="ellipse">
            <a:avLst/>
          </a:prstGeom>
          <a:solidFill>
            <a:srgbClr val="E0B15B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Dot 0-2"/>
          <p:cNvSpPr/>
          <p:nvPr/>
        </p:nvSpPr>
        <p:spPr>
          <a:xfrm>
            <a:off x="1164640" y="2218932"/>
            <a:ext cx="92000" cy="92000"/>
          </a:xfrm>
          <a:prstGeom prst="ellipse">
            <a:avLst/>
          </a:prstGeom>
          <a:solidFill>
            <a:srgbClr val="5FBF7A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ile 0"/>
          <p:cNvSpPr/>
          <p:nvPr/>
        </p:nvSpPr>
        <p:spPr>
          <a:xfrm>
            <a:off x="1448640" y="2079932"/>
            <a:ext cx="48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FB4C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Blog.cs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Code 0"/>
          <p:cNvSpPr/>
          <p:nvPr/>
        </p:nvSpPr>
        <p:spPr>
          <a:xfrm>
            <a:off x="798640" y="2440603"/>
            <a:ext cx="5350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FBF7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5FBF7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StringLength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FBF7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08AE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FBF7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A7E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string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DCE6F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CE6F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C90A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{ get; set; }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Label 0"/>
          <p:cNvSpPr/>
          <p:nvPr/>
        </p:nvSpPr>
        <p:spPr>
          <a:xfrm>
            <a:off x="7504038" y="2229932"/>
            <a:ext cx="4108841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80" normalizeH="0" baseline="0" noProof="0" dirty="0">
                <a:ln>
                  <a:noFill/>
                </a:ln>
                <a:solidFill>
                  <a:srgbClr val="2E7DD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kumimoji="0" lang="en-US" sz="2400" b="1" i="0" u="none" strike="noStrike" kern="1200" cap="none" spc="80" normalizeH="0" baseline="0" noProof="0" dirty="0" err="1">
                <a:ln>
                  <a:noFill/>
                </a:ln>
                <a:solidFill>
                  <a:srgbClr val="2E7DD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StringLength</a:t>
            </a:r>
            <a:r>
              <a:rPr kumimoji="0" lang="en-US" sz="2400" b="1" i="0" u="none" strike="noStrike" kern="1200" cap="none" spc="80" normalizeH="0" baseline="0" noProof="0" dirty="0">
                <a:ln>
                  <a:noFill/>
                </a:ln>
                <a:solidFill>
                  <a:srgbClr val="2E7DD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Note 0"/>
          <p:cNvSpPr/>
          <p:nvPr/>
        </p:nvSpPr>
        <p:spPr>
          <a:xfrm>
            <a:off x="7504040" y="2639932"/>
            <a:ext cx="410884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E71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Caps the text column and validates input at 200 characters.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Card 1"/>
          <p:cNvSpPr/>
          <p:nvPr/>
        </p:nvSpPr>
        <p:spPr>
          <a:xfrm>
            <a:off x="548640" y="3519932"/>
            <a:ext cx="6726802" cy="1240000"/>
          </a:xfrm>
          <a:prstGeom prst="roundRect">
            <a:avLst>
              <a:gd name="adj" fmla="val 2586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Bar 1"/>
          <p:cNvSpPr/>
          <p:nvPr/>
        </p:nvSpPr>
        <p:spPr>
          <a:xfrm>
            <a:off x="548640" y="3519932"/>
            <a:ext cx="1717482" cy="360000"/>
          </a:xfrm>
          <a:prstGeom prst="rect">
            <a:avLst/>
          </a:prstGeom>
          <a:solidFill>
            <a:srgbClr val="183654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Dot 1-0"/>
          <p:cNvSpPr/>
          <p:nvPr/>
        </p:nvSpPr>
        <p:spPr>
          <a:xfrm>
            <a:off x="724640" y="3658932"/>
            <a:ext cx="92000" cy="92000"/>
          </a:xfrm>
          <a:prstGeom prst="ellipse">
            <a:avLst/>
          </a:prstGeom>
          <a:solidFill>
            <a:srgbClr val="E0645B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Dot 1-1"/>
          <p:cNvSpPr/>
          <p:nvPr/>
        </p:nvSpPr>
        <p:spPr>
          <a:xfrm>
            <a:off x="944640" y="3658932"/>
            <a:ext cx="92000" cy="92000"/>
          </a:xfrm>
          <a:prstGeom prst="ellipse">
            <a:avLst/>
          </a:prstGeom>
          <a:solidFill>
            <a:srgbClr val="E0B15B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Dot 1-2"/>
          <p:cNvSpPr/>
          <p:nvPr/>
        </p:nvSpPr>
        <p:spPr>
          <a:xfrm>
            <a:off x="1164640" y="3658932"/>
            <a:ext cx="92000" cy="92000"/>
          </a:xfrm>
          <a:prstGeom prst="ellipse">
            <a:avLst/>
          </a:prstGeom>
          <a:solidFill>
            <a:srgbClr val="5FBF7A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ile 1"/>
          <p:cNvSpPr/>
          <p:nvPr/>
        </p:nvSpPr>
        <p:spPr>
          <a:xfrm>
            <a:off x="1448640" y="3519932"/>
            <a:ext cx="48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FB4C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Blog.cs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Code 1"/>
          <p:cNvSpPr/>
          <p:nvPr/>
        </p:nvSpPr>
        <p:spPr>
          <a:xfrm>
            <a:off x="798640" y="3880603"/>
            <a:ext cx="639729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FBF7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[Column(TypeName=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0A45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"money"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FBF7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A7E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decimal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CE6F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Price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C90A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{ get; set;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C90A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Label 1"/>
          <p:cNvSpPr/>
          <p:nvPr/>
        </p:nvSpPr>
        <p:spPr>
          <a:xfrm>
            <a:off x="7504040" y="3669932"/>
            <a:ext cx="4108839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80" normalizeH="0" baseline="0" noProof="0" dirty="0">
                <a:ln>
                  <a:noFill/>
                </a:ln>
                <a:solidFill>
                  <a:srgbClr val="2E7DD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[Column(TypeName)]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Note 1"/>
          <p:cNvSpPr/>
          <p:nvPr/>
        </p:nvSpPr>
        <p:spPr>
          <a:xfrm>
            <a:off x="7504042" y="4079932"/>
            <a:ext cx="4108838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E71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Maps the property to an exact database column type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E71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Card 2"/>
          <p:cNvSpPr/>
          <p:nvPr/>
        </p:nvSpPr>
        <p:spPr>
          <a:xfrm>
            <a:off x="548639" y="4959932"/>
            <a:ext cx="6726801" cy="1240000"/>
          </a:xfrm>
          <a:prstGeom prst="roundRect">
            <a:avLst>
              <a:gd name="adj" fmla="val 2586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Bar 2"/>
          <p:cNvSpPr/>
          <p:nvPr/>
        </p:nvSpPr>
        <p:spPr>
          <a:xfrm>
            <a:off x="548640" y="4959932"/>
            <a:ext cx="1717482" cy="360000"/>
          </a:xfrm>
          <a:prstGeom prst="rect">
            <a:avLst/>
          </a:prstGeom>
          <a:solidFill>
            <a:srgbClr val="183654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Dot 2-0"/>
          <p:cNvSpPr/>
          <p:nvPr/>
        </p:nvSpPr>
        <p:spPr>
          <a:xfrm>
            <a:off x="724640" y="5098932"/>
            <a:ext cx="92000" cy="92000"/>
          </a:xfrm>
          <a:prstGeom prst="ellipse">
            <a:avLst/>
          </a:prstGeom>
          <a:solidFill>
            <a:srgbClr val="E0645B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Dot 2-1"/>
          <p:cNvSpPr/>
          <p:nvPr/>
        </p:nvSpPr>
        <p:spPr>
          <a:xfrm>
            <a:off x="944640" y="5098932"/>
            <a:ext cx="92000" cy="92000"/>
          </a:xfrm>
          <a:prstGeom prst="ellipse">
            <a:avLst/>
          </a:prstGeom>
          <a:solidFill>
            <a:srgbClr val="E0B15B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Dot 2-2"/>
          <p:cNvSpPr/>
          <p:nvPr/>
        </p:nvSpPr>
        <p:spPr>
          <a:xfrm>
            <a:off x="1164640" y="5098932"/>
            <a:ext cx="92000" cy="92000"/>
          </a:xfrm>
          <a:prstGeom prst="ellipse">
            <a:avLst/>
          </a:prstGeom>
          <a:solidFill>
            <a:srgbClr val="5FBF7A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File 2"/>
          <p:cNvSpPr/>
          <p:nvPr/>
        </p:nvSpPr>
        <p:spPr>
          <a:xfrm>
            <a:off x="1448640" y="4959932"/>
            <a:ext cx="48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FB4C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Blog.cs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Code 2"/>
          <p:cNvSpPr/>
          <p:nvPr/>
        </p:nvSpPr>
        <p:spPr>
          <a:xfrm>
            <a:off x="798640" y="5340481"/>
            <a:ext cx="6307838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FBF7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[Index(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5BA7E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nameof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CE6F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DCE6F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CE6F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DCE6F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IsUnique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CE6F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08AE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FBF7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A7E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CE6F2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Blog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C90A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{ ... }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Label 2"/>
          <p:cNvSpPr/>
          <p:nvPr/>
        </p:nvSpPr>
        <p:spPr>
          <a:xfrm>
            <a:off x="7504042" y="5109932"/>
            <a:ext cx="4108838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80" normalizeH="0" baseline="0" noProof="0" dirty="0">
                <a:ln>
                  <a:noFill/>
                </a:ln>
                <a:solidFill>
                  <a:srgbClr val="2E7DD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[Index()]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Note 2"/>
          <p:cNvSpPr/>
          <p:nvPr/>
        </p:nvSpPr>
        <p:spPr>
          <a:xfrm>
            <a:off x="7504042" y="5519932"/>
            <a:ext cx="4108837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E71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Builds a database index on the column — optionally unique.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THE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DbContext: Your Gateway to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that inherits from DbContext represents a session with the database. Each DbSet&lt;T&gt; property is a table you can query and save.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120640" cy="841248"/>
          </a:xfrm>
          <a:prstGeom prst="rect">
            <a:avLst/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73152" cy="841248"/>
          </a:xfrm>
          <a:prstGeom prst="rect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30175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DbContext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49808" y="334670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connections, queries and saving</a:t>
            </a:r>
            <a:r>
              <a:rPr lang="en-US" sz="125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120640" cy="841248"/>
          </a:xfrm>
          <a:prstGeom prst="rect">
            <a:avLst/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73152" cy="841248"/>
          </a:xfrm>
          <a:prstGeom prst="rect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39776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DbSet&lt;Blog&gt;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49808" y="430682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Blogs table for LINQ queries</a:t>
            </a:r>
            <a:r>
              <a:rPr lang="en-US" sz="125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5120640" cy="841248"/>
          </a:xfrm>
          <a:prstGeom prst="rect">
            <a:avLst/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73152" cy="841248"/>
          </a:xfrm>
          <a:prstGeom prst="rect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" y="49377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SaveChanges()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49808" y="526694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all tracked changes to the database</a:t>
            </a:r>
            <a:r>
              <a:rPr lang="en-US" sz="125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0" y="1508760"/>
            <a:ext cx="5669280" cy="3314700"/>
          </a:xfrm>
          <a:prstGeom prst="roundRect">
            <a:avLst>
              <a:gd name="adj" fmla="val 1655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0" y="1508760"/>
            <a:ext cx="5669280" cy="329184"/>
          </a:xfrm>
          <a:prstGeom prst="rect">
            <a:avLst/>
          </a:prstGeom>
          <a:solidFill>
            <a:srgbClr val="1836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08192" y="1632204"/>
            <a:ext cx="82296" cy="82296"/>
          </a:xfrm>
          <a:prstGeom prst="ellipse">
            <a:avLst/>
          </a:prstGeom>
          <a:solidFill>
            <a:srgbClr val="E06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09360" y="1632204"/>
            <a:ext cx="82296" cy="82296"/>
          </a:xfrm>
          <a:prstGeom prst="ellipse">
            <a:avLst/>
          </a:prstGeom>
          <a:solidFill>
            <a:srgbClr val="E0B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510528" y="1632204"/>
            <a:ext cx="82296" cy="82296"/>
          </a:xfrm>
          <a:prstGeom prst="ellipse">
            <a:avLst/>
          </a:prstGeom>
          <a:solidFill>
            <a:srgbClr val="5FB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66560" y="15087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BloggingContext.cs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17920" y="1965960"/>
            <a:ext cx="5166360" cy="2784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Microsoft.EntityFrameworkCore;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BloggingContext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DbContext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</a:t>
            </a:r>
            <a:r>
              <a:rPr lang="en-US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DbSet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Blogs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get; set; }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</a:t>
            </a:r>
            <a:r>
              <a:rPr lang="en-US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DbSet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Posts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get; set; }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 the Context at a Database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EF Core which provider and connection to use. In a small app you can override OnConfiguring; in a web app you register the context with dependency injection.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66928" y="3435194"/>
            <a:ext cx="146304" cy="146304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332546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 </a:t>
            </a:r>
            <a:r>
              <a:rPr lang="en-US" sz="24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UseSqlite, UseSqlServer, UseNpgsql, …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66928" y="4273784"/>
            <a:ext cx="146304" cy="146304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416405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string  </a:t>
            </a:r>
            <a:r>
              <a:rPr lang="en-US" sz="24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Where and how to reach the database</a:t>
            </a:r>
            <a:r>
              <a:rPr lang="en-US" sz="16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5215618"/>
            <a:ext cx="146304" cy="146304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510589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registration  </a:t>
            </a:r>
            <a:r>
              <a:rPr lang="en-US" sz="24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AddDbContext wires it into a web app</a:t>
            </a:r>
            <a:r>
              <a:rPr lang="en-US" sz="16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0" y="1508760"/>
            <a:ext cx="5669280" cy="3047238"/>
          </a:xfrm>
          <a:prstGeom prst="roundRect">
            <a:avLst>
              <a:gd name="adj" fmla="val 1800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0" y="1508760"/>
            <a:ext cx="5669280" cy="329184"/>
          </a:xfrm>
          <a:prstGeom prst="rect">
            <a:avLst/>
          </a:prstGeom>
          <a:solidFill>
            <a:srgbClr val="1836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08192" y="1632204"/>
            <a:ext cx="82296" cy="82296"/>
          </a:xfrm>
          <a:prstGeom prst="ellipse">
            <a:avLst/>
          </a:prstGeom>
          <a:solidFill>
            <a:srgbClr val="E06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0" y="1632204"/>
            <a:ext cx="82296" cy="82296"/>
          </a:xfrm>
          <a:prstGeom prst="ellipse">
            <a:avLst/>
          </a:prstGeom>
          <a:solidFill>
            <a:srgbClr val="E0B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10528" y="1632204"/>
            <a:ext cx="82296" cy="82296"/>
          </a:xfrm>
          <a:prstGeom prst="ellipse">
            <a:avLst/>
          </a:prstGeom>
          <a:solidFill>
            <a:srgbClr val="5FB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66560" y="15087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BloggingContext.cs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17920" y="1965960"/>
            <a:ext cx="5166360" cy="2516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600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BloggingContext </a:t>
            </a: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600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DbContext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override void </a:t>
            </a: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OnConfiguring(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600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DbContextOptionsBuilder </a:t>
            </a: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options)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options.UseSqlite(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600" dirty="0">
                <a:solidFill>
                  <a:srgbClr val="E0A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 Source=blogging.db"</a:t>
            </a: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MIGRATIONS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Migrations?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migration is a versioned snapshot of your model. EF compares your classes to the last migration and generates the code needed to bring the database in sync.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6" y="2724023"/>
            <a:ext cx="2606040" cy="2747625"/>
          </a:xfrm>
          <a:prstGeom prst="roundRect">
            <a:avLst>
              <a:gd name="adj" fmla="val 2128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76078" y="2998344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6078" y="2998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6078" y="3592704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classes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76078" y="4095624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or add entity properties in C#.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980950" y="3798444"/>
            <a:ext cx="274320" cy="0"/>
          </a:xfrm>
          <a:prstGeom prst="line">
            <a:avLst/>
          </a:prstGeom>
          <a:noFill/>
          <a:ln w="31750">
            <a:solidFill>
              <a:srgbClr val="2E7DD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10134" y="2724023"/>
            <a:ext cx="2606040" cy="2747625"/>
          </a:xfrm>
          <a:prstGeom prst="roundRect">
            <a:avLst>
              <a:gd name="adj" fmla="val 2128"/>
            </a:avLst>
          </a:prstGeom>
          <a:solidFill>
            <a:srgbClr val="12395E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566166" y="2998344"/>
            <a:ext cx="402336" cy="402336"/>
          </a:xfrm>
          <a:prstGeom prst="ellipse">
            <a:avLst/>
          </a:prstGeom>
          <a:solidFill>
            <a:srgbClr val="5BA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66166" y="2998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6" y="3592704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migration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566166" y="4095624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records the difference as a new file.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971038" y="3798444"/>
            <a:ext cx="274320" cy="0"/>
          </a:xfrm>
          <a:prstGeom prst="line">
            <a:avLst/>
          </a:prstGeom>
          <a:noFill/>
          <a:ln w="31750">
            <a:solidFill>
              <a:srgbClr val="2E7DD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0222" y="2724023"/>
            <a:ext cx="2606040" cy="2747625"/>
          </a:xfrm>
          <a:prstGeom prst="roundRect">
            <a:avLst>
              <a:gd name="adj" fmla="val 2128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56254" y="2998344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56254" y="2998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56254" y="3592704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56254" y="4095624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generated Up / Down methods.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961126" y="3798444"/>
            <a:ext cx="274320" cy="0"/>
          </a:xfrm>
          <a:prstGeom prst="line">
            <a:avLst/>
          </a:prstGeom>
          <a:noFill/>
          <a:ln w="31750">
            <a:solidFill>
              <a:srgbClr val="2E7DD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290310" y="2724023"/>
            <a:ext cx="2606040" cy="2747625"/>
          </a:xfrm>
          <a:prstGeom prst="roundRect">
            <a:avLst>
              <a:gd name="adj" fmla="val 2128"/>
            </a:avLst>
          </a:prstGeom>
          <a:solidFill>
            <a:srgbClr val="12395E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546342" y="2998344"/>
            <a:ext cx="402336" cy="402336"/>
          </a:xfrm>
          <a:prstGeom prst="ellipse">
            <a:avLst/>
          </a:prstGeom>
          <a:solidFill>
            <a:srgbClr val="5BA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546342" y="2998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546342" y="3592704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database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546342" y="4095624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applies the change to the schema.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MIGRATIONS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and Apply a Migration </a:t>
            </a:r>
            <a:r>
              <a:rPr lang="en-US" sz="24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(using Package Manager Console)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315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commands take you from C# classes to a real database. Run the first to generate a migration, the second to apply it.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120640" cy="841248"/>
          </a:xfrm>
          <a:prstGeom prst="rect">
            <a:avLst/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73152" cy="841248"/>
          </a:xfrm>
          <a:prstGeom prst="rect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29260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Add-Migration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9808" y="325526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migration named, e.g., InitialCreate</a:t>
            </a:r>
            <a:r>
              <a:rPr lang="en-US" sz="125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120640" cy="841248"/>
          </a:xfrm>
          <a:prstGeom prst="rect">
            <a:avLst/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73152" cy="841248"/>
          </a:xfrm>
          <a:prstGeom prst="rect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38862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Update-Database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9808" y="421538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pending migrations against the database.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5120640" cy="841248"/>
          </a:xfrm>
          <a:prstGeom prst="rect">
            <a:avLst/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73152" cy="841248"/>
          </a:xfrm>
          <a:prstGeom prst="rect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" y="48463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 anytime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9808" y="51755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migration each time the model changes</a:t>
            </a:r>
            <a:r>
              <a:rPr lang="en-US" sz="125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0" y="1783080"/>
            <a:ext cx="5669280" cy="3548462"/>
          </a:xfrm>
          <a:prstGeom prst="roundRect">
            <a:avLst>
              <a:gd name="adj" fmla="val 1857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0" y="1783080"/>
            <a:ext cx="5669280" cy="329184"/>
          </a:xfrm>
          <a:prstGeom prst="rect">
            <a:avLst/>
          </a:prstGeom>
          <a:solidFill>
            <a:srgbClr val="1836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08192" y="1906524"/>
            <a:ext cx="82296" cy="82296"/>
          </a:xfrm>
          <a:prstGeom prst="ellipse">
            <a:avLst/>
          </a:prstGeom>
          <a:solidFill>
            <a:srgbClr val="E06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09360" y="1906524"/>
            <a:ext cx="82296" cy="82296"/>
          </a:xfrm>
          <a:prstGeom prst="ellipse">
            <a:avLst/>
          </a:prstGeom>
          <a:solidFill>
            <a:srgbClr val="E0B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510528" y="1906524"/>
            <a:ext cx="82296" cy="82296"/>
          </a:xfrm>
          <a:prstGeom prst="ellipse">
            <a:avLst/>
          </a:prstGeom>
          <a:solidFill>
            <a:srgbClr val="5FB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66560" y="17830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17920" y="2240280"/>
            <a:ext cx="5166360" cy="2424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generate the first migration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PM&gt; Add-Migration InitialCreate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create / update the database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PM&gt; Update-Database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later, after changing a model:</a:t>
            </a:r>
            <a:endParaRPr lang="en-US" dirty="0"/>
          </a:p>
          <a:p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PM&gt; Add-Migration </a:t>
            </a:r>
            <a:r>
              <a:rPr lang="en-US" dirty="0" err="1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AddRatingCol</a:t>
            </a:r>
            <a:endParaRPr lang="en-US" dirty="0"/>
          </a:p>
          <a:p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PM&gt; Update-Database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and Read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315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Create:  </a:t>
            </a:r>
            <a:r>
              <a:rPr lang="en-US" sz="24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object and call SaveChanges.    </a:t>
            </a:r>
            <a:r>
              <a:rPr lang="en-US" sz="2400" b="1" dirty="0">
                <a:solidFill>
                  <a:srgbClr val="123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 </a:t>
            </a:r>
            <a:r>
              <a:rPr lang="en-US" sz="24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 DbSet with LINQ or Find.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5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5577840" cy="2862072"/>
          </a:xfrm>
          <a:prstGeom prst="roundRect">
            <a:avLst>
              <a:gd name="adj" fmla="val 2317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5577840" cy="329184"/>
          </a:xfrm>
          <a:prstGeom prst="rect">
            <a:avLst/>
          </a:prstGeom>
          <a:solidFill>
            <a:srgbClr val="1836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2455164"/>
            <a:ext cx="82296" cy="82296"/>
          </a:xfrm>
          <a:prstGeom prst="ellipse">
            <a:avLst/>
          </a:prstGeom>
          <a:solidFill>
            <a:srgbClr val="E06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4400" y="2455164"/>
            <a:ext cx="82296" cy="82296"/>
          </a:xfrm>
          <a:prstGeom prst="ellipse">
            <a:avLst/>
          </a:prstGeom>
          <a:solidFill>
            <a:srgbClr val="E0B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15568" y="2455164"/>
            <a:ext cx="82296" cy="82296"/>
          </a:xfrm>
          <a:prstGeom prst="ellipse">
            <a:avLst/>
          </a:prstGeom>
          <a:solidFill>
            <a:srgbClr val="5FB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" y="23317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3232" y="2788920"/>
            <a:ext cx="5184648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(var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= </a:t>
            </a: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dirty="0" err="1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BloggingContext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</a:rPr>
              <a:t>{</a:t>
            </a: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 = </a:t>
            </a: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Url = </a:t>
            </a:r>
            <a:r>
              <a:rPr lang="en-US" dirty="0">
                <a:solidFill>
                  <a:srgbClr val="E0A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"https://blogs/efcore"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};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dirty="0" err="1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db.Blogs.Add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(blog);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dirty="0" err="1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db.SaveChanges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</a:rPr>
              <a:t>}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27832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5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2331719"/>
            <a:ext cx="5303520" cy="3361157"/>
          </a:xfrm>
          <a:prstGeom prst="roundRect">
            <a:avLst>
              <a:gd name="adj" fmla="val 1917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09360" y="2331720"/>
            <a:ext cx="5303520" cy="329184"/>
          </a:xfrm>
          <a:prstGeom prst="rect">
            <a:avLst/>
          </a:prstGeom>
          <a:solidFill>
            <a:srgbClr val="1836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73952" y="2455164"/>
            <a:ext cx="82296" cy="82296"/>
          </a:xfrm>
          <a:prstGeom prst="ellipse">
            <a:avLst/>
          </a:prstGeom>
          <a:solidFill>
            <a:srgbClr val="E06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675120" y="2455164"/>
            <a:ext cx="82296" cy="82296"/>
          </a:xfrm>
          <a:prstGeom prst="ellipse">
            <a:avLst/>
          </a:prstGeom>
          <a:solidFill>
            <a:srgbClr val="E0B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76288" y="2455164"/>
            <a:ext cx="82296" cy="82296"/>
          </a:xfrm>
          <a:prstGeom prst="ellipse">
            <a:avLst/>
          </a:prstGeom>
          <a:solidFill>
            <a:srgbClr val="5FB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0" y="23317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0" y="2788920"/>
            <a:ext cx="4800600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 blogs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= db.Blogs.ToList();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one blog by primary key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= db.Blogs.Find(</a:t>
            </a:r>
            <a:r>
              <a:rPr lang="en-US" dirty="0">
                <a:solidFill>
                  <a:srgbClr val="D08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first match of a condition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 = db.Blogs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.First(b =&gt; b.Id == </a:t>
            </a:r>
            <a:r>
              <a:rPr lang="en-US" dirty="0">
                <a:solidFill>
                  <a:srgbClr val="D08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and Delete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315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64240" cy="450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tracks the objects you load. Change a property and it knows to issue an UPDATE; call Remove and it issues a DELETE — both on the next SaveChanges.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46887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5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88918"/>
            <a:ext cx="5577840" cy="2763848"/>
          </a:xfrm>
          <a:prstGeom prst="roundRect">
            <a:avLst>
              <a:gd name="adj" fmla="val 2586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788918"/>
            <a:ext cx="5577840" cy="329184"/>
          </a:xfrm>
          <a:prstGeom prst="rect">
            <a:avLst/>
          </a:prstGeom>
          <a:solidFill>
            <a:srgbClr val="1836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2912362"/>
            <a:ext cx="82296" cy="82296"/>
          </a:xfrm>
          <a:prstGeom prst="ellipse">
            <a:avLst/>
          </a:prstGeom>
          <a:solidFill>
            <a:srgbClr val="E06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4400" y="2912362"/>
            <a:ext cx="82296" cy="82296"/>
          </a:xfrm>
          <a:prstGeom prst="ellipse">
            <a:avLst/>
          </a:prstGeom>
          <a:solidFill>
            <a:srgbClr val="E0B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15568" y="2912362"/>
            <a:ext cx="82296" cy="82296"/>
          </a:xfrm>
          <a:prstGeom prst="ellipse">
            <a:avLst/>
          </a:prstGeom>
          <a:solidFill>
            <a:srgbClr val="5FB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" y="278891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3246118"/>
            <a:ext cx="50749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20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 = db.Blogs.Find(</a:t>
            </a:r>
            <a:r>
              <a:rPr lang="en-US" sz="2000" dirty="0">
                <a:solidFill>
                  <a:srgbClr val="D08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20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blog.Url = </a:t>
            </a:r>
            <a:r>
              <a:rPr lang="en-US" sz="2000" dirty="0">
                <a:solidFill>
                  <a:srgbClr val="E0A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"https://blogs/dotnet"</a:t>
            </a:r>
            <a:r>
              <a:rPr lang="en-US" sz="20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EF detects the change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db.SaveChanges();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09360" y="246887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5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2788918"/>
            <a:ext cx="5303520" cy="2763848"/>
          </a:xfrm>
          <a:prstGeom prst="roundRect">
            <a:avLst>
              <a:gd name="adj" fmla="val 2586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09360" y="2788918"/>
            <a:ext cx="5303520" cy="329184"/>
          </a:xfrm>
          <a:prstGeom prst="rect">
            <a:avLst/>
          </a:prstGeom>
          <a:solidFill>
            <a:srgbClr val="1836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73952" y="2912362"/>
            <a:ext cx="82296" cy="82296"/>
          </a:xfrm>
          <a:prstGeom prst="ellipse">
            <a:avLst/>
          </a:prstGeom>
          <a:solidFill>
            <a:srgbClr val="E06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675120" y="2912362"/>
            <a:ext cx="82296" cy="82296"/>
          </a:xfrm>
          <a:prstGeom prst="ellipse">
            <a:avLst/>
          </a:prstGeom>
          <a:solidFill>
            <a:srgbClr val="E0B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76288" y="2912362"/>
            <a:ext cx="82296" cy="82296"/>
          </a:xfrm>
          <a:prstGeom prst="ellipse">
            <a:avLst/>
          </a:prstGeom>
          <a:solidFill>
            <a:srgbClr val="5FB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0" y="278891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0" y="3246118"/>
            <a:ext cx="480060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20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 = db.Blogs.Find(</a:t>
            </a:r>
            <a:r>
              <a:rPr lang="en-US" sz="2000" dirty="0">
                <a:solidFill>
                  <a:srgbClr val="D08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20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db.Blogs.Remove(blog);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row removed on save</a:t>
            </a: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db.SaveChanges();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Querying with LINQ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315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queries from familiar LINQ operators. EF translates them to SQL and runs them in the database — only the results come back.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66928" y="3596235"/>
            <a:ext cx="146304" cy="146304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3516003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</a:t>
            </a: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Filter rows by a condition</a:t>
            </a:r>
            <a:r>
              <a:rPr lang="en-US" sz="13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4236315"/>
            <a:ext cx="146304" cy="146304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4156083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OrderBy  </a:t>
            </a: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Sort the results.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66928" y="4876395"/>
            <a:ext cx="146304" cy="146304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4796163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</a:t>
            </a: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Project into the shape you need</a:t>
            </a:r>
            <a:r>
              <a:rPr lang="en-US" sz="13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5516475"/>
            <a:ext cx="146304" cy="146304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5436243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 </a:t>
            </a: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Pull in related data.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943600" y="1508760"/>
            <a:ext cx="5669280" cy="3822192"/>
          </a:xfrm>
          <a:prstGeom prst="roundRect">
            <a:avLst>
              <a:gd name="adj" fmla="val 1708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0" y="1508760"/>
            <a:ext cx="5669280" cy="329184"/>
          </a:xfrm>
          <a:prstGeom prst="rect">
            <a:avLst/>
          </a:prstGeom>
          <a:solidFill>
            <a:srgbClr val="1836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08192" y="1632204"/>
            <a:ext cx="82296" cy="82296"/>
          </a:xfrm>
          <a:prstGeom prst="ellipse">
            <a:avLst/>
          </a:prstGeom>
          <a:solidFill>
            <a:srgbClr val="E06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09360" y="1632204"/>
            <a:ext cx="82296" cy="82296"/>
          </a:xfrm>
          <a:prstGeom prst="ellipse">
            <a:avLst/>
          </a:prstGeom>
          <a:solidFill>
            <a:srgbClr val="E0B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10528" y="1632204"/>
            <a:ext cx="82296" cy="82296"/>
          </a:xfrm>
          <a:prstGeom prst="ellipse">
            <a:avLst/>
          </a:prstGeom>
          <a:solidFill>
            <a:srgbClr val="5FB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66560" y="15087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0" y="1965960"/>
            <a:ext cx="5166360" cy="2681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posts = db.Posts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.Where(p =&gt; p.Title.Contains(</a:t>
            </a:r>
            <a:r>
              <a:rPr lang="en-US" dirty="0">
                <a:solidFill>
                  <a:srgbClr val="E0A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"EF"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.OrderBy(p =&gt; p.Title)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.Select(p =&gt; </a:t>
            </a: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p.Id, p.Title })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.ToList();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load a blog with its posts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 = db.Blogs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.Include(b =&gt; b.Posts)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.First();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One-to-Many: A Blog Has Many Posts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2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 ·  C# Code First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31575" y="65105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navigation properties and a foreign key, and EF Core wires the relationship up by convention — no extra configuration needed</a:t>
            </a:r>
            <a:r>
              <a:rPr lang="en-US" sz="145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241750"/>
            <a:ext cx="5486400" cy="3983355"/>
          </a:xfrm>
          <a:prstGeom prst="roundRect">
            <a:avLst>
              <a:gd name="adj" fmla="val 1377"/>
            </a:avLst>
          </a:prstGeom>
          <a:solidFill>
            <a:srgbClr val="0E2236"/>
          </a:solidFill>
          <a:ln w="12700">
            <a:solidFill>
              <a:srgbClr val="0E2D49"/>
            </a:solidFill>
            <a:prstDash val="solid"/>
          </a:ln>
          <a:effectLst>
            <a:outerShdw blurRad="114300" dist="38100" dir="5400000" algn="bl" rotWithShape="0">
              <a:srgbClr val="0A1A2A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241750"/>
            <a:ext cx="5486400" cy="329184"/>
          </a:xfrm>
          <a:prstGeom prst="rect">
            <a:avLst/>
          </a:prstGeom>
          <a:solidFill>
            <a:srgbClr val="1836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3232" y="2365194"/>
            <a:ext cx="82296" cy="82296"/>
          </a:xfrm>
          <a:prstGeom prst="ellipse">
            <a:avLst/>
          </a:prstGeom>
          <a:solidFill>
            <a:srgbClr val="E064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2365194"/>
            <a:ext cx="82296" cy="82296"/>
          </a:xfrm>
          <a:prstGeom prst="ellipse">
            <a:avLst/>
          </a:prstGeom>
          <a:solidFill>
            <a:srgbClr val="E0B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15568" y="2365194"/>
            <a:ext cx="82296" cy="82296"/>
          </a:xfrm>
          <a:prstGeom prst="ellipse">
            <a:avLst/>
          </a:prstGeom>
          <a:solidFill>
            <a:srgbClr val="5FB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0" y="224175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Models.cs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2698950"/>
            <a:ext cx="4983480" cy="3453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600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</a:t>
            </a: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{ get; set; }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</a:t>
            </a: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{ get; set; }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List</a:t>
            </a: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600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Posts { get; set; }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600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</a:t>
            </a: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{ get; set; }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</a:t>
            </a: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BlogId { get; set; }</a:t>
            </a:r>
            <a:r>
              <a:rPr lang="en-US" sz="1600" dirty="0">
                <a:solidFill>
                  <a:srgbClr val="7C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// FK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5BA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</a:t>
            </a:r>
            <a:r>
              <a:rPr lang="en-US" sz="1600" dirty="0">
                <a:solidFill>
                  <a:srgbClr val="57C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 </a:t>
            </a: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 { get; set; }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2057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2E7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CONVENTION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37960" y="2468880"/>
            <a:ext cx="5074920" cy="841248"/>
          </a:xfrm>
          <a:prstGeom prst="roundRect">
            <a:avLst>
              <a:gd name="adj" fmla="val 5435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39128" y="2688336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39128" y="2688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0" y="257860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Collection navigation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315200" y="288950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Blog.Posts is the “many” side</a:t>
            </a:r>
            <a:r>
              <a:rPr lang="en-US" sz="12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37960" y="3429000"/>
            <a:ext cx="5074920" cy="841248"/>
          </a:xfrm>
          <a:prstGeom prst="roundRect">
            <a:avLst>
              <a:gd name="adj" fmla="val 5435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39128" y="3648456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39128" y="3648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0" y="353872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navigation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315200" y="384962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Post.Blog points back to the parent</a:t>
            </a:r>
            <a:r>
              <a:rPr lang="en-US" sz="12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37960" y="4389120"/>
            <a:ext cx="5074920" cy="841248"/>
          </a:xfrm>
          <a:prstGeom prst="roundRect">
            <a:avLst>
              <a:gd name="adj" fmla="val 5435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739128" y="4608576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39128" y="4608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15200" y="449884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Foreign key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315200" y="480974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Post.BlogId links each post to its blog</a:t>
            </a:r>
            <a:r>
              <a:rPr lang="en-US" sz="1200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37960" y="5349240"/>
            <a:ext cx="5074920" cy="841248"/>
          </a:xfrm>
          <a:prstGeom prst="roundRect">
            <a:avLst>
              <a:gd name="adj" fmla="val 5435"/>
            </a:avLst>
          </a:prstGeom>
          <a:solidFill>
            <a:srgbClr val="F4F8FC"/>
          </a:solidFill>
          <a:ln w="12700">
            <a:solidFill>
              <a:srgbClr val="D6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739128" y="5568696"/>
            <a:ext cx="402336" cy="402336"/>
          </a:xfrm>
          <a:prstGeom prst="ellipse">
            <a:avLst/>
          </a:prstGeom>
          <a:solidFill>
            <a:srgbClr val="2E7D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739128" y="5568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15200" y="545896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9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related rows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315200" y="576986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E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Include(b =&gt; b.Posts) when querying.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3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BA7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BA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3232" y="98755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Recap &amp; Where to Go Next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3520440" cy="1234440"/>
          </a:xfrm>
          <a:prstGeom prst="roundRect">
            <a:avLst>
              <a:gd name="adj" fmla="val 3704"/>
            </a:avLst>
          </a:prstGeom>
          <a:solidFill>
            <a:srgbClr val="1B4B73"/>
          </a:solidFill>
          <a:ln w="12700">
            <a:solidFill>
              <a:srgbClr val="275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11226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A7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47802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D7E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C# classes become your tables</a:t>
            </a:r>
            <a:r>
              <a:rPr lang="en-US" sz="1250" dirty="0">
                <a:solidFill>
                  <a:srgbClr val="D7E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26280" y="1965960"/>
            <a:ext cx="3520440" cy="1234440"/>
          </a:xfrm>
          <a:prstGeom prst="roundRect">
            <a:avLst>
              <a:gd name="adj" fmla="val 3704"/>
            </a:avLst>
          </a:prstGeom>
          <a:solidFill>
            <a:srgbClr val="1B4B73"/>
          </a:solidFill>
          <a:ln w="12700">
            <a:solidFill>
              <a:srgbClr val="275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211226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A7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DbContext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247802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D7E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gateway for querying and saving</a:t>
            </a:r>
            <a:r>
              <a:rPr lang="en-US" sz="1250" dirty="0">
                <a:solidFill>
                  <a:srgbClr val="D7E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321040" y="1965960"/>
            <a:ext cx="3520440" cy="1234440"/>
          </a:xfrm>
          <a:prstGeom prst="roundRect">
            <a:avLst>
              <a:gd name="adj" fmla="val 3704"/>
            </a:avLst>
          </a:prstGeom>
          <a:solidFill>
            <a:srgbClr val="1B4B73"/>
          </a:solidFill>
          <a:ln w="12700">
            <a:solidFill>
              <a:srgbClr val="275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49640" y="211226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A7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49640" y="247802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D7E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schema in sync with your code.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3520440" cy="1234440"/>
          </a:xfrm>
          <a:prstGeom prst="roundRect">
            <a:avLst>
              <a:gd name="adj" fmla="val 3704"/>
            </a:avLst>
          </a:prstGeom>
          <a:solidFill>
            <a:srgbClr val="1B4B73"/>
          </a:solidFill>
          <a:ln w="12700">
            <a:solidFill>
              <a:srgbClr val="275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362102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A7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CRUD + LINQ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0120" y="398678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D7E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read, update and delete with objects.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26280" y="3474720"/>
            <a:ext cx="3520440" cy="1234440"/>
          </a:xfrm>
          <a:prstGeom prst="roundRect">
            <a:avLst>
              <a:gd name="adj" fmla="val 3704"/>
            </a:avLst>
          </a:prstGeom>
          <a:solidFill>
            <a:srgbClr val="1B4B73"/>
          </a:solidFill>
          <a:ln w="12700">
            <a:solidFill>
              <a:srgbClr val="275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362102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A7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Relationships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398678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D7E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properties model the links</a:t>
            </a:r>
            <a:r>
              <a:rPr lang="en-US" sz="1250" dirty="0">
                <a:solidFill>
                  <a:srgbClr val="D7E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321040" y="3474720"/>
            <a:ext cx="3520440" cy="1234440"/>
          </a:xfrm>
          <a:prstGeom prst="roundRect">
            <a:avLst>
              <a:gd name="adj" fmla="val 3704"/>
            </a:avLst>
          </a:prstGeom>
          <a:solidFill>
            <a:srgbClr val="1B4B73"/>
          </a:solidFill>
          <a:ln w="12700">
            <a:solidFill>
              <a:srgbClr val="275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49640" y="362102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A7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49640" y="3986784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D7E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SaveChanges() commits everything at once.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31520" y="5806440"/>
            <a:ext cx="10698480" cy="566928"/>
          </a:xfrm>
          <a:prstGeom prst="rect">
            <a:avLst/>
          </a:prstGeom>
          <a:solidFill>
            <a:srgbClr val="1B4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0120" y="580644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A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r>
              <a:rPr lang="en-US" sz="2000" dirty="0">
                <a:solidFill>
                  <a:srgbClr val="E7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data seeding, async queries (ToListAsync), and reading the official EF Core docs.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1375</TotalTime>
  <Words>1940</Words>
  <Application>Microsoft Office PowerPoint</Application>
  <PresentationFormat>Widescreen</PresentationFormat>
  <Paragraphs>341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Daniela Trapani</dc:creator>
  <cp:lastModifiedBy>Daniela Trapani</cp:lastModifiedBy>
  <cp:revision>1</cp:revision>
  <dcterms:created xsi:type="dcterms:W3CDTF">2026-06-21T14:33:03Z</dcterms:created>
  <dcterms:modified xsi:type="dcterms:W3CDTF">2026-06-26T10:25:31Z</dcterms:modified>
</cp:coreProperties>
</file>