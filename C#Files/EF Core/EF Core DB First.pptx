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F4918D-27DC-4EA4-9681-D2E7777393B9}" v="5" dt="2026-06-25T23:41:28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undo redo custSel addSld delSld modSld">
      <pc:chgData name="Daniela Trapani" userId="30b41bef89cfceee" providerId="LiveId" clId="{ADEB5723-9D39-45AE-898F-3FDA33EC1B39}" dt="2026-06-25T23:44:16.991" v="1294" actId="6549"/>
      <pc:docMkLst>
        <pc:docMk/>
      </pc:docMkLst>
      <pc:sldChg chg="delSp modSp mod">
        <pc:chgData name="Daniela Trapani" userId="30b41bef89cfceee" providerId="LiveId" clId="{ADEB5723-9D39-45AE-898F-3FDA33EC1B39}" dt="2026-06-25T23:43:18.079" v="1283" actId="478"/>
        <pc:sldMkLst>
          <pc:docMk/>
          <pc:sldMk cId="0" sldId="257"/>
        </pc:sldMkLst>
        <pc:spChg chg="del mod">
          <ac:chgData name="Daniela Trapani" userId="30b41bef89cfceee" providerId="LiveId" clId="{ADEB5723-9D39-45AE-898F-3FDA33EC1B39}" dt="2026-06-25T23:43:18.079" v="1283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57.612" v="108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57.866" v="13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01.221" v="136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35.038" v="122" actId="40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19.586" v="115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47.944" v="129" actId="40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28.397" v="121" actId="40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55.296" v="132" actId="40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41.598" v="126" actId="40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8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5T23:43:23.582" v="1284" actId="478"/>
        <pc:sldMkLst>
          <pc:docMk/>
          <pc:sldMk cId="0" sldId="258"/>
        </pc:sldMkLst>
        <pc:spChg chg="del">
          <ac:chgData name="Daniela Trapani" userId="30b41bef89cfceee" providerId="LiveId" clId="{ADEB5723-9D39-45AE-898F-3FDA33EC1B39}" dt="2026-06-25T23:43:23.582" v="1284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12.856" v="170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17.460" v="172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18.514" v="141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08.032" v="168" actId="40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23.248" v="144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03.579" v="166" actId="403"/>
          <ac:spMkLst>
            <pc:docMk/>
            <pc:sldMk cId="0" sldId="258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28.110" v="147" actId="40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57.747" v="164" actId="403"/>
          <ac:spMkLst>
            <pc:docMk/>
            <pc:sldMk cId="0" sldId="258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32.624" v="150" actId="403"/>
          <ac:spMkLst>
            <pc:docMk/>
            <pc:sldMk cId="0" sldId="258"/>
            <ac:spMk id="2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54.429" v="162" actId="403"/>
          <ac:spMkLst>
            <pc:docMk/>
            <pc:sldMk cId="0" sldId="258"/>
            <ac:spMk id="3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36.394" v="153" actId="403"/>
          <ac:spMkLst>
            <pc:docMk/>
            <pc:sldMk cId="0" sldId="258"/>
            <ac:spMk id="3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49.041" v="160" actId="404"/>
          <ac:spMkLst>
            <pc:docMk/>
            <pc:sldMk cId="0" sldId="258"/>
            <ac:spMk id="3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40.027" v="156" actId="403"/>
          <ac:spMkLst>
            <pc:docMk/>
            <pc:sldMk cId="0" sldId="258"/>
            <ac:spMk id="3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5T23:43:29.793" v="1285" actId="478"/>
        <pc:sldMkLst>
          <pc:docMk/>
          <pc:sldMk cId="0" sldId="259"/>
        </pc:sldMkLst>
        <pc:spChg chg="del">
          <ac:chgData name="Daniela Trapani" userId="30b41bef89cfceee" providerId="LiveId" clId="{ADEB5723-9D39-45AE-898F-3FDA33EC1B39}" dt="2026-06-25T23:43:29.793" v="1285" actId="478"/>
          <ac:spMkLst>
            <pc:docMk/>
            <pc:sldMk cId="0" sldId="259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55.595" v="211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27.486" v="200" actId="403"/>
          <ac:spMkLst>
            <pc:docMk/>
            <pc:sldMk cId="0" sldId="259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33.495" v="203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34.297" v="175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39.964" v="178" actId="403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45.292" v="181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51.262" v="184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22.192" v="198" actId="40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40.499" v="206" actId="403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57.845" v="187" actId="403"/>
          <ac:spMkLst>
            <pc:docMk/>
            <pc:sldMk cId="0" sldId="259"/>
            <ac:spMk id="2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03.009" v="190" actId="403"/>
          <ac:spMkLst>
            <pc:docMk/>
            <pc:sldMk cId="0" sldId="259"/>
            <ac:spMk id="3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07.950" v="193" actId="403"/>
          <ac:spMkLst>
            <pc:docMk/>
            <pc:sldMk cId="0" sldId="259"/>
            <ac:spMk id="3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14.837" v="196" actId="403"/>
          <ac:spMkLst>
            <pc:docMk/>
            <pc:sldMk cId="0" sldId="259"/>
            <ac:spMk id="37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3:33.061" v="1286" actId="6549"/>
        <pc:sldMkLst>
          <pc:docMk/>
          <pc:sldMk cId="0" sldId="260"/>
        </pc:sldMkLst>
        <pc:spChg chg="mod">
          <ac:chgData name="Daniela Trapani" userId="30b41bef89cfceee" providerId="LiveId" clId="{ADEB5723-9D39-45AE-898F-3FDA33EC1B39}" dt="2026-06-25T23:43:33.061" v="1286" actId="6549"/>
          <ac:spMkLst>
            <pc:docMk/>
            <pc:sldMk cId="0" sldId="260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44.641" v="319" actId="403"/>
          <ac:spMkLst>
            <pc:docMk/>
            <pc:sldMk cId="0" sldId="260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27.642" v="315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51.730" v="324" actId="40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20.269" v="311" actId="403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2:07.964" v="328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13.763" v="307" actId="40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37.024" v="316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01.786" v="304" actId="1038"/>
          <ac:spMkLst>
            <pc:docMk/>
            <pc:sldMk cId="0" sldId="260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01.786" v="304" actId="1038"/>
          <ac:spMkLst>
            <pc:docMk/>
            <pc:sldMk cId="0" sldId="260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01.786" v="304" actId="1038"/>
          <ac:spMkLst>
            <pc:docMk/>
            <pc:sldMk cId="0" sldId="260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01.786" v="304" actId="103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01.786" v="304" actId="103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01.786" v="304" actId="1038"/>
          <ac:spMkLst>
            <pc:docMk/>
            <pc:sldMk cId="0" sldId="260"/>
            <ac:spMk id="25" creationId="{00000000-0000-0000-0000-000000000000}"/>
          </ac:spMkLst>
        </pc:spChg>
      </pc:sldChg>
      <pc:sldChg chg="addSp delSp modSp mod">
        <pc:chgData name="Daniela Trapani" userId="30b41bef89cfceee" providerId="LiveId" clId="{ADEB5723-9D39-45AE-898F-3FDA33EC1B39}" dt="2026-06-25T23:43:06.920" v="1281" actId="478"/>
        <pc:sldMkLst>
          <pc:docMk/>
          <pc:sldMk cId="0" sldId="261"/>
        </pc:sldMkLst>
        <pc:spChg chg="add del mod">
          <ac:chgData name="Daniela Trapani" userId="30b41bef89cfceee" providerId="LiveId" clId="{ADEB5723-9D39-45AE-898F-3FDA33EC1B39}" dt="2026-06-25T23:42:47.605" v="1277" actId="1076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Daniela Trapani" userId="30b41bef89cfceee" providerId="LiveId" clId="{ADEB5723-9D39-45AE-898F-3FDA33EC1B39}" dt="2026-06-25T23:43:06.920" v="1281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06.034" v="399" actId="403"/>
          <ac:spMkLst>
            <pc:docMk/>
            <pc:sldMk cId="0" sldId="261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30.129" v="448" actId="403"/>
          <ac:spMkLst>
            <pc:docMk/>
            <pc:sldMk cId="0" sldId="261"/>
            <ac:spMk id="20" creationId="{00000000-0000-0000-0000-000000000000}"/>
          </ac:spMkLst>
        </pc:spChg>
      </pc:sldChg>
      <pc:sldChg chg="addSp delSp modSp mod">
        <pc:chgData name="Daniela Trapani" userId="30b41bef89cfceee" providerId="LiveId" clId="{ADEB5723-9D39-45AE-898F-3FDA33EC1B39}" dt="2026-06-25T23:43:02.105" v="1279" actId="478"/>
        <pc:sldMkLst>
          <pc:docMk/>
          <pc:sldMk cId="0" sldId="262"/>
        </pc:sldMkLst>
        <pc:spChg chg="add del mod">
          <ac:chgData name="Daniela Trapani" userId="30b41bef89cfceee" providerId="LiveId" clId="{ADEB5723-9D39-45AE-898F-3FDA33EC1B39}" dt="2026-06-25T23:43:02.105" v="1279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47.506" v="454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11.345" v="470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53.263" v="457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16.444" v="475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57.973" v="460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02.630" v="462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22.117" v="480" actId="403"/>
          <ac:spMkLst>
            <pc:docMk/>
            <pc:sldMk cId="0" sldId="262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07.215" v="465" actId="40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40.261" v="451" actId="403"/>
          <ac:spMkLst>
            <pc:docMk/>
            <pc:sldMk cId="0" sldId="262"/>
            <ac:spMk id="2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5T23:43:48.148" v="1288" actId="478"/>
        <pc:sldMkLst>
          <pc:docMk/>
          <pc:sldMk cId="0" sldId="263"/>
        </pc:sldMkLst>
        <pc:spChg chg="del">
          <ac:chgData name="Daniela Trapani" userId="30b41bef89cfceee" providerId="LiveId" clId="{ADEB5723-9D39-45AE-898F-3FDA33EC1B39}" dt="2026-06-25T23:43:48.148" v="1288" actId="478"/>
          <ac:spMkLst>
            <pc:docMk/>
            <pc:sldMk cId="0" sldId="263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1:17.988" v="483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1:30.914" v="500" actId="10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3:54.405" v="1083" actId="403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4:50.452" v="1126" actId="10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4:50.452" v="1126" actId="10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4:32.513" v="1109" actId="103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4:32.513" v="1109" actId="103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1:39.933" v="504" actId="404"/>
          <ac:spMkLst>
            <pc:docMk/>
            <pc:sldMk cId="0" sldId="263"/>
            <ac:spMk id="20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5T23:43:52.077" v="1289" actId="478"/>
        <pc:sldMkLst>
          <pc:docMk/>
          <pc:sldMk cId="0" sldId="264"/>
        </pc:sldMkLst>
        <pc:spChg chg="del">
          <ac:chgData name="Daniela Trapani" userId="30b41bef89cfceee" providerId="LiveId" clId="{ADEB5723-9D39-45AE-898F-3FDA33EC1B39}" dt="2026-06-25T23:43:52.077" v="1289" actId="478"/>
          <ac:spMkLst>
            <pc:docMk/>
            <pc:sldMk cId="0" sldId="264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22.639" v="516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2.928" v="580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38.852" v="563" actId="103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9.120" v="582" actId="40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46.415" v="567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2.928" v="580" actId="1410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38.852" v="563" actId="103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36.789" v="584" actId="403"/>
          <ac:spMkLst>
            <pc:docMk/>
            <pc:sldMk cId="0" sldId="264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55.361" v="571" actId="403"/>
          <ac:spMkLst>
            <pc:docMk/>
            <pc:sldMk cId="0" sldId="264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2.928" v="580" actId="14100"/>
          <ac:spMkLst>
            <pc:docMk/>
            <pc:sldMk cId="0" sldId="264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38.852" v="563" actId="103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40.987" v="586" actId="403"/>
          <ac:spMkLst>
            <pc:docMk/>
            <pc:sldMk cId="0" sldId="264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00.640" v="575" actId="403"/>
          <ac:spMkLst>
            <pc:docMk/>
            <pc:sldMk cId="0" sldId="264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2.928" v="580" actId="14100"/>
          <ac:spMkLst>
            <pc:docMk/>
            <pc:sldMk cId="0" sldId="264"/>
            <ac:spMk id="2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44.577" v="588" actId="403"/>
          <ac:spMkLst>
            <pc:docMk/>
            <pc:sldMk cId="0" sldId="264"/>
            <ac:spMk id="2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05.097" v="579" actId="403"/>
          <ac:spMkLst>
            <pc:docMk/>
            <pc:sldMk cId="0" sldId="264"/>
            <ac:spMk id="30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3:55.933" v="1290" actId="6549"/>
        <pc:sldMkLst>
          <pc:docMk/>
          <pc:sldMk cId="0" sldId="265"/>
        </pc:sldMkLst>
        <pc:spChg chg="mod">
          <ac:chgData name="Daniela Trapani" userId="30b41bef89cfceee" providerId="LiveId" clId="{ADEB5723-9D39-45AE-898F-3FDA33EC1B39}" dt="2026-06-25T22:46:44.541" v="1160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3:55.933" v="1290" actId="6549"/>
          <ac:spMkLst>
            <pc:docMk/>
            <pc:sldMk cId="0" sldId="265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54.331" v="591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8:18.241" v="1218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10.774" v="598" actId="40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8:25.090" v="1233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17.021" v="601" actId="403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36.928" v="613" actId="403"/>
          <ac:spMkLst>
            <pc:docMk/>
            <pc:sldMk cId="0" sldId="265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22.430" v="604" actId="403"/>
          <ac:spMkLst>
            <pc:docMk/>
            <pc:sldMk cId="0" sldId="265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04.413" v="595" actId="1410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7:59.687" v="1205" actId="20577"/>
          <ac:spMkLst>
            <pc:docMk/>
            <pc:sldMk cId="0" sldId="265"/>
            <ac:spMk id="26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3:59.487" v="1291" actId="6549"/>
        <pc:sldMkLst>
          <pc:docMk/>
          <pc:sldMk cId="0" sldId="266"/>
        </pc:sldMkLst>
        <pc:spChg chg="mod">
          <ac:chgData name="Daniela Trapani" userId="30b41bef89cfceee" providerId="LiveId" clId="{ADEB5723-9D39-45AE-898F-3FDA33EC1B39}" dt="2026-06-25T23:43:59.487" v="1291" actId="6549"/>
          <ac:spMkLst>
            <pc:docMk/>
            <pc:sldMk cId="0" sldId="266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9:08.296" v="1250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25.353" v="632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09.817" v="621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52.197" v="617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9:22.799" v="1252" actId="1038"/>
          <ac:spMkLst>
            <pc:docMk/>
            <pc:sldMk cId="0" sldId="266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13.715" v="622" actId="14100"/>
          <ac:spMkLst>
            <pc:docMk/>
            <pc:sldMk cId="0" sldId="266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9:47.939" v="1253" actId="14100"/>
          <ac:spMkLst>
            <pc:docMk/>
            <pc:sldMk cId="0" sldId="266"/>
            <ac:spMk id="23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4:03.241" v="1292" actId="6549"/>
        <pc:sldMkLst>
          <pc:docMk/>
          <pc:sldMk cId="0" sldId="267"/>
        </pc:sldMkLst>
        <pc:spChg chg="mod">
          <ac:chgData name="Daniela Trapani" userId="30b41bef89cfceee" providerId="LiveId" clId="{ADEB5723-9D39-45AE-898F-3FDA33EC1B39}" dt="2026-06-25T23:44:03.241" v="1292" actId="6549"/>
          <ac:spMkLst>
            <pc:docMk/>
            <pc:sldMk cId="0" sldId="267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56.788" v="696" actId="404"/>
          <ac:spMkLst>
            <pc:docMk/>
            <pc:sldMk cId="0" sldId="267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13.756" v="652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53.044" v="640" actId="403"/>
          <ac:spMkLst>
            <pc:docMk/>
            <pc:sldMk cId="0" sldId="267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01.985" v="645" actId="14100"/>
          <ac:spMkLst>
            <pc:docMk/>
            <pc:sldMk cId="0" sldId="267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58.129" v="644" actId="403"/>
          <ac:spMkLst>
            <pc:docMk/>
            <pc:sldMk cId="0" sldId="267"/>
            <ac:spMk id="23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4:06.824" v="1293" actId="6549"/>
        <pc:sldMkLst>
          <pc:docMk/>
          <pc:sldMk cId="0" sldId="268"/>
        </pc:sldMkLst>
        <pc:spChg chg="mod">
          <ac:chgData name="Daniela Trapani" userId="30b41bef89cfceee" providerId="LiveId" clId="{ADEB5723-9D39-45AE-898F-3FDA33EC1B39}" dt="2026-06-25T23:44:06.824" v="1293" actId="6549"/>
          <ac:spMkLst>
            <pc:docMk/>
            <pc:sldMk cId="0" sldId="268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07.856" v="822" actId="403"/>
          <ac:spMkLst>
            <pc:docMk/>
            <pc:sldMk cId="0" sldId="268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0:11.241" v="879" actId="1036"/>
          <ac:spMkLst>
            <pc:docMk/>
            <pc:sldMk cId="0" sldId="268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46.842" v="872" actId="10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0:11.241" v="879" actId="103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46.842" v="872" actId="10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0:11.241" v="879" actId="10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46.842" v="872" actId="103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0:11.241" v="879" actId="103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46.842" v="872" actId="103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8:29.868" v="791" actId="14100"/>
          <ac:spMkLst>
            <pc:docMk/>
            <pc:sldMk cId="0" sldId="268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8:24.176" v="790" actId="403"/>
          <ac:spMkLst>
            <pc:docMk/>
            <pc:sldMk cId="0" sldId="268"/>
            <ac:spMk id="2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4:16.991" v="1294" actId="6549"/>
        <pc:sldMkLst>
          <pc:docMk/>
          <pc:sldMk cId="0" sldId="269"/>
        </pc:sldMkLst>
        <pc:spChg chg="mod">
          <ac:chgData name="Daniela Trapani" userId="30b41bef89cfceee" providerId="LiveId" clId="{ADEB5723-9D39-45AE-898F-3FDA33EC1B39}" dt="2026-06-25T23:44:16.991" v="1294" actId="6549"/>
          <ac:spMkLst>
            <pc:docMk/>
            <pc:sldMk cId="0" sldId="269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1:51.200" v="910" actId="403"/>
          <ac:spMkLst>
            <pc:docMk/>
            <pc:sldMk cId="0" sldId="269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15.412" v="971" actId="403"/>
          <ac:spMkLst>
            <pc:docMk/>
            <pc:sldMk cId="0" sldId="269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00.252" v="963" actId="403"/>
          <ac:spMkLst>
            <pc:docMk/>
            <pc:sldMk cId="0" sldId="269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14.389" v="939" actId="403"/>
          <ac:spMkLst>
            <pc:docMk/>
            <pc:sldMk cId="0" sldId="269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07.431" v="967" actId="403"/>
          <ac:spMkLst>
            <pc:docMk/>
            <pc:sldMk cId="0" sldId="269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19.707" v="943" actId="403"/>
          <ac:spMkLst>
            <pc:docMk/>
            <pc:sldMk cId="0" sldId="269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55.191" v="959" actId="403"/>
          <ac:spMkLst>
            <pc:docMk/>
            <pc:sldMk cId="0" sldId="269"/>
            <ac:spMk id="2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24.766" v="947" actId="403"/>
          <ac:spMkLst>
            <pc:docMk/>
            <pc:sldMk cId="0" sldId="269"/>
            <ac:spMk id="3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47.614" v="955" actId="403"/>
          <ac:spMkLst>
            <pc:docMk/>
            <pc:sldMk cId="0" sldId="269"/>
            <ac:spMk id="3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35.070" v="952" actId="403"/>
          <ac:spMkLst>
            <pc:docMk/>
            <pc:sldMk cId="0" sldId="269"/>
            <ac:spMk id="35" creationId="{00000000-0000-0000-0000-000000000000}"/>
          </ac:spMkLst>
        </pc:spChg>
      </pc:sldChg>
      <pc:sldChg chg="modSp del mod">
        <pc:chgData name="Daniela Trapani" userId="30b41bef89cfceee" providerId="LiveId" clId="{ADEB5723-9D39-45AE-898F-3FDA33EC1B39}" dt="2026-06-25T22:55:41.882" v="1254" actId="2696"/>
        <pc:sldMkLst>
          <pc:docMk/>
          <pc:sldMk cId="0" sldId="270"/>
        </pc:sldMkLst>
        <pc:spChg chg="mod">
          <ac:chgData name="Daniela Trapani" userId="30b41bef89cfceee" providerId="LiveId" clId="{ADEB5723-9D39-45AE-898F-3FDA33EC1B39}" dt="2026-06-25T09:34:03.836" v="1003" actId="1035"/>
          <ac:spMkLst>
            <pc:docMk/>
            <pc:sldMk cId="0" sldId="270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31.835" v="975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49.821" v="984" actId="1038"/>
          <ac:spMkLst>
            <pc:docMk/>
            <pc:sldMk cId="0" sldId="270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42.254" v="1023" actId="403"/>
          <ac:spMkLst>
            <pc:docMk/>
            <pc:sldMk cId="0" sldId="270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08.213" v="1006" actId="403"/>
          <ac:spMkLst>
            <pc:docMk/>
            <pc:sldMk cId="0" sldId="270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12.523" v="1009" actId="403"/>
          <ac:spMkLst>
            <pc:docMk/>
            <pc:sldMk cId="0" sldId="270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34.320" v="1019" actId="403"/>
          <ac:spMkLst>
            <pc:docMk/>
            <pc:sldMk cId="0" sldId="270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26.926" v="1015" actId="14100"/>
          <ac:spMkLst>
            <pc:docMk/>
            <pc:sldMk cId="0" sldId="270"/>
            <ac:spMk id="24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9:36:05.604" v="1081" actId="403"/>
        <pc:sldMkLst>
          <pc:docMk/>
          <pc:sldMk cId="0" sldId="271"/>
        </pc:sldMkLst>
        <pc:spChg chg="mod">
          <ac:chgData name="Daniela Trapani" userId="30b41bef89cfceee" providerId="LiveId" clId="{ADEB5723-9D39-45AE-898F-3FDA33EC1B39}" dt="2026-06-25T09:35:40.366" v="1059" actId="403"/>
          <ac:spMkLst>
            <pc:docMk/>
            <pc:sldMk cId="0" sldId="271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05.431" v="1035" actId="404"/>
          <ac:spMkLst>
            <pc:docMk/>
            <pc:sldMk cId="0" sldId="271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46.652" v="1065" actId="404"/>
          <ac:spMkLst>
            <pc:docMk/>
            <pc:sldMk cId="0" sldId="271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11.587" v="1039" actId="403"/>
          <ac:spMkLst>
            <pc:docMk/>
            <pc:sldMk cId="0" sldId="271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49.997" v="1069" actId="403"/>
          <ac:spMkLst>
            <pc:docMk/>
            <pc:sldMk cId="0" sldId="271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17.966" v="1043" actId="403"/>
          <ac:spMkLst>
            <pc:docMk/>
            <pc:sldMk cId="0" sldId="271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55.450" v="1073" actId="403"/>
          <ac:spMkLst>
            <pc:docMk/>
            <pc:sldMk cId="0" sldId="271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33.196" v="1055" actId="403"/>
          <ac:spMkLst>
            <pc:docMk/>
            <pc:sldMk cId="0" sldId="271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59.934" v="1077" actId="403"/>
          <ac:spMkLst>
            <pc:docMk/>
            <pc:sldMk cId="0" sldId="271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28.310" v="1051" actId="403"/>
          <ac:spMkLst>
            <pc:docMk/>
            <pc:sldMk cId="0" sldId="271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6:05.604" v="1081" actId="403"/>
          <ac:spMkLst>
            <pc:docMk/>
            <pc:sldMk cId="0" sldId="271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22.962" v="1047" actId="403"/>
          <ac:spMkLst>
            <pc:docMk/>
            <pc:sldMk cId="0" sldId="271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55.013" v="1029" actId="404"/>
          <ac:spMkLst>
            <pc:docMk/>
            <pc:sldMk cId="0" sldId="271"/>
            <ac:spMk id="24" creationId="{00000000-0000-0000-0000-000000000000}"/>
          </ac:spMkLst>
        </pc:spChg>
      </pc:sldChg>
      <pc:sldChg chg="delSp modSp add mod setBg">
        <pc:chgData name="Daniela Trapani" userId="30b41bef89cfceee" providerId="LiveId" clId="{ADEB5723-9D39-45AE-898F-3FDA33EC1B39}" dt="2026-06-25T23:43:42.479" v="1287" actId="478"/>
        <pc:sldMkLst>
          <pc:docMk/>
          <pc:sldMk cId="0" sldId="272"/>
        </pc:sldMkLst>
        <pc:spChg chg="del mod">
          <ac:chgData name="Daniela Trapani" userId="30b41bef89cfceee" providerId="LiveId" clId="{ADEB5723-9D39-45AE-898F-3FDA33EC1B39}" dt="2026-06-25T23:43:42.479" v="1287" actId="478"/>
          <ac:spMkLst>
            <pc:docMk/>
            <pc:sldMk cId="0" sldId="272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3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3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55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 ·  CLASSROOM EDITION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Framework Core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with C# — a code-first introduction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C# classes to database tables · Write queries with LINQ · Evolve your schema with migrations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417320"/>
            <a:ext cx="4069080" cy="2779776"/>
          </a:xfrm>
          <a:prstGeom prst="roundRect">
            <a:avLst>
              <a:gd name="adj" fmla="val 1974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1417320"/>
            <a:ext cx="40690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62672" y="154076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0" y="154076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65008" y="154076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0" y="14173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Blog.cs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1874520"/>
            <a:ext cx="356616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3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sz="13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{ get; set; }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EF Core builds the table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your C# class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Entity Framework Core?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29267"/>
            <a:ext cx="108666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is a modern object-relational mapper (ORM) for .NET.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you work with a database using ordinary C# objects — no hand-written SQL for everyday tasks.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95546" y="2980944"/>
            <a:ext cx="5486400" cy="91440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73152" cy="914400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0815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Objects, not tables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save data as C# class instances.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995928"/>
            <a:ext cx="5486400" cy="91440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995928"/>
            <a:ext cx="73152" cy="914400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1056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4453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Windows, macOS and Linux with .NET.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5486400" cy="91440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5020056"/>
            <a:ext cx="73152" cy="914400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129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databases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54772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SQLite, PostgreSQL, MySQL and more</a:t>
            </a:r>
            <a:r>
              <a:rPr lang="en-US" sz="13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9473" y="310335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MAPPING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49473" y="3597130"/>
            <a:ext cx="2240280" cy="2011680"/>
          </a:xfrm>
          <a:prstGeom prst="roundRect">
            <a:avLst>
              <a:gd name="adj" fmla="val 2727"/>
            </a:avLst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9473" y="373429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 Class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40913" y="4177774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Title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Content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781193" y="4465810"/>
            <a:ext cx="868680" cy="0"/>
          </a:xfrm>
          <a:prstGeom prst="line">
            <a:avLst/>
          </a:prstGeom>
          <a:noFill/>
          <a:ln w="31750">
            <a:solidFill>
              <a:srgbClr val="2E7DD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9753" y="407261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95593" y="3597130"/>
            <a:ext cx="2148840" cy="201168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15875">
            <a:solidFill>
              <a:srgbClr val="2E7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12680" y="373429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Table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78473" y="419149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|  int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 |  text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| text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use an ORM like EF Core?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plumbing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4871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repetitive SQL and manual data readers — let EF handle it.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43400" y="164592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99432" y="190195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9943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Strongly typed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24871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queries in C# with LINQ and catch errors at compile time.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138160" y="164592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94192" y="190195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9419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1540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tracking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24871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watches your objects and saves only what actually changed.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4672" y="400507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5902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your schema in code and update databases safely.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43400" y="374904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99432" y="400507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9943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2064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model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617720" y="45902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databases with little or no change to your code.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8138160" y="374904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94192" y="400507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9419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1540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45902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your domain logic instead of data-access boilerplate.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First vs. Database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focus on Code First — you write C# classes, and EF Core generates the database</a:t>
            </a:r>
            <a:r>
              <a:rPr lang="en-US" sz="1500" i="1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49240" cy="4114800"/>
          </a:xfrm>
          <a:prstGeom prst="roundRect">
            <a:avLst>
              <a:gd name="adj" fmla="val 1111"/>
            </a:avLst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FIRST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this course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0998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entity classes in C#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386791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8130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DbContext to describe the model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8680" y="4581144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526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migration from your classes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8680" y="529437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239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builds and updates the schema for you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63640" y="2011680"/>
            <a:ext cx="5349240" cy="4114800"/>
          </a:xfrm>
          <a:prstGeom prst="roundRect">
            <a:avLst>
              <a:gd name="adj" fmla="val 1111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FIRST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53796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 existing database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83680" y="3154680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30998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EF at an existing database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3867912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0" y="38130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(reverse-engineer) the classes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583680" y="4581144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4526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generates entities and a DbContext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5294376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32320" y="5239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schema already exists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Started: Install the Packages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project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0756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console or web app with the .NET SDK.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EF Core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4015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core package plus a database provider</a:t>
            </a:r>
            <a:r>
              <a:rPr lang="en-US" sz="13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the tools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4727448"/>
            <a:ext cx="4035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 tools to run migration commands</a:t>
            </a:r>
            <a:r>
              <a:rPr lang="en-US" sz="13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05283" y="1581030"/>
            <a:ext cx="6450945" cy="3584448"/>
          </a:xfrm>
          <a:prstGeom prst="roundRect">
            <a:avLst>
              <a:gd name="adj" fmla="val 185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05283" y="1581030"/>
            <a:ext cx="6450945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2291" y="170447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93459" y="170447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94627" y="170447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0659" y="158103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14727" y="2191318"/>
            <a:ext cx="6371981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new console app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-n BloggingApp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EF Core + a provider (SQLite)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Microsoft.EntityFrameworkCore.Sqlite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the command-line tools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--global dotnet-ef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Microsoft.EntityFrameworkCore.Design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Your Entity Classes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class becomes a table; each public property becomes a column. EF Core uses simple naming conventions — a property named Id is treated as the primary key.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5814" y="3612172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7566" y="35024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→ primary key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EF detects Id (or ClassNameId) automatically.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5814" y="4389412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7566" y="42796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→ columns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Type and nullability map to the column</a:t>
            </a:r>
            <a:r>
              <a:rPr lang="en-US" sz="13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5814" y="5166652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7566" y="50569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→ one table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By convention, the table is named for the set.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3849624"/>
          </a:xfrm>
          <a:prstGeom prst="roundRect">
            <a:avLst>
              <a:gd name="adj" fmla="val 1425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08192" y="163220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163220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0528" y="163220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1508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516636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200" normalizeH="0" baseline="0" noProof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ANNOTATIONS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239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 with Attributes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C7D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235670"/>
            <a:ext cx="11064240" cy="76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Decorate a domain class with data annotations and EF Core carries them into the database schema — controlling text length, column type, and indexes.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ard 0"/>
          <p:cNvSpPr/>
          <p:nvPr/>
        </p:nvSpPr>
        <p:spPr>
          <a:xfrm>
            <a:off x="548639" y="2079932"/>
            <a:ext cx="6726803" cy="1240000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r 0"/>
          <p:cNvSpPr/>
          <p:nvPr/>
        </p:nvSpPr>
        <p:spPr>
          <a:xfrm>
            <a:off x="548640" y="2079932"/>
            <a:ext cx="1637969" cy="360000"/>
          </a:xfrm>
          <a:prstGeom prst="rect">
            <a:avLst/>
          </a:prstGeom>
          <a:solidFill>
            <a:srgbClr val="183654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ot 0-0"/>
          <p:cNvSpPr/>
          <p:nvPr/>
        </p:nvSpPr>
        <p:spPr>
          <a:xfrm>
            <a:off x="724640" y="2218932"/>
            <a:ext cx="92000" cy="92000"/>
          </a:xfrm>
          <a:prstGeom prst="ellipse">
            <a:avLst/>
          </a:prstGeom>
          <a:solidFill>
            <a:srgbClr val="E064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Dot 0-1"/>
          <p:cNvSpPr/>
          <p:nvPr/>
        </p:nvSpPr>
        <p:spPr>
          <a:xfrm>
            <a:off x="944640" y="2218932"/>
            <a:ext cx="92000" cy="92000"/>
          </a:xfrm>
          <a:prstGeom prst="ellipse">
            <a:avLst/>
          </a:prstGeom>
          <a:solidFill>
            <a:srgbClr val="E0B1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ot 0-2"/>
          <p:cNvSpPr/>
          <p:nvPr/>
        </p:nvSpPr>
        <p:spPr>
          <a:xfrm>
            <a:off x="1164640" y="2218932"/>
            <a:ext cx="92000" cy="92000"/>
          </a:xfrm>
          <a:prstGeom prst="ellipse">
            <a:avLst/>
          </a:prstGeom>
          <a:solidFill>
            <a:srgbClr val="5FBF7A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ile 0"/>
          <p:cNvSpPr/>
          <p:nvPr/>
        </p:nvSpPr>
        <p:spPr>
          <a:xfrm>
            <a:off x="1448640" y="2079932"/>
            <a:ext cx="4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FB4C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Blog.cs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ode 0"/>
          <p:cNvSpPr/>
          <p:nvPr/>
        </p:nvSpPr>
        <p:spPr>
          <a:xfrm>
            <a:off x="798640" y="2440603"/>
            <a:ext cx="535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StringLength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08AE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A7E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C90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 get; set;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Label 0"/>
          <p:cNvSpPr/>
          <p:nvPr/>
        </p:nvSpPr>
        <p:spPr>
          <a:xfrm>
            <a:off x="7504038" y="2229932"/>
            <a:ext cx="4108841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80" normalizeH="0" baseline="0" noProof="0" dirty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kumimoji="0" lang="en-US" sz="2400" b="1" i="0" u="none" strike="noStrike" kern="1200" cap="none" spc="80" normalizeH="0" baseline="0" noProof="0" dirty="0" err="1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StringLength</a:t>
            </a:r>
            <a:r>
              <a:rPr kumimoji="0" lang="en-US" sz="2400" b="1" i="0" u="none" strike="noStrike" kern="1200" cap="none" spc="80" normalizeH="0" baseline="0" noProof="0" dirty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Note 0"/>
          <p:cNvSpPr/>
          <p:nvPr/>
        </p:nvSpPr>
        <p:spPr>
          <a:xfrm>
            <a:off x="7504040" y="2639932"/>
            <a:ext cx="410884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Caps the text column and validates input at 200 characters.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ard 1"/>
          <p:cNvSpPr/>
          <p:nvPr/>
        </p:nvSpPr>
        <p:spPr>
          <a:xfrm>
            <a:off x="548640" y="3519932"/>
            <a:ext cx="6726802" cy="1240000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Bar 1"/>
          <p:cNvSpPr/>
          <p:nvPr/>
        </p:nvSpPr>
        <p:spPr>
          <a:xfrm>
            <a:off x="548640" y="3519932"/>
            <a:ext cx="1717482" cy="360000"/>
          </a:xfrm>
          <a:prstGeom prst="rect">
            <a:avLst/>
          </a:prstGeom>
          <a:solidFill>
            <a:srgbClr val="183654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Dot 1-0"/>
          <p:cNvSpPr/>
          <p:nvPr/>
        </p:nvSpPr>
        <p:spPr>
          <a:xfrm>
            <a:off x="724640" y="3658932"/>
            <a:ext cx="92000" cy="92000"/>
          </a:xfrm>
          <a:prstGeom prst="ellipse">
            <a:avLst/>
          </a:prstGeom>
          <a:solidFill>
            <a:srgbClr val="E064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Dot 1-1"/>
          <p:cNvSpPr/>
          <p:nvPr/>
        </p:nvSpPr>
        <p:spPr>
          <a:xfrm>
            <a:off x="944640" y="3658932"/>
            <a:ext cx="92000" cy="92000"/>
          </a:xfrm>
          <a:prstGeom prst="ellipse">
            <a:avLst/>
          </a:prstGeom>
          <a:solidFill>
            <a:srgbClr val="E0B1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ot 1-2"/>
          <p:cNvSpPr/>
          <p:nvPr/>
        </p:nvSpPr>
        <p:spPr>
          <a:xfrm>
            <a:off x="1164640" y="3658932"/>
            <a:ext cx="92000" cy="92000"/>
          </a:xfrm>
          <a:prstGeom prst="ellipse">
            <a:avLst/>
          </a:prstGeom>
          <a:solidFill>
            <a:srgbClr val="5FBF7A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ile 1"/>
          <p:cNvSpPr/>
          <p:nvPr/>
        </p:nvSpPr>
        <p:spPr>
          <a:xfrm>
            <a:off x="1448640" y="3519932"/>
            <a:ext cx="4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FB4C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Blog.cs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ode 1"/>
          <p:cNvSpPr/>
          <p:nvPr/>
        </p:nvSpPr>
        <p:spPr>
          <a:xfrm>
            <a:off x="798640" y="3880603"/>
            <a:ext cx="639729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[Column(TypeName=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0A45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"money"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A7E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decimal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C90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 get; set;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C90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Label 1"/>
          <p:cNvSpPr/>
          <p:nvPr/>
        </p:nvSpPr>
        <p:spPr>
          <a:xfrm>
            <a:off x="7504040" y="3669932"/>
            <a:ext cx="410883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80" normalizeH="0" baseline="0" noProof="0" dirty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[Column(TypeName)]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Note 1"/>
          <p:cNvSpPr/>
          <p:nvPr/>
        </p:nvSpPr>
        <p:spPr>
          <a:xfrm>
            <a:off x="7504042" y="4079932"/>
            <a:ext cx="410883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Maps the property to an exact database column type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ard 2"/>
          <p:cNvSpPr/>
          <p:nvPr/>
        </p:nvSpPr>
        <p:spPr>
          <a:xfrm>
            <a:off x="548639" y="4959932"/>
            <a:ext cx="6726801" cy="1240000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Bar 2"/>
          <p:cNvSpPr/>
          <p:nvPr/>
        </p:nvSpPr>
        <p:spPr>
          <a:xfrm>
            <a:off x="548640" y="4959932"/>
            <a:ext cx="1717482" cy="360000"/>
          </a:xfrm>
          <a:prstGeom prst="rect">
            <a:avLst/>
          </a:prstGeom>
          <a:solidFill>
            <a:srgbClr val="183654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Dot 2-0"/>
          <p:cNvSpPr/>
          <p:nvPr/>
        </p:nvSpPr>
        <p:spPr>
          <a:xfrm>
            <a:off x="724640" y="5098932"/>
            <a:ext cx="92000" cy="92000"/>
          </a:xfrm>
          <a:prstGeom prst="ellipse">
            <a:avLst/>
          </a:prstGeom>
          <a:solidFill>
            <a:srgbClr val="E064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Dot 2-1"/>
          <p:cNvSpPr/>
          <p:nvPr/>
        </p:nvSpPr>
        <p:spPr>
          <a:xfrm>
            <a:off x="944640" y="5098932"/>
            <a:ext cx="92000" cy="92000"/>
          </a:xfrm>
          <a:prstGeom prst="ellipse">
            <a:avLst/>
          </a:prstGeom>
          <a:solidFill>
            <a:srgbClr val="E0B1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Dot 2-2"/>
          <p:cNvSpPr/>
          <p:nvPr/>
        </p:nvSpPr>
        <p:spPr>
          <a:xfrm>
            <a:off x="1164640" y="5098932"/>
            <a:ext cx="92000" cy="92000"/>
          </a:xfrm>
          <a:prstGeom prst="ellipse">
            <a:avLst/>
          </a:prstGeom>
          <a:solidFill>
            <a:srgbClr val="5FBF7A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ile 2"/>
          <p:cNvSpPr/>
          <p:nvPr/>
        </p:nvSpPr>
        <p:spPr>
          <a:xfrm>
            <a:off x="1448640" y="4959932"/>
            <a:ext cx="4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FB4C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Blog.cs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Code 2"/>
          <p:cNvSpPr/>
          <p:nvPr/>
        </p:nvSpPr>
        <p:spPr>
          <a:xfrm>
            <a:off x="798640" y="5340481"/>
            <a:ext cx="6307838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[Index(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BA7E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nameof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IsUnique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08AE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A7E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Blog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C90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 ...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Label 2"/>
          <p:cNvSpPr/>
          <p:nvPr/>
        </p:nvSpPr>
        <p:spPr>
          <a:xfrm>
            <a:off x="7504042" y="5109932"/>
            <a:ext cx="4108838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80" normalizeH="0" baseline="0" noProof="0" dirty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[Index()]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Note 2"/>
          <p:cNvSpPr/>
          <p:nvPr/>
        </p:nvSpPr>
        <p:spPr>
          <a:xfrm>
            <a:off x="7504042" y="5519932"/>
            <a:ext cx="4108837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Builds a database index on the column — optionally unique.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THE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DbContext: Your Gateway to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that inherits from DbContext represents a session with the database. Each DbSet&lt;T&gt; property is a table you can query and save.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3017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808" y="334670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connections, queries and saving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977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DbSet&lt;Blog&gt;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9808" y="430682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Blogs table for LINQ queries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9377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SaveChanges()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9808" y="526694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all tracked changes to the database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1508760"/>
            <a:ext cx="5669280" cy="3314700"/>
          </a:xfrm>
          <a:prstGeom prst="roundRect">
            <a:avLst>
              <a:gd name="adj" fmla="val 1655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150876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8192" y="163220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163220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10528" y="163220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1508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BloggingContext.cs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1965960"/>
            <a:ext cx="5166360" cy="278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Microsoft.EntityFrameworkCore;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DbSet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Blogs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DbSet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Posts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the Context at a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EF Core which provider and connection to use. In a small app you can override OnConfiguring; in a web app you register the context with dependency injection.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3435194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32546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UseSqlite, UseSqlServer, UseNpgsql, …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66928" y="4273784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16405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Where and how to reach the database</a:t>
            </a:r>
            <a:r>
              <a:rPr lang="en-US" sz="16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5215618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510589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registration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AddDbContext wires it into a web app</a:t>
            </a:r>
            <a:r>
              <a:rPr lang="en-US" sz="16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3047238"/>
          </a:xfrm>
          <a:prstGeom prst="roundRect">
            <a:avLst>
              <a:gd name="adj" fmla="val 1800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08192" y="163220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163220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0528" y="163220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1508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BloggingContext.cs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5166360" cy="2516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override void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OnConfiguring(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DbContextOptionsBuilder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options)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options.UseSqlite(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600" dirty="0">
                <a:solidFill>
                  <a:srgbClr val="E0A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 Source=blogging.db"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MIGRATIONS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Migrations?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migration is a versioned snapshot of your model. EF compares your classes to the last migration and generates the code needed to bring the database in sync.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6" y="2724023"/>
            <a:ext cx="2606040" cy="2747625"/>
          </a:xfrm>
          <a:prstGeom prst="roundRect">
            <a:avLst>
              <a:gd name="adj" fmla="val 2128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8" y="2998344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8" y="299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8" y="3592704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classes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8" y="40956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add entity properties in C#.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980950" y="3798444"/>
            <a:ext cx="274320" cy="0"/>
          </a:xfrm>
          <a:prstGeom prst="line">
            <a:avLst/>
          </a:prstGeom>
          <a:noFill/>
          <a:ln w="31750">
            <a:solidFill>
              <a:srgbClr val="2E7D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34" y="2724023"/>
            <a:ext cx="2606040" cy="2747625"/>
          </a:xfrm>
          <a:prstGeom prst="roundRect">
            <a:avLst>
              <a:gd name="adj" fmla="val 2128"/>
            </a:avLst>
          </a:prstGeom>
          <a:solidFill>
            <a:srgbClr val="12395E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66166" y="2998344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6" y="299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6" y="3592704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migration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66166" y="40956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records the difference as a new file.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971038" y="3798444"/>
            <a:ext cx="274320" cy="0"/>
          </a:xfrm>
          <a:prstGeom prst="line">
            <a:avLst/>
          </a:prstGeom>
          <a:noFill/>
          <a:ln w="31750">
            <a:solidFill>
              <a:srgbClr val="2E7D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0222" y="2724023"/>
            <a:ext cx="2606040" cy="2747625"/>
          </a:xfrm>
          <a:prstGeom prst="roundRect">
            <a:avLst>
              <a:gd name="adj" fmla="val 2128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56254" y="2998344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56254" y="299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6254" y="3592704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56254" y="40956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generated Up / Down methods.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61126" y="3798444"/>
            <a:ext cx="274320" cy="0"/>
          </a:xfrm>
          <a:prstGeom prst="line">
            <a:avLst/>
          </a:prstGeom>
          <a:noFill/>
          <a:ln w="31750">
            <a:solidFill>
              <a:srgbClr val="2E7D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90310" y="2724023"/>
            <a:ext cx="2606040" cy="2747625"/>
          </a:xfrm>
          <a:prstGeom prst="roundRect">
            <a:avLst>
              <a:gd name="adj" fmla="val 2128"/>
            </a:avLst>
          </a:prstGeom>
          <a:solidFill>
            <a:srgbClr val="12395E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46342" y="2998344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546342" y="299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46342" y="3592704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database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546342" y="40956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applies the change to the schema.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MIGRATIONS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and Apply a Migration </a:t>
            </a: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(using Package Manager Console)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 take you from C# classes to a real database. Run the first to generate a migration, the second to apply it.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926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Add-Migration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9808" y="325526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migration named, e.g., InitialCreate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8862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Update-Database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9808" y="42153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pending migrations against the database.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846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anytime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9808" y="51755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migration each time the model changes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1783080"/>
            <a:ext cx="5669280" cy="3548462"/>
          </a:xfrm>
          <a:prstGeom prst="roundRect">
            <a:avLst>
              <a:gd name="adj" fmla="val 185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8192" y="190652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190652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10528" y="190652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17830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2240280"/>
            <a:ext cx="5166360" cy="242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generate the first migration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PM&gt; Add-Migration InitialCreate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create / update the database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PM&gt; Update-Database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later, after changing a model:</a:t>
            </a:r>
            <a:endParaRPr lang="en-US" dirty="0"/>
          </a:p>
          <a:p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PM&gt; Add-Migration </a:t>
            </a:r>
            <a:r>
              <a:rPr lang="en-US" dirty="0" err="1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AddRatingCol</a:t>
            </a:r>
            <a:endParaRPr lang="en-US" dirty="0"/>
          </a:p>
          <a:p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PM&gt; Update-Database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and 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object and call SaveChanges.    </a:t>
            </a: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DbSet with LINQ or Find.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577840" cy="2862072"/>
          </a:xfrm>
          <a:prstGeom prst="roundRect">
            <a:avLst>
              <a:gd name="adj" fmla="val 231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57784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45516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245516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5568" y="245516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2788920"/>
            <a:ext cx="518464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(var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dirty="0" err="1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Url = </a:t>
            </a:r>
            <a:r>
              <a:rPr lang="en-US" dirty="0">
                <a:solidFill>
                  <a:srgbClr val="E0A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"https://blogs/efcore"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db.Blogs.Add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(blog);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db.SaveChanges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</a:rPr>
              <a:t>}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27832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19"/>
            <a:ext cx="5303520" cy="3361157"/>
          </a:xfrm>
          <a:prstGeom prst="roundRect">
            <a:avLst>
              <a:gd name="adj" fmla="val 191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2331720"/>
            <a:ext cx="530352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245516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75120" y="245516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76288" y="245516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2331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2788920"/>
            <a:ext cx="480060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blogs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= db.Blogs.ToList();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blog by primary key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= db.Blogs.Find(</a:t>
            </a:r>
            <a:r>
              <a:rPr lang="en-US" dirty="0">
                <a:solidFill>
                  <a:srgbClr val="D08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first match of a condition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db.Blogs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.First(b =&gt; b.Id == </a:t>
            </a:r>
            <a:r>
              <a:rPr lang="en-US" dirty="0">
                <a:solidFill>
                  <a:srgbClr val="D08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and Delete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64240" cy="450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tracks the objects you load. Change a property and it knows to issue an UPDATE; call Remove and it issues a DELETE — both on the next SaveChanges.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46887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18"/>
            <a:ext cx="5577840" cy="2763848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788918"/>
            <a:ext cx="557784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912362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2912362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5568" y="2912362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78891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246118"/>
            <a:ext cx="5074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db.Blogs.Find(</a:t>
            </a:r>
            <a:r>
              <a:rPr lang="en-US" sz="2000" dirty="0">
                <a:solidFill>
                  <a:srgbClr val="D08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blog.Url = </a:t>
            </a:r>
            <a:r>
              <a:rPr lang="en-US" sz="2000" dirty="0">
                <a:solidFill>
                  <a:srgbClr val="E0A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"https://blogs/dotnet"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EF detects the change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db.SaveChanges();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246887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18"/>
            <a:ext cx="5303520" cy="2763848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2788918"/>
            <a:ext cx="530352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2912362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75120" y="2912362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76288" y="2912362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278891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3246118"/>
            <a:ext cx="4800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db.Blogs.Find(</a:t>
            </a:r>
            <a:r>
              <a:rPr lang="en-US" sz="2000" dirty="0">
                <a:solidFill>
                  <a:srgbClr val="D08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db.Blogs.Remove(blog);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 removed on save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db.SaveChanges();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Querying with LINQ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queries from familiar LINQ operators. EF translates them to SQL and runs them in the database — only the results come back.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3596235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516003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Filter rows by a condition</a:t>
            </a:r>
            <a:r>
              <a:rPr lang="en-US" sz="13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236315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156083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Sort the results.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4876395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796163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Project into the shape you need</a:t>
            </a:r>
            <a:r>
              <a:rPr lang="en-US" sz="13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5516475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5436243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Pull in related data.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0" y="1508760"/>
            <a:ext cx="5669280" cy="3822192"/>
          </a:xfrm>
          <a:prstGeom prst="roundRect">
            <a:avLst>
              <a:gd name="adj" fmla="val 1708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08192" y="163220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163220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10528" y="163220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1508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1965960"/>
            <a:ext cx="5166360" cy="2681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 = db.Posts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.Where(p =&gt; p.Title.Contains(</a:t>
            </a:r>
            <a:r>
              <a:rPr lang="en-US" dirty="0">
                <a:solidFill>
                  <a:srgbClr val="E0A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"EF"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.OrderBy(p =&gt; p.Title)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.Select(p =&gt;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p.Id, p.Title })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.ToList();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load a blog with its posts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db.Blogs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.Include(b =&gt; b.Posts)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.First();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One-to-Many: A Blog Has Many Posts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navigation properties and a foreign key, and EF Core wires the relationship up by convention — no extra configuration needed</a:t>
            </a:r>
            <a:r>
              <a:rPr lang="en-US" sz="14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41750"/>
            <a:ext cx="5486400" cy="3983355"/>
          </a:xfrm>
          <a:prstGeom prst="roundRect">
            <a:avLst>
              <a:gd name="adj" fmla="val 137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41750"/>
            <a:ext cx="548640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236519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36519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15568" y="236519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224175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698950"/>
            <a:ext cx="4983480" cy="3453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Posts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BlogId { get; set; }</a:t>
            </a:r>
            <a:r>
              <a:rPr lang="en-US" sz="16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FK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CONVENTION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37960" y="2468880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39128" y="268833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39128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25786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navigation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15200" y="288950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Blog.Posts is the “many” side</a:t>
            </a:r>
            <a:r>
              <a:rPr lang="en-US" sz="12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3429000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39128" y="364845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39128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35387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navigation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15200" y="384962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Post.Blog points back to the parent</a:t>
            </a:r>
            <a:r>
              <a:rPr lang="en-US" sz="12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389120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39128" y="460857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39128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0" y="44988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Foreign key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15200" y="48097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Post.BlogId links each post to its blog</a:t>
            </a:r>
            <a:r>
              <a:rPr lang="en-US" sz="12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5349240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39128" y="556869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39128" y="5568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0" y="545896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related rows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15200" y="576986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Include(b =&gt; b.Posts) when querying.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98755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 &amp; Where to Go Next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122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47802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C# classes become your tables</a:t>
            </a:r>
            <a:r>
              <a:rPr lang="en-US" sz="125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96596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21122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DbContext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47802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gateway for querying and saving</a:t>
            </a:r>
            <a:r>
              <a:rPr lang="en-US" sz="125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196596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49640" y="21122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49640" y="247802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schema in sync with your code.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6210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+ LINQ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" y="39867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read, update and delete with objects.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26280" y="34747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36210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9867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properties model the links</a:t>
            </a:r>
            <a:r>
              <a:rPr lang="en-US" sz="125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21040" y="34747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9640" y="36210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39867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SaveChanges() commits everything at once.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1520" y="5806440"/>
            <a:ext cx="10698480" cy="566928"/>
          </a:xfrm>
          <a:prstGeom prst="rect">
            <a:avLst/>
          </a:prstGeom>
          <a:solidFill>
            <a:srgbClr val="1B4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58064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data seeding, async queries (ToListAsync), and reading the official EF Core docs.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1940</Words>
  <Application>Microsoft Office PowerPoint</Application>
  <PresentationFormat>Widescreen</PresentationFormat>
  <Paragraphs>341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2026-06-21T14:33:03Z</dcterms:created>
  <dcterms:modified xsi:type="dcterms:W3CDTF">2026-06-25T23:44:18Z</dcterms:modified>
</cp:coreProperties>
</file>