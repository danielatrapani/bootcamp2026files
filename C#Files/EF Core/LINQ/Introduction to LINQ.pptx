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8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1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undo custSel modSld">
      <pc:chgData name="Daniela Trapani" userId="30b41bef89cfceee" providerId="LiveId" clId="{ADEB5723-9D39-45AE-898F-3FDA33EC1B39}" dt="2026-06-25T01:20:53.773" v="779" actId="1076"/>
      <pc:docMkLst>
        <pc:docMk/>
      </pc:docMkLst>
      <pc:sldChg chg="modSp mod">
        <pc:chgData name="Daniela Trapani" userId="30b41bef89cfceee" providerId="LiveId" clId="{ADEB5723-9D39-45AE-898F-3FDA33EC1B39}" dt="2026-06-25T01:04:45.220" v="489" actId="14100"/>
        <pc:sldMkLst>
          <pc:docMk/>
          <pc:sldMk cId="0" sldId="257"/>
        </pc:sldMkLst>
        <pc:spChg chg="mod">
          <ac:chgData name="Daniela Trapani" userId="30b41bef89cfceee" providerId="LiveId" clId="{ADEB5723-9D39-45AE-898F-3FDA33EC1B39}" dt="2026-06-22T10:21:33.077" v="25" actId="14100"/>
          <ac:spMkLst>
            <pc:docMk/>
            <pc:sldMk cId="0" sldId="257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4:24.113" v="486" actId="14100"/>
          <ac:spMkLst>
            <pc:docMk/>
            <pc:sldMk cId="0" sldId="257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0:16.939" v="12" actId="403"/>
          <ac:spMkLst>
            <pc:docMk/>
            <pc:sldMk cId="0" sldId="25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59.240" v="480" actId="403"/>
          <ac:spMkLst>
            <pc:docMk/>
            <pc:sldMk cId="0" sldId="257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4:16.181" v="485" actId="14100"/>
          <ac:spMkLst>
            <pc:docMk/>
            <pc:sldMk cId="0" sldId="257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0:21.970" v="15" actId="403"/>
          <ac:spMkLst>
            <pc:docMk/>
            <pc:sldMk cId="0" sldId="257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40:02.763" v="481" actId="403"/>
          <ac:spMkLst>
            <pc:docMk/>
            <pc:sldMk cId="0" sldId="25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4:10.428" v="484" actId="14100"/>
          <ac:spMkLst>
            <pc:docMk/>
            <pc:sldMk cId="0" sldId="257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0:27.871" v="18" actId="403"/>
          <ac:spMkLst>
            <pc:docMk/>
            <pc:sldMk cId="0" sldId="25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4:03.569" v="483" actId="1410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4:45.220" v="489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1:11.478" v="22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1:21.469" v="23" actId="1076"/>
          <ac:spMkLst>
            <pc:docMk/>
            <pc:sldMk cId="0" sldId="25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1:21.469" v="23" actId="1076"/>
          <ac:spMkLst>
            <pc:docMk/>
            <pc:sldMk cId="0" sldId="257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1:21.469" v="23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1:21.469" v="23" actId="1076"/>
          <ac:spMkLst>
            <pc:docMk/>
            <pc:sldMk cId="0" sldId="257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4:39.379" v="488" actId="403"/>
          <ac:spMkLst>
            <pc:docMk/>
            <pc:sldMk cId="0" sldId="257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07:15.194" v="541" actId="1076"/>
        <pc:sldMkLst>
          <pc:docMk/>
          <pc:sldMk cId="0" sldId="258"/>
        </pc:sldMkLst>
        <pc:spChg chg="mod">
          <ac:chgData name="Daniela Trapani" userId="30b41bef89cfceee" providerId="LiveId" clId="{ADEB5723-9D39-45AE-898F-3FDA33EC1B39}" dt="2026-06-25T01:06:24.107" v="507" actId="403"/>
          <ac:spMkLst>
            <pc:docMk/>
            <pc:sldMk cId="0" sldId="258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15.194" v="541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07.773" v="540" actId="1037"/>
          <ac:spMkLst>
            <pc:docMk/>
            <pc:sldMk cId="0" sldId="258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5:28.359" v="495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02.172" v="503" actId="1410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5:28.359" v="495" actId="14100"/>
          <ac:spMkLst>
            <pc:docMk/>
            <pc:sldMk cId="0" sldId="258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13.986" v="505" actId="1410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51.457" v="529" actId="1036"/>
          <ac:spMkLst>
            <pc:docMk/>
            <pc:sldMk cId="0" sldId="258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6:36.072" v="510" actId="1076"/>
          <ac:spMkLst>
            <pc:docMk/>
            <pc:sldMk cId="0" sldId="258"/>
            <ac:spMk id="2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08:13.361" v="556" actId="403"/>
        <pc:sldMkLst>
          <pc:docMk/>
          <pc:sldMk cId="0" sldId="259"/>
        </pc:sldMkLst>
        <pc:spChg chg="mod">
          <ac:chgData name="Daniela Trapani" userId="30b41bef89cfceee" providerId="LiveId" clId="{ADEB5723-9D39-45AE-898F-3FDA33EC1B39}" dt="2026-06-22T10:23:36.484" v="58" actId="403"/>
          <ac:spMkLst>
            <pc:docMk/>
            <pc:sldMk cId="0" sldId="259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8:06.754" v="554" actId="403"/>
          <ac:spMkLst>
            <pc:docMk/>
            <pc:sldMk cId="0" sldId="259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52.474" v="551" actId="14100"/>
          <ac:spMkLst>
            <pc:docMk/>
            <pc:sldMk cId="0" sldId="259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43.403" v="548" actId="40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8:13.361" v="556" actId="403"/>
          <ac:spMkLst>
            <pc:docMk/>
            <pc:sldMk cId="0" sldId="25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59.557" v="552" actId="14100"/>
          <ac:spMkLst>
            <pc:docMk/>
            <pc:sldMk cId="0" sldId="259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48.262" v="550" actId="403"/>
          <ac:spMkLst>
            <pc:docMk/>
            <pc:sldMk cId="0" sldId="259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32.885" v="544" actId="1076"/>
          <ac:spMkLst>
            <pc:docMk/>
            <pc:sldMk cId="0" sldId="259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7:32.885" v="544" actId="1076"/>
          <ac:spMkLst>
            <pc:docMk/>
            <pc:sldMk cId="0" sldId="259"/>
            <ac:spMk id="2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09:30.612" v="582" actId="403"/>
        <pc:sldMkLst>
          <pc:docMk/>
          <pc:sldMk cId="0" sldId="260"/>
        </pc:sldMkLst>
        <pc:spChg chg="mod">
          <ac:chgData name="Daniela Trapani" userId="30b41bef89cfceee" providerId="LiveId" clId="{ADEB5723-9D39-45AE-898F-3FDA33EC1B39}" dt="2026-06-25T01:08:38.839" v="559" actId="14100"/>
          <ac:spMkLst>
            <pc:docMk/>
            <pc:sldMk cId="0" sldId="260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8:32.973" v="558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14.060" v="579" actId="403"/>
          <ac:spMkLst>
            <pc:docMk/>
            <pc:sldMk cId="0" sldId="260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8:47.002" v="560" actId="403"/>
          <ac:spMkLst>
            <pc:docMk/>
            <pc:sldMk cId="0" sldId="260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20.921" v="580" actId="403"/>
          <ac:spMkLst>
            <pc:docMk/>
            <pc:sldMk cId="0" sldId="260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8:51.692" v="561" actId="403"/>
          <ac:spMkLst>
            <pc:docMk/>
            <pc:sldMk cId="0" sldId="260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25.831" v="581" actId="403"/>
          <ac:spMkLst>
            <pc:docMk/>
            <pc:sldMk cId="0" sldId="260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8:54.990" v="562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30.612" v="582" actId="403"/>
          <ac:spMkLst>
            <pc:docMk/>
            <pc:sldMk cId="0" sldId="260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09:07.034" v="578" actId="1035"/>
          <ac:spMkLst>
            <pc:docMk/>
            <pc:sldMk cId="0" sldId="260"/>
            <ac:spMk id="26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12:29.570" v="597" actId="1076"/>
        <pc:sldMkLst>
          <pc:docMk/>
          <pc:sldMk cId="0" sldId="261"/>
        </pc:sldMkLst>
        <pc:spChg chg="mod">
          <ac:chgData name="Daniela Trapani" userId="30b41bef89cfceee" providerId="LiveId" clId="{ADEB5723-9D39-45AE-898F-3FDA33EC1B39}" dt="2026-06-22T10:26:45.916" v="127" actId="404"/>
          <ac:spMkLst>
            <pc:docMk/>
            <pc:sldMk cId="0" sldId="261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21.934" v="117" actId="113"/>
          <ac:spMkLst>
            <pc:docMk/>
            <pc:sldMk cId="0" sldId="261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7:11.927" v="143" actId="403"/>
          <ac:spMkLst>
            <pc:docMk/>
            <pc:sldMk cId="0" sldId="261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43.479" v="126" actId="40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26.730" v="118" actId="11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7:19.320" v="147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50.452" v="130" actId="403"/>
          <ac:spMkLst>
            <pc:docMk/>
            <pc:sldMk cId="0" sldId="261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30.944" v="119" actId="113"/>
          <ac:spMkLst>
            <pc:docMk/>
            <pc:sldMk cId="0" sldId="261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8:24.518" v="167" actId="14100"/>
          <ac:spMkLst>
            <pc:docMk/>
            <pc:sldMk cId="0" sldId="261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7:04.327" v="139" actId="403"/>
          <ac:spMkLst>
            <pc:docMk/>
            <pc:sldMk cId="0" sldId="261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18.044" v="116" actId="113"/>
          <ac:spMkLst>
            <pc:docMk/>
            <pc:sldMk cId="0" sldId="261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8:12.787" v="165" actId="404"/>
          <ac:spMkLst>
            <pc:docMk/>
            <pc:sldMk cId="0" sldId="261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7:00.158" v="136" actId="403"/>
          <ac:spMkLst>
            <pc:docMk/>
            <pc:sldMk cId="0" sldId="261"/>
            <ac:spMk id="2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05.873" v="109" actId="113"/>
          <ac:spMkLst>
            <pc:docMk/>
            <pc:sldMk cId="0" sldId="261"/>
            <ac:spMk id="2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7:42.915" v="159" actId="403"/>
          <ac:spMkLst>
            <pc:docMk/>
            <pc:sldMk cId="0" sldId="261"/>
            <ac:spMk id="2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56.023" v="133" actId="403"/>
          <ac:spMkLst>
            <pc:docMk/>
            <pc:sldMk cId="0" sldId="261"/>
            <ac:spMk id="3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6:12.786" v="115" actId="113"/>
          <ac:spMkLst>
            <pc:docMk/>
            <pc:sldMk cId="0" sldId="261"/>
            <ac:spMk id="3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7:53.647" v="163" actId="403"/>
          <ac:spMkLst>
            <pc:docMk/>
            <pc:sldMk cId="0" sldId="261"/>
            <ac:spMk id="3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2:29.570" v="597" actId="1076"/>
          <ac:spMkLst>
            <pc:docMk/>
            <pc:sldMk cId="0" sldId="261"/>
            <ac:spMk id="34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14:35.589" v="657" actId="403"/>
        <pc:sldMkLst>
          <pc:docMk/>
          <pc:sldMk cId="0" sldId="262"/>
        </pc:sldMkLst>
        <pc:spChg chg="mod">
          <ac:chgData name="Daniela Trapani" userId="30b41bef89cfceee" providerId="LiveId" clId="{ADEB5723-9D39-45AE-898F-3FDA33EC1B39}" dt="2026-06-25T01:14:17.736" v="655" actId="1035"/>
          <ac:spMkLst>
            <pc:docMk/>
            <pc:sldMk cId="0" sldId="262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3:55.654" v="644" actId="403"/>
          <ac:spMkLst>
            <pc:docMk/>
            <pc:sldMk cId="0" sldId="262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3:24.074" v="635" actId="14100"/>
          <ac:spMkLst>
            <pc:docMk/>
            <pc:sldMk cId="0" sldId="262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3:17.244" v="634" actId="403"/>
          <ac:spMkLst>
            <pc:docMk/>
            <pc:sldMk cId="0" sldId="262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3:48.937" v="643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3:29.742" v="636" actId="1410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3:13.026" v="633" actId="403"/>
          <ac:spMkLst>
            <pc:docMk/>
            <pc:sldMk cId="0" sldId="262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2:58.806" v="628" actId="1036"/>
          <ac:spMkLst>
            <pc:docMk/>
            <pc:sldMk cId="0" sldId="262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4:28.050" v="656" actId="403"/>
          <ac:spMkLst>
            <pc:docMk/>
            <pc:sldMk cId="0" sldId="262"/>
            <ac:spMk id="2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4:35.589" v="657" actId="403"/>
          <ac:spMkLst>
            <pc:docMk/>
            <pc:sldMk cId="0" sldId="262"/>
            <ac:spMk id="23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15:25.539" v="665" actId="14100"/>
        <pc:sldMkLst>
          <pc:docMk/>
          <pc:sldMk cId="0" sldId="263"/>
        </pc:sldMkLst>
        <pc:spChg chg="mod">
          <ac:chgData name="Daniela Trapani" userId="30b41bef89cfceee" providerId="LiveId" clId="{ADEB5723-9D39-45AE-898F-3FDA33EC1B39}" dt="2026-06-22T10:29:40.141" v="200" actId="403"/>
          <ac:spMkLst>
            <pc:docMk/>
            <pc:sldMk cId="0" sldId="263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9:28.896" v="194" actId="403"/>
          <ac:spMkLst>
            <pc:docMk/>
            <pc:sldMk cId="0" sldId="263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5:21.538" v="664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5:11.130" v="660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9:12.422" v="186" actId="403"/>
          <ac:spMkLst>
            <pc:docMk/>
            <pc:sldMk cId="0" sldId="263"/>
            <ac:spMk id="1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9:45.280" v="202" actId="403"/>
          <ac:spMkLst>
            <pc:docMk/>
            <pc:sldMk cId="0" sldId="263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9:35.228" v="198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5:25.539" v="665" actId="1410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5:16.981" v="663" actId="403"/>
          <ac:spMkLst>
            <pc:docMk/>
            <pc:sldMk cId="0" sldId="263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29:18.511" v="190" actId="403"/>
          <ac:spMkLst>
            <pc:docMk/>
            <pc:sldMk cId="0" sldId="263"/>
            <ac:spMk id="17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16:16.467" v="671" actId="404"/>
        <pc:sldMkLst>
          <pc:docMk/>
          <pc:sldMk cId="0" sldId="264"/>
        </pc:sldMkLst>
        <pc:spChg chg="mod">
          <ac:chgData name="Daniela Trapani" userId="30b41bef89cfceee" providerId="LiveId" clId="{ADEB5723-9D39-45AE-898F-3FDA33EC1B39}" dt="2026-06-22T10:30:03.639" v="209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5:42.904" v="669" actId="14100"/>
          <ac:spMkLst>
            <pc:docMk/>
            <pc:sldMk cId="0" sldId="264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16.467" v="671" actId="404"/>
          <ac:spMkLst>
            <pc:docMk/>
            <pc:sldMk cId="0" sldId="264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0:10.366" v="211" actId="403"/>
          <ac:spMkLst>
            <pc:docMk/>
            <pc:sldMk cId="0" sldId="264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0:35.395" v="219" actId="403"/>
          <ac:spMkLst>
            <pc:docMk/>
            <pc:sldMk cId="0" sldId="264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0:25.149" v="218" actId="403"/>
          <ac:spMkLst>
            <pc:docMk/>
            <pc:sldMk cId="0" sldId="264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0:41.092" v="221" actId="1076"/>
          <ac:spMkLst>
            <pc:docMk/>
            <pc:sldMk cId="0" sldId="264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0:47.073" v="225" actId="403"/>
          <ac:spMkLst>
            <pc:docMk/>
            <pc:sldMk cId="0" sldId="264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0:53.155" v="229" actId="403"/>
          <ac:spMkLst>
            <pc:docMk/>
            <pc:sldMk cId="0" sldId="264"/>
            <ac:spMk id="24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17:19.292" v="723" actId="1076"/>
        <pc:sldMkLst>
          <pc:docMk/>
          <pc:sldMk cId="0" sldId="265"/>
        </pc:sldMkLst>
        <pc:spChg chg="mod">
          <ac:chgData name="Daniela Trapani" userId="30b41bef89cfceee" providerId="LiveId" clId="{ADEB5723-9D39-45AE-898F-3FDA33EC1B39}" dt="2026-06-25T01:17:19.292" v="723" actId="1076"/>
          <ac:spMkLst>
            <pc:docMk/>
            <pc:sldMk cId="0" sldId="265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7:03.954" v="720" actId="403"/>
          <ac:spMkLst>
            <pc:docMk/>
            <pc:sldMk cId="0" sldId="265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41.305" v="678" actId="14100"/>
          <ac:spMkLst>
            <pc:docMk/>
            <pc:sldMk cId="0" sldId="265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27.580" v="674" actId="403"/>
          <ac:spMkLst>
            <pc:docMk/>
            <pc:sldMk cId="0" sldId="265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7:10.243" v="722" actId="403"/>
          <ac:spMkLst>
            <pc:docMk/>
            <pc:sldMk cId="0" sldId="265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45.629" v="679" actId="14100"/>
          <ac:spMkLst>
            <pc:docMk/>
            <pc:sldMk cId="0" sldId="265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32.229" v="677" actId="403"/>
          <ac:spMkLst>
            <pc:docMk/>
            <pc:sldMk cId="0" sldId="265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57.117" v="718" actId="1035"/>
          <ac:spMkLst>
            <pc:docMk/>
            <pc:sldMk cId="0" sldId="265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6:57.117" v="718" actId="1035"/>
          <ac:spMkLst>
            <pc:docMk/>
            <pc:sldMk cId="0" sldId="265"/>
            <ac:spMk id="2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18:54.354" v="769" actId="404"/>
        <pc:sldMkLst>
          <pc:docMk/>
          <pc:sldMk cId="0" sldId="266"/>
        </pc:sldMkLst>
        <pc:spChg chg="mod">
          <ac:chgData name="Daniela Trapani" userId="30b41bef89cfceee" providerId="LiveId" clId="{ADEB5723-9D39-45AE-898F-3FDA33EC1B39}" dt="2026-06-25T01:18:54.354" v="769" actId="404"/>
          <ac:spMkLst>
            <pc:docMk/>
            <pc:sldMk cId="0" sldId="266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8:25.220" v="762" actId="403"/>
          <ac:spMkLst>
            <pc:docMk/>
            <pc:sldMk cId="0" sldId="266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8:06.767" v="758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7:38.706" v="726" actId="403"/>
          <ac:spMkLst>
            <pc:docMk/>
            <pc:sldMk cId="0" sldId="266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8:33.280" v="765" actId="404"/>
          <ac:spMkLst>
            <pc:docMk/>
            <pc:sldMk cId="0" sldId="266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8:11.141" v="759" actId="1410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7:44.569" v="729" actId="403"/>
          <ac:spMkLst>
            <pc:docMk/>
            <pc:sldMk cId="0" sldId="266"/>
            <ac:spMk id="20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8:00.828" v="757" actId="1036"/>
          <ac:spMkLst>
            <pc:docMk/>
            <pc:sldMk cId="0" sldId="266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18:00.828" v="757" actId="1036"/>
          <ac:spMkLst>
            <pc:docMk/>
            <pc:sldMk cId="0" sldId="266"/>
            <ac:spMk id="22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2T10:36:07.786" v="391" actId="1035"/>
        <pc:sldMkLst>
          <pc:docMk/>
          <pc:sldMk cId="0" sldId="267"/>
        </pc:sldMkLst>
        <pc:spChg chg="mod">
          <ac:chgData name="Daniela Trapani" userId="30b41bef89cfceee" providerId="LiveId" clId="{ADEB5723-9D39-45AE-898F-3FDA33EC1B39}" dt="2026-06-22T10:33:02.683" v="268" actId="403"/>
          <ac:spMkLst>
            <pc:docMk/>
            <pc:sldMk cId="0" sldId="267"/>
            <ac:spMk id="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6:07.786" v="391" actId="1035"/>
          <ac:spMkLst>
            <pc:docMk/>
            <pc:sldMk cId="0" sldId="267"/>
            <ac:spMk id="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4:25.319" v="307" actId="403"/>
          <ac:spMkLst>
            <pc:docMk/>
            <pc:sldMk cId="0" sldId="267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5:13.919" v="331" actId="14100"/>
          <ac:spMkLst>
            <pc:docMk/>
            <pc:sldMk cId="0" sldId="267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5:29.691" v="373" actId="14100"/>
          <ac:spMkLst>
            <pc:docMk/>
            <pc:sldMk cId="0" sldId="267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4:30.904" v="311" actId="403"/>
          <ac:spMkLst>
            <pc:docMk/>
            <pc:sldMk cId="0" sldId="267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3:15.971" v="278" actId="403"/>
          <ac:spMkLst>
            <pc:docMk/>
            <pc:sldMk cId="0" sldId="267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5:41.640" v="375" actId="14100"/>
          <ac:spMkLst>
            <pc:docMk/>
            <pc:sldMk cId="0" sldId="267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4:43.026" v="315" actId="403"/>
          <ac:spMkLst>
            <pc:docMk/>
            <pc:sldMk cId="0" sldId="267"/>
            <ac:spMk id="2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3:22.478" v="283" actId="403"/>
          <ac:spMkLst>
            <pc:docMk/>
            <pc:sldMk cId="0" sldId="267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5:56.986" v="378" actId="14100"/>
          <ac:spMkLst>
            <pc:docMk/>
            <pc:sldMk cId="0" sldId="267"/>
            <ac:spMk id="2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4:48.373" v="319" actId="403"/>
          <ac:spMkLst>
            <pc:docMk/>
            <pc:sldMk cId="0" sldId="267"/>
            <ac:spMk id="27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5T01:20:53.773" v="779" actId="1076"/>
        <pc:sldMkLst>
          <pc:docMk/>
          <pc:sldMk cId="0" sldId="268"/>
        </pc:sldMkLst>
        <pc:spChg chg="mod">
          <ac:chgData name="Daniela Trapani" userId="30b41bef89cfceee" providerId="LiveId" clId="{ADEB5723-9D39-45AE-898F-3FDA33EC1B39}" dt="2026-06-22T10:36:29.813" v="396" actId="404"/>
          <ac:spMkLst>
            <pc:docMk/>
            <pc:sldMk cId="0" sldId="268"/>
            <ac:spMk id="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0:09.818" v="773" actId="14100"/>
          <ac:spMkLst>
            <pc:docMk/>
            <pc:sldMk cId="0" sldId="268"/>
            <ac:spMk id="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0:03.848" v="772" actId="403"/>
          <ac:spMkLst>
            <pc:docMk/>
            <pc:sldMk cId="0" sldId="268"/>
            <ac:spMk id="11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6:43.842" v="403" actId="403"/>
          <ac:spMkLst>
            <pc:docMk/>
            <pc:sldMk cId="0" sldId="268"/>
            <ac:spMk id="12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6:50.797" v="407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7:00.878" v="411" actId="403"/>
          <ac:spMkLst>
            <pc:docMk/>
            <pc:sldMk cId="0" sldId="268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7:07.233" v="415" actId="403"/>
          <ac:spMkLst>
            <pc:docMk/>
            <pc:sldMk cId="0" sldId="268"/>
            <ac:spMk id="15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7:12.541" v="419" actId="403"/>
          <ac:spMkLst>
            <pc:docMk/>
            <pc:sldMk cId="0" sldId="268"/>
            <ac:spMk id="16" creationId="{00000000-0000-0000-0000-000000000000}"/>
          </ac:spMkLst>
        </pc:spChg>
        <pc:spChg chg="mod">
          <ac:chgData name="Daniela Trapani" userId="30b41bef89cfceee" providerId="LiveId" clId="{ADEB5723-9D39-45AE-898F-3FDA33EC1B39}" dt="2026-06-25T01:20:53.773" v="779" actId="1076"/>
          <ac:spMkLst>
            <pc:docMk/>
            <pc:sldMk cId="0" sldId="268"/>
            <ac:spMk id="17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7:35.271" v="427" actId="1076"/>
          <ac:spMkLst>
            <pc:docMk/>
            <pc:sldMk cId="0" sldId="268"/>
            <ac:spMk id="19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2T10:39:39.885" v="479" actId="403"/>
        <pc:sldMkLst>
          <pc:docMk/>
          <pc:sldMk cId="0" sldId="269"/>
        </pc:sldMkLst>
        <pc:spChg chg="mod">
          <ac:chgData name="Daniela Trapani" userId="30b41bef89cfceee" providerId="LiveId" clId="{ADEB5723-9D39-45AE-898F-3FDA33EC1B39}" dt="2026-06-22T10:39:10.817" v="464" actId="403"/>
          <ac:spMkLst>
            <pc:docMk/>
            <pc:sldMk cId="0" sldId="269"/>
            <ac:spMk id="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8:38.072" v="446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28.975" v="473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8:44.718" v="449" actId="403"/>
          <ac:spMkLst>
            <pc:docMk/>
            <pc:sldMk cId="0" sldId="269"/>
            <ac:spMk id="1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18.265" v="467" actId="403"/>
          <ac:spMkLst>
            <pc:docMk/>
            <pc:sldMk cId="0" sldId="269"/>
            <ac:spMk id="1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03.332" v="461" actId="403"/>
          <ac:spMkLst>
            <pc:docMk/>
            <pc:sldMk cId="0" sldId="269"/>
            <ac:spMk id="1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33.738" v="476" actId="403"/>
          <ac:spMkLst>
            <pc:docMk/>
            <pc:sldMk cId="0" sldId="269"/>
            <ac:spMk id="2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8:49.473" v="452" actId="403"/>
          <ac:spMkLst>
            <pc:docMk/>
            <pc:sldMk cId="0" sldId="269"/>
            <ac:spMk id="24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23.086" v="470" actId="403"/>
          <ac:spMkLst>
            <pc:docMk/>
            <pc:sldMk cId="0" sldId="269"/>
            <ac:spMk id="28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8:58.937" v="458" actId="403"/>
          <ac:spMkLst>
            <pc:docMk/>
            <pc:sldMk cId="0" sldId="269"/>
            <ac:spMk id="29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9:39.885" v="479" actId="403"/>
          <ac:spMkLst>
            <pc:docMk/>
            <pc:sldMk cId="0" sldId="269"/>
            <ac:spMk id="33" creationId="{00000000-0000-0000-0000-000000000000}"/>
          </ac:spMkLst>
        </pc:spChg>
        <pc:spChg chg="mod">
          <ac:chgData name="Daniela Trapani" userId="30b41bef89cfceee" providerId="LiveId" clId="{ADEB5723-9D39-45AE-898F-3FDA33EC1B39}" dt="2026-06-22T10:38:55.138" v="455" actId="403"/>
          <ac:spMkLst>
            <pc:docMk/>
            <pc:sldMk cId="0" sldId="269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1082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· .NET DATA ACCESS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86384" y="17830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with</a:t>
            </a:r>
            <a:endParaRPr lang="en-US" sz="46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queries the C# way — and how EF Core turns them into SQL.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beginner-friendly guide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955280" y="1691640"/>
            <a:ext cx="3703320" cy="2010410"/>
          </a:xfrm>
          <a:prstGeom prst="roundRect">
            <a:avLst>
              <a:gd name="adj" fmla="val 2729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973568" y="1709928"/>
            <a:ext cx="366674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119872" y="181051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266176" y="181051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12480" y="181051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95360" y="170992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Query.cs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183880" y="2130552"/>
            <a:ext cx="3246120" cy="15532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books = 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db.</a:t>
            </a: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300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sz="13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</a:t>
            </a: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3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LINQ?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39" y="1417320"/>
            <a:ext cx="1059758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</a:t>
            </a: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(Language-Integrated Query) lets you query data using C# itself — not strings.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6858000" cy="1078992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82296" cy="9601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24048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Strongly typed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724912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checks your query, so typos and type errors surface before you run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6858000" cy="1078992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2296" cy="9601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350215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IntelliSense everywhere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240" y="3822192"/>
            <a:ext cx="6446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available operations as you type — Where, Select, OrderBy, and more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59"/>
            <a:ext cx="6858000" cy="1097279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82296" cy="960120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5994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syntax, many sources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919471"/>
            <a:ext cx="6446520" cy="5664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LINQ works over lists, arrays, XML — and databases via EF Core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863840" y="2258123"/>
            <a:ext cx="3931920" cy="2763457"/>
          </a:xfrm>
          <a:prstGeom prst="roundRect">
            <a:avLst>
              <a:gd name="adj" fmla="val 28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82128" y="2276411"/>
            <a:ext cx="389534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92440" y="2375548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38744" y="237554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385048" y="2375548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567928" y="22749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Linq.cs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92440" y="2697035"/>
            <a:ext cx="3474720" cy="150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Plain C# — works on any collection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names = people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=&gt; p.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600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 =&gt; p.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LINQ matters in EF Core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83692" y="1418739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 is the object-to-database mapper (ORM) for .NET. You write LINQ against C# objects, and EF Core does the rest.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394966"/>
            <a:ext cx="3520440" cy="21793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27051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7051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98676" y="2888926"/>
            <a:ext cx="20463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LINQ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96112" y="3435674"/>
            <a:ext cx="3017520" cy="709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DbSet&lt;T&gt; collections with familiar C# operators.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50792" y="2430780"/>
            <a:ext cx="2560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325112" y="2430780"/>
            <a:ext cx="3520440" cy="21793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99432" y="2705100"/>
            <a:ext cx="566928" cy="566928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99432" y="27051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376672" y="2869692"/>
            <a:ext cx="24029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translates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00600" y="34277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LINQ query becomes parameterized SQL for your database.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827264" y="2430780"/>
            <a:ext cx="256032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8101584" y="2430780"/>
            <a:ext cx="3520440" cy="2179320"/>
          </a:xfrm>
          <a:prstGeom prst="roundRect">
            <a:avLst>
              <a:gd name="adj" fmla="val 292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375904" y="2705100"/>
            <a:ext cx="566928" cy="566928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75904" y="27051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091027" y="2860548"/>
            <a:ext cx="23969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map back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8470497" y="3435675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return as fully-typed C# entity objects</a:t>
            </a: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84327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28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almost never write SQL by hand — your LINQ is the query.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QUERIES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write LINQ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styles compile to the same thing. Method syntax is the most common in EF Core</a:t>
            </a: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syntax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486400" cy="2331721"/>
          </a:xfrm>
          <a:prstGeom prst="roundRect">
            <a:avLst>
              <a:gd name="adj" fmla="val 28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2304288"/>
            <a:ext cx="544982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40487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4048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40487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304288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QuerySyntax.cs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724912"/>
            <a:ext cx="5029200" cy="150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= 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600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b;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1920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syntax  (recommended)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355080" y="2286000"/>
            <a:ext cx="5285232" cy="2331721"/>
          </a:xfrm>
          <a:prstGeom prst="roundRect">
            <a:avLst>
              <a:gd name="adj" fmla="val 28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73368" y="2304288"/>
            <a:ext cx="5248656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9672" y="240487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65976" y="240487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240487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2304288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MethodSyntax.cs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724912"/>
            <a:ext cx="4828032" cy="150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 = db.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sz="1600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b);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892484"/>
            <a:ext cx="11091672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4892484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Lambdas (b =&gt; …)  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how method syntax describes each step: </a:t>
            </a:r>
            <a:r>
              <a:rPr lang="en-US" sz="2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one row, and the expression after </a:t>
            </a:r>
            <a:r>
              <a:rPr lang="en-US" sz="2000" dirty="0">
                <a:solidFill>
                  <a:srgbClr val="4F46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=&gt;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condition or value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an EF Core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59"/>
            <a:ext cx="6766560" cy="4015735"/>
          </a:xfrm>
          <a:prstGeom prst="roundRect">
            <a:avLst>
              <a:gd name="adj" fmla="val 1675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66928" y="1527048"/>
            <a:ext cx="672998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62763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59536" y="162763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05840" y="162763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88720" y="152704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Program.cs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1947672"/>
            <a:ext cx="6309360" cy="2818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: 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=&gt; 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&gt;();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using var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 = </a:t>
            </a: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AppDbContext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recent = db.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sz="16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&gt;= </a:t>
            </a:r>
            <a:r>
              <a:rPr lang="en-US" sz="1600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sz="16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sz="16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35240" y="139446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635240" y="13944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65008" y="135788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DbContext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065008" y="168706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session with the database — the gateway to all queries.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7635240" y="249174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35240" y="24917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65008" y="245516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DbSet&lt;Book&gt;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065008" y="27843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the </a:t>
            </a:r>
            <a:r>
              <a:rPr lang="en-US" sz="2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</a:t>
            </a: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table as a queryable C# collection.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7635240" y="3589020"/>
            <a:ext cx="310896" cy="310896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35240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65008" y="355244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LINQ query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65008" y="388162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filters rows; the query is built but not yet run.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635240" y="4686300"/>
            <a:ext cx="310896" cy="31089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635240" y="46863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65008" y="4649724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ToList()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065008" y="49789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the query and pulls the rows into memory.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TOOLBOX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LINQ operators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1188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rows by a condition</a:t>
            </a:r>
            <a:endParaRPr lang="en-US" sz="2000" b="1" dirty="0"/>
          </a:p>
        </p:txBody>
      </p:sp>
      <p:sp>
        <p:nvSpPr>
          <p:cNvPr id="8" name="Text 6"/>
          <p:cNvSpPr/>
          <p:nvPr/>
        </p:nvSpPr>
        <p:spPr>
          <a:xfrm>
            <a:off x="777240" y="2487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Where(b =&gt; b.Year &gt; 2020)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279392" y="15544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79392" y="1554480"/>
            <a:ext cx="361188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07992" y="17373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07992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shape the result</a:t>
            </a:r>
            <a:endParaRPr lang="en-US" sz="2000" b="1" dirty="0"/>
          </a:p>
        </p:txBody>
      </p:sp>
      <p:sp>
        <p:nvSpPr>
          <p:cNvPr id="13" name="Text 11"/>
          <p:cNvSpPr/>
          <p:nvPr/>
        </p:nvSpPr>
        <p:spPr>
          <a:xfrm>
            <a:off x="4507992" y="24871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Select(b =&gt; b.Title)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8010144" y="15544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10144" y="1554480"/>
            <a:ext cx="3611880" cy="64008"/>
          </a:xfrm>
          <a:prstGeom prst="rect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38744" y="173736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38744" y="20848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ascending or descending</a:t>
            </a:r>
            <a:endParaRPr lang="en-US" sz="2000" b="1" dirty="0"/>
          </a:p>
        </p:txBody>
      </p:sp>
      <p:sp>
        <p:nvSpPr>
          <p:cNvPr id="18" name="Text 16"/>
          <p:cNvSpPr/>
          <p:nvPr/>
        </p:nvSpPr>
        <p:spPr>
          <a:xfrm>
            <a:off x="8238744" y="2487168"/>
            <a:ext cx="35021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OrderByDescending(b =&gt; b.Year)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3072384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" y="3072384"/>
            <a:ext cx="3611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77240" y="32552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 / Single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77240" y="3602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one matching row</a:t>
            </a:r>
            <a:endParaRPr lang="en-US" sz="2000" b="1" dirty="0"/>
          </a:p>
        </p:txBody>
      </p:sp>
      <p:sp>
        <p:nvSpPr>
          <p:cNvPr id="23" name="Text 21"/>
          <p:cNvSpPr/>
          <p:nvPr/>
        </p:nvSpPr>
        <p:spPr>
          <a:xfrm>
            <a:off x="777240" y="400507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FirstOrDefault(b =&gt; b.Id == 5)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279392" y="3072384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79392" y="3072384"/>
            <a:ext cx="3611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07992" y="32552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 / Count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4507992" y="3602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existence or totals</a:t>
            </a:r>
            <a:endParaRPr lang="en-US" sz="2000" b="1" dirty="0"/>
          </a:p>
        </p:txBody>
      </p:sp>
      <p:sp>
        <p:nvSpPr>
          <p:cNvPr id="28" name="Text 26"/>
          <p:cNvSpPr/>
          <p:nvPr/>
        </p:nvSpPr>
        <p:spPr>
          <a:xfrm>
            <a:off x="4507992" y="4005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Any(b =&gt; b.InStock)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8010144" y="3072384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10144" y="3072384"/>
            <a:ext cx="36118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238744" y="3255264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/ Take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238744" y="3602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 large results</a:t>
            </a:r>
            <a:endParaRPr lang="en-US" sz="2000" b="1" dirty="0"/>
          </a:p>
        </p:txBody>
      </p:sp>
      <p:sp>
        <p:nvSpPr>
          <p:cNvPr id="33" name="Text 31"/>
          <p:cNvSpPr/>
          <p:nvPr/>
        </p:nvSpPr>
        <p:spPr>
          <a:xfrm>
            <a:off x="8238744" y="4005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Skip(20).Take(10)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9372" y="4727448"/>
            <a:ext cx="1197864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these together and EF Core folds the whole chain into a single SQL statement</a:t>
            </a: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LINQ to SQL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182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inspects your query expression and generates parameterized SQL — then sends it to the database</a:t>
            </a: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LINQ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486400" cy="2106168"/>
          </a:xfrm>
          <a:prstGeom prst="roundRect">
            <a:avLst>
              <a:gd name="adj" fmla="val 316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544982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3317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231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Query.cs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5029200" cy="12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SQL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285232" cy="2106168"/>
          </a:xfrm>
          <a:prstGeom prst="roundRect">
            <a:avLst>
              <a:gd name="adj" fmla="val 316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73368" y="2231136"/>
            <a:ext cx="5248656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9672" y="2331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65976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23317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223113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translated.sql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4828032" cy="127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69392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" y="4831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powerful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822960" y="5151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and sorting run on the database server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only the rows you need travel back. Parameters (not string concatenation) also protect you from SQL injection.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VS CLIENT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IQueryable vs IEnumerable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4069080"/>
          </a:xfrm>
          <a:prstGeom prst="roundRect">
            <a:avLst>
              <a:gd name="adj" fmla="val 134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44068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IQueryable&lt;T&gt;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the database server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2487168"/>
            <a:ext cx="4892040" cy="1886712"/>
          </a:xfrm>
          <a:prstGeom prst="roundRect">
            <a:avLst>
              <a:gd name="adj" fmla="val 409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51560" y="2615184"/>
            <a:ext cx="44348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Filter translated to SQL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22960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rows leave the database.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99632" y="1508760"/>
            <a:ext cx="5440680" cy="4069080"/>
          </a:xfrm>
          <a:prstGeom prst="roundRect">
            <a:avLst>
              <a:gd name="adj" fmla="val 1348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99632" y="1508760"/>
            <a:ext cx="5440680" cy="6400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73952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IEnumerable&lt;T&gt;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73952" y="20848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your app's memory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473952" y="2487168"/>
            <a:ext cx="4892040" cy="1886712"/>
          </a:xfrm>
          <a:prstGeom prst="roundRect">
            <a:avLst>
              <a:gd name="adj" fmla="val 4091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02552" y="2615184"/>
            <a:ext cx="4434840" cy="1194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AsEnumerable pulls ALL rows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AsEnumerable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Year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&gt; </a:t>
            </a:r>
            <a:r>
              <a:rPr lang="en-US" dirty="0">
                <a:solidFill>
                  <a:srgbClr val="F0AB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2020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473952" y="4892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table is loaded, then filtered</a:t>
            </a: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IT RUN?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Deferred execution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362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query does nothing on its own. EF Core waits until you actually ask for the results</a:t>
            </a: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943600" cy="3675888"/>
          </a:xfrm>
          <a:prstGeom prst="roundRect">
            <a:avLst>
              <a:gd name="adj" fmla="val 1996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590702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9933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9536" y="1993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99339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89280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Deferred.cs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5486400" cy="2291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Built — no SQL sent yet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query = 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InStock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Still nothing — just adding steps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 = query.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OrderBy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NOW it runs — SQL is executed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list = query.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81228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execution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812280" y="2377440"/>
            <a:ext cx="48280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40880" y="2569464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60920" y="2377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ToList() / ToArray()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812280" y="3054096"/>
            <a:ext cx="48280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040880" y="3246120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60920" y="3054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First() / Single()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812280" y="3730752"/>
            <a:ext cx="48280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40880" y="3922776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60920" y="37307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 / Any()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812280" y="4407408"/>
            <a:ext cx="4828032" cy="566928"/>
          </a:xfrm>
          <a:prstGeom prst="roundRect">
            <a:avLst>
              <a:gd name="adj" fmla="val 96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040880" y="4599432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60920" y="4407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over the query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12280" y="51206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re-using a query variable re-runs the SQL each time it's enumerated.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related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have an Author. Use Include to load related entities, or Select to project just the fields you need.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 loading with Include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486400" cy="2478025"/>
          </a:xfrm>
          <a:prstGeom prst="roundRect">
            <a:avLst>
              <a:gd name="adj" fmla="val 28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544982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3317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231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Include.cs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5029200" cy="150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b.Author is now populated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with Select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285232" cy="2478025"/>
          </a:xfrm>
          <a:prstGeom prst="roundRect">
            <a:avLst>
              <a:gd name="adj" fmla="val 280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73368" y="2231136"/>
            <a:ext cx="5248656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9672" y="2331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65976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23317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223113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Projection.cs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4828032" cy="15005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Title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509016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0901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 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with Select when you only need a few columns — it makes EF Core fetch less data and run faster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#1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 + 1 query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a related entity inside a loop can fire one extra query per row — a silent performance killer.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— many round trips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48640" y="2212848"/>
            <a:ext cx="5486400" cy="2770632"/>
          </a:xfrm>
          <a:prstGeom prst="roundRect">
            <a:avLst>
              <a:gd name="adj" fmla="val 247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66928" y="2231136"/>
            <a:ext cx="544982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2331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59536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3317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88720" y="2231136"/>
            <a:ext cx="4754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Slow.cs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651760"/>
            <a:ext cx="5029200" cy="176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triggers a query each loop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 + N queries total</a:t>
            </a: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55080" y="18745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— load up front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6355080" y="2212848"/>
            <a:ext cx="5285232" cy="2770632"/>
          </a:xfrm>
          <a:prstGeom prst="roundRect">
            <a:avLst>
              <a:gd name="adj" fmla="val 247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73368" y="2231136"/>
            <a:ext cx="5248656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19672" y="2331720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665976" y="2331720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812280" y="2331720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95160" y="2231136"/>
            <a:ext cx="4553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Fast.cs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0" y="2651760"/>
            <a:ext cx="4828032" cy="176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 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Author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just 1 query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548640" y="5189220"/>
            <a:ext cx="11091672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512" y="51892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+ N  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means 1 query for the books plus N more (one per book). </a:t>
            </a:r>
            <a:r>
              <a:rPr lang="en-US" sz="2000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collapses it to a single query</a:t>
            </a: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 #2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gotchas &amp; fixes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2296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68249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evaluation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983480" y="1616593"/>
            <a:ext cx="359296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AsEnumerable() or ToList() too early pulls whole tables into memory.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823960" y="193852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098280" y="168249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filters before you materialize.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260604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82296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734056"/>
            <a:ext cx="3977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Unneeded change tracking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89795" y="2752344"/>
            <a:ext cx="358664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queries still track every entity for updates by default</a:t>
            </a: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23960" y="299008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098280" y="273405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AsNoTracking() for read-only reads.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2296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78561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Selecting whole entities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983480" y="3767328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* grabs every column even when you need two.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823960" y="404164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098280" y="378561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with Select to fetch less</a:t>
            </a: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8640" y="4709160"/>
            <a:ext cx="82296" cy="9601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22960" y="4837176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then loading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983480" y="4855464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Count() and ToList() runs two separate queries.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823960" y="5093208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098280" y="4837176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 once, then use the list</a:t>
            </a: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RESPONSIVE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queries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calls take time. The async versions free the thread to do other work while waiting.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6766560" cy="2811780"/>
          </a:xfrm>
          <a:prstGeom prst="roundRect">
            <a:avLst>
              <a:gd name="adj" fmla="val 2470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  <a:effectLst>
            <a:outerShdw blurRad="101600" dist="38100" dir="5400000" algn="bl" rotWithShape="0">
              <a:srgbClr val="0F172A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6729984" cy="31089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993392"/>
            <a:ext cx="91440" cy="9144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59536" y="1993392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005840" y="1993392"/>
            <a:ext cx="91440" cy="9144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88720" y="1892808"/>
            <a:ext cx="6035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Service.cs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2313432"/>
            <a:ext cx="6309360" cy="1764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async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GetBooksAsync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await</a:t>
            </a: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db.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Books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=&gt; b.</a:t>
            </a:r>
            <a:r>
              <a:rPr lang="en-US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InStock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</a:t>
            </a:r>
            <a:r>
              <a:rPr lang="en-US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</a:t>
            </a: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635240" y="19202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counterparts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3524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ToList()</a:t>
            </a: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ToListAsync()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635240" y="2834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First()</a:t>
            </a: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FirstAsync()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635240" y="3291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Count()</a:t>
            </a: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CountAsync()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35240" y="37490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Any()</a:t>
            </a:r>
            <a:r>
              <a:rPr lang="en-US" sz="2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sz="20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AnyAsync()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635240" y="4142232"/>
            <a:ext cx="43949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SaveChanges()</a:t>
            </a:r>
            <a:r>
              <a:rPr lang="en-US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r>
              <a:rPr lang="en-US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SaveChangesAsync()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48640" y="4892040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8680" y="48920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Always await </a:t>
            </a: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async call, and use async all the way up your call stack for the best scalability</a:t>
            </a: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640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86384" y="9601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86384" y="182880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14984" y="20574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498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55064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is your query language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55064" y="23591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strongly-typed C# instead of SQL strings — the compiler has your back.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409944" y="182880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38544" y="20574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638544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78624" y="2011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 translates to SQL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78624" y="235915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work as IQueryable so filtering and sorting run on the database server.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786384" y="33375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14984" y="35661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14984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655064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deferred execution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55064" y="38679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until you call ToList, First, Count, or iterate the query.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6409944" y="333756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638544" y="3566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38544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78624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 N + 1 trap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78624" y="38679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Include or Select to load related data in a single round trip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" y="484632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14984" y="50749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4984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655064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and don't over-track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655064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only what you need; add AsNoTracking() for read-only queries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9944" y="4846320"/>
            <a:ext cx="5349240" cy="132588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38544" y="50749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638544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78624" y="50292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async for scale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7278624" y="537667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ToListAsync and friends, and await all the way up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6455664"/>
            <a:ext cx="11091672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LINQ in C# · Entity Framework Core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0058400" y="64739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1717</Words>
  <Application>Microsoft Office PowerPoint</Application>
  <PresentationFormat>Widescreen</PresentationFormat>
  <Paragraphs>285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2026-06-21T15:29:12Z</dcterms:created>
  <dcterms:modified xsi:type="dcterms:W3CDTF">2026-06-25T01:20:58Z</dcterms:modified>
</cp:coreProperties>
</file>