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00" autoAdjust="0"/>
    <p:restoredTop sz="94660"/>
  </p:normalViewPr>
  <p:slideViewPr>
    <p:cSldViewPr snapToGrid="0">
      <p:cViewPr varScale="1">
        <p:scale>
          <a:sx n="55" d="100"/>
          <a:sy n="55" d="100"/>
        </p:scale>
        <p:origin x="606" y="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6/25/2026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425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3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0" y="10058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2000" b="1" dirty="0">
                <a:solidFill>
                  <a:srgbClr val="1B3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777240" y="1691640"/>
            <a:ext cx="822960" cy="64008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 DEVELOPER  ASSESSMENT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Fundamentals Quiz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795528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BF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covering the core building blocks of the language.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the purpose of a </a:t>
            </a:r>
            <a:r>
              <a:rPr lang="en-US" sz="2100" b="1" dirty="0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loop?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Sorts the elements of a collection into ascending order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Removes duplicate items from a collection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Iterate through each item in a collection one at a time without needing to manage an index or counter manually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purpose of a </a:t>
            </a:r>
            <a:r>
              <a:rPr lang="en-US" sz="2100" b="1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loop?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Sorts the elements of a collection into ascending order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/>
          </a:p>
        </p:txBody>
      </p:sp>
      <p:sp>
        <p:nvSpPr>
          <p:cNvPr id="12" name="Text 10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Removes duplicate items from a collection</a:t>
            </a:r>
            <a:endParaRPr lang="en-US" sz="1600"/>
          </a:p>
        </p:txBody>
      </p:sp>
      <p:sp>
        <p:nvSpPr>
          <p:cNvPr id="13" name="Shape 11"/>
          <p:cNvSpPr/>
          <p:nvPr/>
        </p:nvSpPr>
        <p:spPr>
          <a:xfrm>
            <a:off x="777240" y="3538728"/>
            <a:ext cx="7589520" cy="521208"/>
          </a:xfrm>
          <a:prstGeom prst="roundRect">
            <a:avLst>
              <a:gd name="adj" fmla="val 10526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/>
          </a:p>
        </p:txBody>
      </p:sp>
      <p:sp>
        <p:nvSpPr>
          <p:cNvPr id="15" name="Text 13"/>
          <p:cNvSpPr/>
          <p:nvPr/>
        </p:nvSpPr>
        <p:spPr>
          <a:xfrm>
            <a:off x="1508760" y="3538728"/>
            <a:ext cx="5394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Iterate through each item in a collection one at a time without needing to manage an index or counter manually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6903720" y="3538728"/>
            <a:ext cx="1325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/>
          </a:p>
        </p:txBody>
      </p:sp>
      <p:sp>
        <p:nvSpPr>
          <p:cNvPr id="17" name="Text 15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 or False: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 may define as many constructors as you like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 long as each one has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different parameter list.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3538728"/>
            <a:ext cx="5029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3538728"/>
            <a:ext cx="66751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False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 or False: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 may define as many constructors as you like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 long as each one has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different parameter list.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777240" y="2240280"/>
            <a:ext cx="7589520" cy="1170432"/>
          </a:xfrm>
          <a:prstGeom prst="roundRect">
            <a:avLst>
              <a:gd name="adj" fmla="val 4688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60120" y="2240280"/>
            <a:ext cx="5029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/>
          </a:p>
        </p:txBody>
      </p:sp>
      <p:sp>
        <p:nvSpPr>
          <p:cNvPr id="11" name="Text 9"/>
          <p:cNvSpPr/>
          <p:nvPr/>
        </p:nvSpPr>
        <p:spPr>
          <a:xfrm>
            <a:off x="1508760" y="2240280"/>
            <a:ext cx="5394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6903720" y="2240280"/>
            <a:ext cx="13258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960120" y="3538728"/>
            <a:ext cx="5029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/>
          </a:p>
        </p:txBody>
      </p:sp>
      <p:sp>
        <p:nvSpPr>
          <p:cNvPr id="14" name="Text 12"/>
          <p:cNvSpPr/>
          <p:nvPr/>
        </p:nvSpPr>
        <p:spPr>
          <a:xfrm>
            <a:off x="1508760" y="3538728"/>
            <a:ext cx="66751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False</a:t>
            </a:r>
            <a:endParaRPr lang="en-US" sz="1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Assuming </a:t>
            </a:r>
            <a:r>
              <a:rPr lang="en-US" sz="2100" b="1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holds a valid integer, which line is a correctly written ternary expression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x = ternary(a, 4, 9);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x = (a &lt; 10) ? 4 : 9;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x = 4 if (a &lt; 10) else 9;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</a:t>
            </a: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Assuming </a:t>
            </a:r>
            <a:r>
              <a:rPr lang="en-US" sz="2100" b="1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holds a valid integer, which line is a correctly written ternary expression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x = ternary(a, 4, 9);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2889504"/>
            <a:ext cx="7589520" cy="521208"/>
          </a:xfrm>
          <a:prstGeom prst="roundRect">
            <a:avLst>
              <a:gd name="adj" fmla="val 10526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/>
          </a:p>
        </p:txBody>
      </p:sp>
      <p:sp>
        <p:nvSpPr>
          <p:cNvPr id="13" name="Text 11"/>
          <p:cNvSpPr/>
          <p:nvPr/>
        </p:nvSpPr>
        <p:spPr>
          <a:xfrm>
            <a:off x="1508760" y="2889504"/>
            <a:ext cx="5394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x = (a &lt; 10) ? 4 : 9;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6903720" y="2889504"/>
            <a:ext cx="1325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/>
          </a:p>
        </p:txBody>
      </p:sp>
      <p:sp>
        <p:nvSpPr>
          <p:cNvPr id="16" name="Text 14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x = 4 if (a &lt; 10) else 9;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/>
          </a:p>
        </p:txBody>
      </p:sp>
      <p:sp>
        <p:nvSpPr>
          <p:cNvPr id="18" name="Text 16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adding elements to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r>
              <a:rPr lang="en-US" sz="2100" b="1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List&lt;int&gt;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what is one rule you must follow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item added may be of any type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item added must be of type string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item added must be of type int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adding elements to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r>
              <a:rPr lang="en-US" sz="2100" b="1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List&lt;int&gt;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what is one rule you must follow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item added may be of any type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item added must be of type string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3538728"/>
            <a:ext cx="7589520" cy="521208"/>
          </a:xfrm>
          <a:prstGeom prst="roundRect">
            <a:avLst>
              <a:gd name="adj" fmla="val 10526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08760" y="3538728"/>
            <a:ext cx="5394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item added must be of type int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03720" y="3538728"/>
            <a:ext cx="1325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Given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array </a:t>
            </a:r>
            <a:r>
              <a:rPr lang="en-US" sz="2100" b="1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int[] nums = { 10, 20, 30, 40, 50 }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what value is stored at </a:t>
            </a:r>
            <a:r>
              <a:rPr lang="en-US" sz="2100" b="1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nums[2]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Given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array </a:t>
            </a:r>
            <a:r>
              <a:rPr lang="en-US" sz="2100" b="1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int[] nums = { 10, 20, 30, 40, 50 }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what value is stored at </a:t>
            </a:r>
            <a:r>
              <a:rPr lang="en-US" sz="2100" b="1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nums[2]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2889504"/>
            <a:ext cx="7589520" cy="521208"/>
          </a:xfrm>
          <a:prstGeom prst="roundRect">
            <a:avLst>
              <a:gd name="adj" fmla="val 10526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/>
          </a:p>
        </p:txBody>
      </p:sp>
      <p:sp>
        <p:nvSpPr>
          <p:cNvPr id="13" name="Text 11"/>
          <p:cNvSpPr/>
          <p:nvPr/>
        </p:nvSpPr>
        <p:spPr>
          <a:xfrm>
            <a:off x="1508760" y="2889504"/>
            <a:ext cx="5394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6903720" y="2889504"/>
            <a:ext cx="1325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/>
          </a:p>
        </p:txBody>
      </p:sp>
      <p:sp>
        <p:nvSpPr>
          <p:cNvPr id="16" name="Text 14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of these statements will cause a compile error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price </a:t>
            </a:r>
            <a:r>
              <a:rPr lang="en-US" sz="1600" dirty="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0.0;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759659"/>
            <a:ext cx="502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759659"/>
            <a:ext cx="66751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double? price </a:t>
            </a:r>
            <a:r>
              <a:rPr lang="en-US" sz="1600" dirty="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0.0;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279038"/>
            <a:ext cx="502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279038"/>
            <a:ext cx="66751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price </a:t>
            </a:r>
            <a:r>
              <a:rPr lang="en-US" sz="1600" dirty="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null;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3798418"/>
            <a:ext cx="502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3798418"/>
            <a:ext cx="66751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double? price = null;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60120" y="4317797"/>
            <a:ext cx="502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700"/>
          </a:p>
        </p:txBody>
      </p:sp>
      <p:sp>
        <p:nvSpPr>
          <p:cNvPr id="16" name="Text 14"/>
          <p:cNvSpPr/>
          <p:nvPr/>
        </p:nvSpPr>
        <p:spPr>
          <a:xfrm>
            <a:off x="1508760" y="4317797"/>
            <a:ext cx="66751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of these statements will cause a compile error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502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240280"/>
            <a:ext cx="66751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price </a:t>
            </a:r>
            <a:r>
              <a:rPr lang="en-US" sz="1600" dirty="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0.0;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2759659"/>
            <a:ext cx="502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2759659"/>
            <a:ext cx="66751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double? price </a:t>
            </a:r>
            <a:r>
              <a:rPr lang="en-US" sz="1600" dirty="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0.0;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3279038"/>
            <a:ext cx="7589520" cy="391363"/>
          </a:xfrm>
          <a:prstGeom prst="roundRect">
            <a:avLst>
              <a:gd name="adj" fmla="val 14019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3279038"/>
            <a:ext cx="502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08760" y="3279038"/>
            <a:ext cx="539496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price </a:t>
            </a: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null;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03720" y="3279038"/>
            <a:ext cx="132588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3798418"/>
            <a:ext cx="502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08760" y="3798418"/>
            <a:ext cx="66751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double? price = null;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0120" y="4317797"/>
            <a:ext cx="502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700"/>
          </a:p>
        </p:txBody>
      </p:sp>
      <p:sp>
        <p:nvSpPr>
          <p:cNvPr id="20" name="Text 18"/>
          <p:cNvSpPr/>
          <p:nvPr/>
        </p:nvSpPr>
        <p:spPr>
          <a:xfrm>
            <a:off x="1508760" y="4317797"/>
            <a:ext cx="66751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of these is not regarded as a pillar of Object-Oriented Programming?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Encapsulation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</a:t>
            </a: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of these is not regarded as a pillar of Object-Oriented Programming?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Encapsulation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/>
          </a:p>
        </p:txBody>
      </p:sp>
      <p:sp>
        <p:nvSpPr>
          <p:cNvPr id="12" name="Text 10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Abstraction</a:t>
            </a:r>
            <a:endParaRPr lang="en-US" sz="1600"/>
          </a:p>
        </p:txBody>
      </p:sp>
      <p:sp>
        <p:nvSpPr>
          <p:cNvPr id="13" name="Text 11"/>
          <p:cNvSpPr/>
          <p:nvPr/>
        </p:nvSpPr>
        <p:spPr>
          <a:xfrm>
            <a:off x="960120" y="417178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417178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of the above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77240" y="3502152"/>
            <a:ext cx="7589520" cy="521208"/>
          </a:xfrm>
          <a:prstGeom prst="roundRect">
            <a:avLst>
              <a:gd name="adj" fmla="val 10526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60120" y="35021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508760" y="3502152"/>
            <a:ext cx="5394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903720" y="3502152"/>
            <a:ext cx="1325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sealed class cannot be ________.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Inherited from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Instantiated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and 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sealed class cannot be ________.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777240" y="2240280"/>
            <a:ext cx="7589520" cy="521208"/>
          </a:xfrm>
          <a:prstGeom prst="roundRect">
            <a:avLst>
              <a:gd name="adj" fmla="val 10526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/>
          </a:p>
        </p:txBody>
      </p:sp>
      <p:sp>
        <p:nvSpPr>
          <p:cNvPr id="11" name="Text 9"/>
          <p:cNvSpPr/>
          <p:nvPr/>
        </p:nvSpPr>
        <p:spPr>
          <a:xfrm>
            <a:off x="1508760" y="2240280"/>
            <a:ext cx="5394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Inherited from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03720" y="2240280"/>
            <a:ext cx="1325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/>
          </a:p>
        </p:txBody>
      </p:sp>
      <p:sp>
        <p:nvSpPr>
          <p:cNvPr id="14" name="Text 12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Instantiated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/>
          </a:p>
        </p:txBody>
      </p:sp>
      <p:sp>
        <p:nvSpPr>
          <p:cNvPr id="16" name="Text 14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and B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statement correctly creates an interpolated string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str </a:t>
            </a:r>
            <a:r>
              <a:rPr lang="en-US" sz="1600" dirty="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"{nbr} doubled is {answer}";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str </a:t>
            </a:r>
            <a:r>
              <a:rPr lang="en-US" sz="1600" dirty="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&amp;"{nbr} doubled is {answer}";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str </a:t>
            </a:r>
            <a:r>
              <a:rPr lang="en-US" sz="1600" dirty="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$"{nbr} doubled is {answer}";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statement correctly creates an interpolated string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str </a:t>
            </a:r>
            <a:r>
              <a:rPr lang="en-US" sz="1600" dirty="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"{nbr} doubled is {answer}";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str </a:t>
            </a:r>
            <a:r>
              <a:rPr lang="en-US" sz="1600" dirty="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&amp;"{nbr} doubled is {answer}";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3538728"/>
            <a:ext cx="7589520" cy="521208"/>
          </a:xfrm>
          <a:prstGeom prst="roundRect">
            <a:avLst>
              <a:gd name="adj" fmla="val 10526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08760" y="3538728"/>
            <a:ext cx="5394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str </a:t>
            </a: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$"{nbr} doubled is {answer}";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03720" y="3538728"/>
            <a:ext cx="1325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property of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string returns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 of characters it contains?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Size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Length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property of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string returns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 of characters it contains?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Size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3538728"/>
            <a:ext cx="7589520" cy="521208"/>
          </a:xfrm>
          <a:prstGeom prst="roundRect">
            <a:avLst>
              <a:gd name="adj" fmla="val 10526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08760" y="3538728"/>
            <a:ext cx="5394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Length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03720" y="3538728"/>
            <a:ext cx="1325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r>
              <a:rPr lang="en-US" sz="2100" b="1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SortedList&lt;string, int&gt;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what kind of data is stored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value (not the key)?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key is an integer and the value is a string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string value is stored an integer number of times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/>
          </a:p>
        </p:txBody>
      </p:sp>
      <p:sp>
        <p:nvSpPr>
          <p:cNvPr id="12" name="Text 10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key is a string and the value is an integer</a:t>
            </a:r>
            <a:endParaRPr lang="en-US" sz="1600"/>
          </a:p>
        </p:txBody>
      </p:sp>
      <p:sp>
        <p:nvSpPr>
          <p:cNvPr id="13" name="Text 11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/>
          </a:p>
        </p:txBody>
      </p:sp>
      <p:sp>
        <p:nvSpPr>
          <p:cNvPr id="14" name="Text 12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r>
              <a:rPr lang="en-US" sz="2100" b="1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SortedList&lt;string, int&gt;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what kind of data is stored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value (not the key)?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/>
          </a:p>
        </p:txBody>
      </p:sp>
      <p:sp>
        <p:nvSpPr>
          <p:cNvPr id="10" name="Text 8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key is an integer and the value is a string</a:t>
            </a:r>
            <a:endParaRPr lang="en-US" sz="1600"/>
          </a:p>
        </p:txBody>
      </p:sp>
      <p:sp>
        <p:nvSpPr>
          <p:cNvPr id="11" name="Text 9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/>
          </a:p>
        </p:txBody>
      </p:sp>
      <p:sp>
        <p:nvSpPr>
          <p:cNvPr id="12" name="Text 10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string value is stored an integer number of times</a:t>
            </a:r>
            <a:endParaRPr lang="en-US" sz="1600"/>
          </a:p>
        </p:txBody>
      </p:sp>
      <p:sp>
        <p:nvSpPr>
          <p:cNvPr id="13" name="Shape 11"/>
          <p:cNvSpPr/>
          <p:nvPr/>
        </p:nvSpPr>
        <p:spPr>
          <a:xfrm>
            <a:off x="777240" y="3538728"/>
            <a:ext cx="7589520" cy="521208"/>
          </a:xfrm>
          <a:prstGeom prst="roundRect">
            <a:avLst>
              <a:gd name="adj" fmla="val 10526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/>
          </a:p>
        </p:txBody>
      </p:sp>
      <p:sp>
        <p:nvSpPr>
          <p:cNvPr id="15" name="Text 13"/>
          <p:cNvSpPr/>
          <p:nvPr/>
        </p:nvSpPr>
        <p:spPr>
          <a:xfrm>
            <a:off x="1508760" y="3538728"/>
            <a:ext cx="5394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key is a string and the value is an integer</a:t>
            </a:r>
            <a:endParaRPr lang="en-US" sz="1600"/>
          </a:p>
        </p:txBody>
      </p:sp>
      <p:sp>
        <p:nvSpPr>
          <p:cNvPr id="16" name="Text 14"/>
          <p:cNvSpPr/>
          <p:nvPr/>
        </p:nvSpPr>
        <p:spPr>
          <a:xfrm>
            <a:off x="6903720" y="3538728"/>
            <a:ext cx="1325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/>
          </a:p>
        </p:txBody>
      </p:sp>
      <p:sp>
        <p:nvSpPr>
          <p:cNvPr id="17" name="Text 15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/>
          </a:p>
        </p:txBody>
      </p:sp>
      <p:sp>
        <p:nvSpPr>
          <p:cNvPr id="18" name="Text 16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abstract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class cannot be ________.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base class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instantiated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and 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abstract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class cannot be ________.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/>
          </a:p>
        </p:txBody>
      </p:sp>
      <p:sp>
        <p:nvSpPr>
          <p:cNvPr id="10" name="Text 8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base class</a:t>
            </a:r>
            <a:endParaRPr lang="en-US" sz="1600"/>
          </a:p>
        </p:txBody>
      </p:sp>
      <p:sp>
        <p:nvSpPr>
          <p:cNvPr id="11" name="Shape 9"/>
          <p:cNvSpPr/>
          <p:nvPr/>
        </p:nvSpPr>
        <p:spPr>
          <a:xfrm>
            <a:off x="777240" y="2889504"/>
            <a:ext cx="7589520" cy="521208"/>
          </a:xfrm>
          <a:prstGeom prst="roundRect">
            <a:avLst>
              <a:gd name="adj" fmla="val 10526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/>
          </a:p>
        </p:txBody>
      </p:sp>
      <p:sp>
        <p:nvSpPr>
          <p:cNvPr id="13" name="Text 11"/>
          <p:cNvSpPr/>
          <p:nvPr/>
        </p:nvSpPr>
        <p:spPr>
          <a:xfrm>
            <a:off x="1508760" y="2889504"/>
            <a:ext cx="5394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instantiated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6903720" y="2889504"/>
            <a:ext cx="1325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and B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540</TotalTime>
  <Words>1137</Words>
  <Application>Microsoft Office PowerPoint</Application>
  <PresentationFormat>On-screen Show (16:9)</PresentationFormat>
  <Paragraphs>314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Daniela Trapani</dc:creator>
  <cp:lastModifiedBy>Daniela Trapani</cp:lastModifiedBy>
  <cp:revision>1</cp:revision>
  <dcterms:created xsi:type="dcterms:W3CDTF">2026-06-26T01:18:53Z</dcterms:created>
  <dcterms:modified xsi:type="dcterms:W3CDTF">2026-06-26T10:19:39Z</dcterms:modified>
</cp:coreProperties>
</file>