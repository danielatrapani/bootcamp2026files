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0CAE0F-D4A7-492D-9F77-F38AC95F30EF}" v="1" dt="2026-06-24T09:07:15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custSel addSld modSld">
      <pc:chgData name="Daniela Trapani" userId="30b41bef89cfceee" providerId="LiveId" clId="{ADEB5723-9D39-45AE-898F-3FDA33EC1B39}" dt="2026-06-24T09:13:31.106" v="302" actId="20577"/>
      <pc:docMkLst>
        <pc:docMk/>
      </pc:docMkLst>
      <pc:sldChg chg="delSp modSp mod">
        <pc:chgData name="Daniela Trapani" userId="30b41bef89cfceee" providerId="LiveId" clId="{ADEB5723-9D39-45AE-898F-3FDA33EC1B39}" dt="2026-06-24T09:13:31.106" v="302" actId="20577"/>
        <pc:sldMkLst>
          <pc:docMk/>
          <pc:sldMk cId="0" sldId="256"/>
        </pc:sldMkLst>
        <pc:spChg chg="mod">
          <ac:chgData name="Daniela Trapani" userId="30b41bef89cfceee" providerId="LiveId" clId="{ADEB5723-9D39-45AE-898F-3FDA33EC1B39}" dt="2026-06-24T09:13:31.106" v="302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Daniela Trapani" userId="30b41bef89cfceee" providerId="LiveId" clId="{ADEB5723-9D39-45AE-898F-3FDA33EC1B39}" dt="2026-06-24T09:13:15.055" v="294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Daniela Trapani" userId="30b41bef89cfceee" providerId="LiveId" clId="{ADEB5723-9D39-45AE-898F-3FDA33EC1B39}" dt="2026-06-24T09:13:17.039" v="295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Daniela Trapani" userId="30b41bef89cfceee" providerId="LiveId" clId="{ADEB5723-9D39-45AE-898F-3FDA33EC1B39}" dt="2026-06-24T09:13:18.553" v="296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Daniela Trapani" userId="30b41bef89cfceee" providerId="LiveId" clId="{ADEB5723-9D39-45AE-898F-3FDA33EC1B39}" dt="2026-06-24T09:13:20.020" v="297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Daniela Trapani" userId="30b41bef89cfceee" providerId="LiveId" clId="{ADEB5723-9D39-45AE-898F-3FDA33EC1B39}" dt="2026-06-24T09:13:21.570" v="298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Daniela Trapani" userId="30b41bef89cfceee" providerId="LiveId" clId="{ADEB5723-9D39-45AE-898F-3FDA33EC1B39}" dt="2026-06-24T09:13:23.174" v="299" actId="478"/>
          <ac:spMkLst>
            <pc:docMk/>
            <pc:sldMk cId="0" sldId="256"/>
            <ac:spMk id="11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3:01.566" v="293" actId="478"/>
        <pc:sldMkLst>
          <pc:docMk/>
          <pc:sldMk cId="0" sldId="257"/>
        </pc:sldMkLst>
        <pc:spChg chg="del">
          <ac:chgData name="Daniela Trapani" userId="30b41bef89cfceee" providerId="LiveId" clId="{ADEB5723-9D39-45AE-898F-3FDA33EC1B39}" dt="2026-06-24T09:13:01.566" v="293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58.076" v="292" actId="478"/>
        <pc:sldMkLst>
          <pc:docMk/>
          <pc:sldMk cId="0" sldId="258"/>
        </pc:sldMkLst>
        <pc:spChg chg="del">
          <ac:chgData name="Daniela Trapani" userId="30b41bef89cfceee" providerId="LiveId" clId="{ADEB5723-9D39-45AE-898F-3FDA33EC1B39}" dt="2026-06-24T09:12:58.076" v="292" actId="478"/>
          <ac:spMkLst>
            <pc:docMk/>
            <pc:sldMk cId="0" sldId="258"/>
            <ac:spMk id="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55.883" v="291" actId="478"/>
        <pc:sldMkLst>
          <pc:docMk/>
          <pc:sldMk cId="0" sldId="259"/>
        </pc:sldMkLst>
        <pc:spChg chg="del">
          <ac:chgData name="Daniela Trapani" userId="30b41bef89cfceee" providerId="LiveId" clId="{ADEB5723-9D39-45AE-898F-3FDA33EC1B39}" dt="2026-06-24T09:12:55.883" v="291" actId="478"/>
          <ac:spMkLst>
            <pc:docMk/>
            <pc:sldMk cId="0" sldId="259"/>
            <ac:spMk id="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53.429" v="290" actId="478"/>
        <pc:sldMkLst>
          <pc:docMk/>
          <pc:sldMk cId="0" sldId="260"/>
        </pc:sldMkLst>
        <pc:spChg chg="del">
          <ac:chgData name="Daniela Trapani" userId="30b41bef89cfceee" providerId="LiveId" clId="{ADEB5723-9D39-45AE-898F-3FDA33EC1B39}" dt="2026-06-24T09:12:53.429" v="290" actId="478"/>
          <ac:spMkLst>
            <pc:docMk/>
            <pc:sldMk cId="0" sldId="260"/>
            <ac:spMk id="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50.926" v="289" actId="478"/>
        <pc:sldMkLst>
          <pc:docMk/>
          <pc:sldMk cId="0" sldId="261"/>
        </pc:sldMkLst>
        <pc:spChg chg="del">
          <ac:chgData name="Daniela Trapani" userId="30b41bef89cfceee" providerId="LiveId" clId="{ADEB5723-9D39-45AE-898F-3FDA33EC1B39}" dt="2026-06-24T09:12:50.926" v="289" actId="478"/>
          <ac:spMkLst>
            <pc:docMk/>
            <pc:sldMk cId="0" sldId="261"/>
            <ac:spMk id="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47.339" v="288" actId="478"/>
        <pc:sldMkLst>
          <pc:docMk/>
          <pc:sldMk cId="0" sldId="262"/>
        </pc:sldMkLst>
        <pc:spChg chg="del">
          <ac:chgData name="Daniela Trapani" userId="30b41bef89cfceee" providerId="LiveId" clId="{ADEB5723-9D39-45AE-898F-3FDA33EC1B39}" dt="2026-06-24T09:12:47.339" v="288" actId="478"/>
          <ac:spMkLst>
            <pc:docMk/>
            <pc:sldMk cId="0" sldId="262"/>
            <ac:spMk id="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44.934" v="287" actId="478"/>
        <pc:sldMkLst>
          <pc:docMk/>
          <pc:sldMk cId="0" sldId="263"/>
        </pc:sldMkLst>
        <pc:spChg chg="del">
          <ac:chgData name="Daniela Trapani" userId="30b41bef89cfceee" providerId="LiveId" clId="{ADEB5723-9D39-45AE-898F-3FDA33EC1B39}" dt="2026-06-24T09:12:44.934" v="287" actId="478"/>
          <ac:spMkLst>
            <pc:docMk/>
            <pc:sldMk cId="0" sldId="263"/>
            <ac:spMk id="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42.636" v="286" actId="478"/>
        <pc:sldMkLst>
          <pc:docMk/>
          <pc:sldMk cId="0" sldId="264"/>
        </pc:sldMkLst>
        <pc:spChg chg="del">
          <ac:chgData name="Daniela Trapani" userId="30b41bef89cfceee" providerId="LiveId" clId="{ADEB5723-9D39-45AE-898F-3FDA33EC1B39}" dt="2026-06-24T09:12:42.636" v="286" actId="478"/>
          <ac:spMkLst>
            <pc:docMk/>
            <pc:sldMk cId="0" sldId="264"/>
            <ac:spMk id="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40.042" v="285" actId="478"/>
        <pc:sldMkLst>
          <pc:docMk/>
          <pc:sldMk cId="0" sldId="265"/>
        </pc:sldMkLst>
        <pc:spChg chg="del">
          <ac:chgData name="Daniela Trapani" userId="30b41bef89cfceee" providerId="LiveId" clId="{ADEB5723-9D39-45AE-898F-3FDA33EC1B39}" dt="2026-06-24T09:12:40.042" v="285" actId="478"/>
          <ac:spMkLst>
            <pc:docMk/>
            <pc:sldMk cId="0" sldId="265"/>
            <ac:spMk id="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36.136" v="284" actId="478"/>
        <pc:sldMkLst>
          <pc:docMk/>
          <pc:sldMk cId="0" sldId="266"/>
        </pc:sldMkLst>
        <pc:spChg chg="del">
          <ac:chgData name="Daniela Trapani" userId="30b41bef89cfceee" providerId="LiveId" clId="{ADEB5723-9D39-45AE-898F-3FDA33EC1B39}" dt="2026-06-24T09:12:36.136" v="284" actId="478"/>
          <ac:spMkLst>
            <pc:docMk/>
            <pc:sldMk cId="0" sldId="266"/>
            <ac:spMk id="5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4T09:12:34.197" v="283" actId="478"/>
        <pc:sldMkLst>
          <pc:docMk/>
          <pc:sldMk cId="0" sldId="267"/>
        </pc:sldMkLst>
        <pc:spChg chg="del">
          <ac:chgData name="Daniela Trapani" userId="30b41bef89cfceee" providerId="LiveId" clId="{ADEB5723-9D39-45AE-898F-3FDA33EC1B39}" dt="2026-06-24T09:12:34.197" v="283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4:43.888" v="5" actId="313"/>
          <ac:spMkLst>
            <pc:docMk/>
            <pc:sldMk cId="0" sldId="267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4T09:12:31.966" v="282" actId="478"/>
        <pc:sldMkLst>
          <pc:docMk/>
          <pc:sldMk cId="0" sldId="268"/>
        </pc:sldMkLst>
        <pc:spChg chg="del">
          <ac:chgData name="Daniela Trapani" userId="30b41bef89cfceee" providerId="LiveId" clId="{ADEB5723-9D39-45AE-898F-3FDA33EC1B39}" dt="2026-06-24T09:12:31.966" v="282" actId="478"/>
          <ac:spMkLst>
            <pc:docMk/>
            <pc:sldMk cId="0" sldId="268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4:26.717" v="2" actId="313"/>
          <ac:spMkLst>
            <pc:docMk/>
            <pc:sldMk cId="0" sldId="268"/>
            <ac:spMk id="8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28.673" v="281" actId="478"/>
        <pc:sldMkLst>
          <pc:docMk/>
          <pc:sldMk cId="0" sldId="269"/>
        </pc:sldMkLst>
        <pc:spChg chg="del">
          <ac:chgData name="Daniela Trapani" userId="30b41bef89cfceee" providerId="LiveId" clId="{ADEB5723-9D39-45AE-898F-3FDA33EC1B39}" dt="2026-06-24T09:12:28.673" v="281" actId="478"/>
          <ac:spMkLst>
            <pc:docMk/>
            <pc:sldMk cId="0" sldId="269"/>
            <ac:spMk id="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26.540" v="280" actId="478"/>
        <pc:sldMkLst>
          <pc:docMk/>
          <pc:sldMk cId="0" sldId="270"/>
        </pc:sldMkLst>
        <pc:spChg chg="del">
          <ac:chgData name="Daniela Trapani" userId="30b41bef89cfceee" providerId="LiveId" clId="{ADEB5723-9D39-45AE-898F-3FDA33EC1B39}" dt="2026-06-24T09:12:26.540" v="280" actId="478"/>
          <ac:spMkLst>
            <pc:docMk/>
            <pc:sldMk cId="0" sldId="270"/>
            <ac:spMk id="5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4T09:12:24.227" v="279" actId="478"/>
        <pc:sldMkLst>
          <pc:docMk/>
          <pc:sldMk cId="0" sldId="271"/>
        </pc:sldMkLst>
        <pc:spChg chg="del">
          <ac:chgData name="Daniela Trapani" userId="30b41bef89cfceee" providerId="LiveId" clId="{ADEB5723-9D39-45AE-898F-3FDA33EC1B39}" dt="2026-06-24T09:12:24.227" v="279" actId="478"/>
          <ac:spMkLst>
            <pc:docMk/>
            <pc:sldMk cId="0" sldId="271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4:57.003" v="11" actId="20577"/>
          <ac:spMkLst>
            <pc:docMk/>
            <pc:sldMk cId="0" sldId="271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5:09.833" v="17" actId="20577"/>
          <ac:spMkLst>
            <pc:docMk/>
            <pc:sldMk cId="0" sldId="271"/>
            <ac:spMk id="10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4T09:12:21.991" v="278" actId="478"/>
        <pc:sldMkLst>
          <pc:docMk/>
          <pc:sldMk cId="0" sldId="272"/>
        </pc:sldMkLst>
        <pc:spChg chg="del">
          <ac:chgData name="Daniela Trapani" userId="30b41bef89cfceee" providerId="LiveId" clId="{ADEB5723-9D39-45AE-898F-3FDA33EC1B39}" dt="2026-06-24T09:12:21.991" v="278" actId="478"/>
          <ac:spMkLst>
            <pc:docMk/>
            <pc:sldMk cId="0" sldId="272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5:53.800" v="39" actId="20577"/>
          <ac:spMkLst>
            <pc:docMk/>
            <pc:sldMk cId="0" sldId="272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5:18.584" v="23" actId="20577"/>
          <ac:spMkLst>
            <pc:docMk/>
            <pc:sldMk cId="0" sldId="272"/>
            <ac:spMk id="12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4T09:12:18.269" v="277" actId="478"/>
        <pc:sldMkLst>
          <pc:docMk/>
          <pc:sldMk cId="0" sldId="273"/>
        </pc:sldMkLst>
        <pc:spChg chg="del">
          <ac:chgData name="Daniela Trapani" userId="30b41bef89cfceee" providerId="LiveId" clId="{ADEB5723-9D39-45AE-898F-3FDA33EC1B39}" dt="2026-06-24T09:12:18.269" v="277" actId="478"/>
          <ac:spMkLst>
            <pc:docMk/>
            <pc:sldMk cId="0" sldId="273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8:20.987" v="85" actId="20577"/>
          <ac:spMkLst>
            <pc:docMk/>
            <pc:sldMk cId="0" sldId="273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4T09:12:15.202" v="276" actId="478"/>
        <pc:sldMkLst>
          <pc:docMk/>
          <pc:sldMk cId="0" sldId="274"/>
        </pc:sldMkLst>
        <pc:spChg chg="del">
          <ac:chgData name="Daniela Trapani" userId="30b41bef89cfceee" providerId="LiveId" clId="{ADEB5723-9D39-45AE-898F-3FDA33EC1B39}" dt="2026-06-24T09:12:15.202" v="276" actId="478"/>
          <ac:spMkLst>
            <pc:docMk/>
            <pc:sldMk cId="0" sldId="274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8:51.919" v="111" actId="20577"/>
          <ac:spMkLst>
            <pc:docMk/>
            <pc:sldMk cId="0" sldId="274"/>
            <ac:spMk id="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4T09:12:11.775" v="275" actId="478"/>
        <pc:sldMkLst>
          <pc:docMk/>
          <pc:sldMk cId="0" sldId="275"/>
        </pc:sldMkLst>
        <pc:spChg chg="del">
          <ac:chgData name="Daniela Trapani" userId="30b41bef89cfceee" providerId="LiveId" clId="{ADEB5723-9D39-45AE-898F-3FDA33EC1B39}" dt="2026-06-24T09:12:11.775" v="275" actId="478"/>
          <ac:spMkLst>
            <pc:docMk/>
            <pc:sldMk cId="0" sldId="275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5:38.117" v="33" actId="20577"/>
          <ac:spMkLst>
            <pc:docMk/>
            <pc:sldMk cId="0" sldId="275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4T09:12:09.595" v="274" actId="478"/>
        <pc:sldMkLst>
          <pc:docMk/>
          <pc:sldMk cId="0" sldId="276"/>
        </pc:sldMkLst>
        <pc:spChg chg="del">
          <ac:chgData name="Daniela Trapani" userId="30b41bef89cfceee" providerId="LiveId" clId="{ADEB5723-9D39-45AE-898F-3FDA33EC1B39}" dt="2026-06-24T09:12:09.595" v="274" actId="478"/>
          <ac:spMkLst>
            <pc:docMk/>
            <pc:sldMk cId="0" sldId="276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4T08:56:28.934" v="49" actId="20577"/>
          <ac:spMkLst>
            <pc:docMk/>
            <pc:sldMk cId="0" sldId="276"/>
            <ac:spMk id="6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06.560" v="273" actId="478"/>
        <pc:sldMkLst>
          <pc:docMk/>
          <pc:sldMk cId="0" sldId="277"/>
        </pc:sldMkLst>
        <pc:spChg chg="del">
          <ac:chgData name="Daniela Trapani" userId="30b41bef89cfceee" providerId="LiveId" clId="{ADEB5723-9D39-45AE-898F-3FDA33EC1B39}" dt="2026-06-24T09:12:06.560" v="273" actId="478"/>
          <ac:spMkLst>
            <pc:docMk/>
            <pc:sldMk cId="0" sldId="277"/>
            <ac:spMk id="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24T09:12:03.688" v="272" actId="478"/>
        <pc:sldMkLst>
          <pc:docMk/>
          <pc:sldMk cId="0" sldId="278"/>
        </pc:sldMkLst>
        <pc:spChg chg="del">
          <ac:chgData name="Daniela Trapani" userId="30b41bef89cfceee" providerId="LiveId" clId="{ADEB5723-9D39-45AE-898F-3FDA33EC1B39}" dt="2026-06-24T09:12:03.688" v="272" actId="478"/>
          <ac:spMkLst>
            <pc:docMk/>
            <pc:sldMk cId="0" sldId="278"/>
            <ac:spMk id="5" creationId="{00000000-0000-0000-0000-000000000000}"/>
          </ac:spMkLst>
        </pc:spChg>
      </pc:sldChg>
      <pc:sldChg chg="delSp modSp add mod setBg">
        <pc:chgData name="Daniela Trapani" userId="30b41bef89cfceee" providerId="LiveId" clId="{ADEB5723-9D39-45AE-898F-3FDA33EC1B39}" dt="2026-06-24T09:12:00.550" v="271" actId="478"/>
        <pc:sldMkLst>
          <pc:docMk/>
          <pc:sldMk cId="955849764" sldId="279"/>
        </pc:sldMkLst>
        <pc:spChg chg="mod">
          <ac:chgData name="Daniela Trapani" userId="30b41bef89cfceee" providerId="LiveId" clId="{ADEB5723-9D39-45AE-898F-3FDA33EC1B39}" dt="2026-06-24T09:07:38.834" v="127" actId="20577"/>
          <ac:spMkLst>
            <pc:docMk/>
            <pc:sldMk cId="955849764" sldId="279"/>
            <ac:spMk id="2" creationId="{B286BE83-E093-7F40-D34D-D9841DC95B8A}"/>
          </ac:spMkLst>
        </pc:spChg>
        <pc:spChg chg="del">
          <ac:chgData name="Daniela Trapani" userId="30b41bef89cfceee" providerId="LiveId" clId="{ADEB5723-9D39-45AE-898F-3FDA33EC1B39}" dt="2026-06-24T09:12:00.550" v="271" actId="478"/>
          <ac:spMkLst>
            <pc:docMk/>
            <pc:sldMk cId="955849764" sldId="279"/>
            <ac:spMk id="3" creationId="{046155C7-E12D-54CF-E1D4-0E60115D3182}"/>
          </ac:spMkLst>
        </pc:spChg>
        <pc:spChg chg="mod">
          <ac:chgData name="Daniela Trapani" userId="30b41bef89cfceee" providerId="LiveId" clId="{ADEB5723-9D39-45AE-898F-3FDA33EC1B39}" dt="2026-06-24T09:07:21.929" v="123" actId="20577"/>
          <ac:spMkLst>
            <pc:docMk/>
            <pc:sldMk cId="955849764" sldId="279"/>
            <ac:spMk id="4" creationId="{F4732E1A-7A79-AD76-70B6-11C2CDB03D56}"/>
          </ac:spMkLst>
        </pc:spChg>
        <pc:spChg chg="mod">
          <ac:chgData name="Daniela Trapani" userId="30b41bef89cfceee" providerId="LiveId" clId="{ADEB5723-9D39-45AE-898F-3FDA33EC1B39}" dt="2026-06-24T09:11:33.303" v="269" actId="113"/>
          <ac:spMkLst>
            <pc:docMk/>
            <pc:sldMk cId="955849764" sldId="279"/>
            <ac:spMk id="6" creationId="{CE816A7E-942C-6BCE-B5EF-910FEE3695F0}"/>
          </ac:spMkLst>
        </pc:spChg>
      </pc:sldChg>
      <pc:sldChg chg="delSp modSp add mod setBg">
        <pc:chgData name="Daniela Trapani" userId="30b41bef89cfceee" providerId="LiveId" clId="{ADEB5723-9D39-45AE-898F-3FDA33EC1B39}" dt="2026-06-24T09:11:56.796" v="270" actId="478"/>
        <pc:sldMkLst>
          <pc:docMk/>
          <pc:sldMk cId="2083956673" sldId="280"/>
        </pc:sldMkLst>
        <pc:spChg chg="mod">
          <ac:chgData name="Daniela Trapani" userId="30b41bef89cfceee" providerId="LiveId" clId="{ADEB5723-9D39-45AE-898F-3FDA33EC1B39}" dt="2026-06-24T09:07:43.599" v="131" actId="20577"/>
          <ac:spMkLst>
            <pc:docMk/>
            <pc:sldMk cId="2083956673" sldId="280"/>
            <ac:spMk id="2" creationId="{A0F2A131-A392-49EA-AECC-5A885617BC0E}"/>
          </ac:spMkLst>
        </pc:spChg>
        <pc:spChg chg="del">
          <ac:chgData name="Daniela Trapani" userId="30b41bef89cfceee" providerId="LiveId" clId="{ADEB5723-9D39-45AE-898F-3FDA33EC1B39}" dt="2026-06-24T09:11:56.796" v="270" actId="478"/>
          <ac:spMkLst>
            <pc:docMk/>
            <pc:sldMk cId="2083956673" sldId="280"/>
            <ac:spMk id="5" creationId="{1A75150B-B621-C4C6-7184-085B77936B1E}"/>
          </ac:spMkLst>
        </pc:spChg>
        <pc:spChg chg="mod">
          <ac:chgData name="Daniela Trapani" userId="30b41bef89cfceee" providerId="LiveId" clId="{ADEB5723-9D39-45AE-898F-3FDA33EC1B39}" dt="2026-06-24T09:09:05.646" v="154" actId="20577"/>
          <ac:spMkLst>
            <pc:docMk/>
            <pc:sldMk cId="2083956673" sldId="280"/>
            <ac:spMk id="6" creationId="{7F142E7F-B1DD-2366-2B83-E5E73A954A7E}"/>
          </ac:spMkLst>
        </pc:spChg>
        <pc:spChg chg="mod">
          <ac:chgData name="Daniela Trapani" userId="30b41bef89cfceee" providerId="LiveId" clId="{ADEB5723-9D39-45AE-898F-3FDA33EC1B39}" dt="2026-06-24T09:10:58.801" v="264" actId="1035"/>
          <ac:spMkLst>
            <pc:docMk/>
            <pc:sldMk cId="2083956673" sldId="280"/>
            <ac:spMk id="7" creationId="{CC6F2ABB-CFBC-FD2D-B627-F5CA59512F33}"/>
          </ac:spMkLst>
        </pc:spChg>
        <pc:spChg chg="mod">
          <ac:chgData name="Daniela Trapani" userId="30b41bef89cfceee" providerId="LiveId" clId="{ADEB5723-9D39-45AE-898F-3FDA33EC1B39}" dt="2026-06-24T09:10:58.801" v="264" actId="1035"/>
          <ac:spMkLst>
            <pc:docMk/>
            <pc:sldMk cId="2083956673" sldId="280"/>
            <ac:spMk id="8" creationId="{E363CF41-F8C6-3E03-A984-6103E4658EA8}"/>
          </ac:spMkLst>
        </pc:spChg>
        <pc:spChg chg="mod">
          <ac:chgData name="Daniela Trapani" userId="30b41bef89cfceee" providerId="LiveId" clId="{ADEB5723-9D39-45AE-898F-3FDA33EC1B39}" dt="2026-06-24T09:10:53.401" v="261" actId="1035"/>
          <ac:spMkLst>
            <pc:docMk/>
            <pc:sldMk cId="2083956673" sldId="280"/>
            <ac:spMk id="9" creationId="{02BCF2CF-6FDD-4EFB-CBCD-7A3CDF219015}"/>
          </ac:spMkLst>
        </pc:spChg>
        <pc:spChg chg="mod">
          <ac:chgData name="Daniela Trapani" userId="30b41bef89cfceee" providerId="LiveId" clId="{ADEB5723-9D39-45AE-898F-3FDA33EC1B39}" dt="2026-06-24T09:10:53.401" v="261" actId="1035"/>
          <ac:spMkLst>
            <pc:docMk/>
            <pc:sldMk cId="2083956673" sldId="280"/>
            <ac:spMk id="10" creationId="{EC854E53-7459-9462-BF3E-B7AB535EECFE}"/>
          </ac:spMkLst>
        </pc:spChg>
        <pc:spChg chg="mod">
          <ac:chgData name="Daniela Trapani" userId="30b41bef89cfceee" providerId="LiveId" clId="{ADEB5723-9D39-45AE-898F-3FDA33EC1B39}" dt="2026-06-24T09:10:53.401" v="261" actId="1035"/>
          <ac:spMkLst>
            <pc:docMk/>
            <pc:sldMk cId="2083956673" sldId="280"/>
            <ac:spMk id="11" creationId="{9B97CA19-5674-90C6-ED85-A7E59C3A3C7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B129A-988A-07B1-914A-5BDC076D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FD5EA-98F6-D58E-D3DF-565498C90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C30AE-B971-F691-07BD-BF8F167AB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1C9DB-9EEA-73F6-CCC8-19D7C4359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230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913A7-4DCA-F7F1-DBFA-72FDE6223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A5FF0-8676-CBF6-7DFA-E6276CAB2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BBED6-9FCB-D8F9-F5E4-3A81E0DEC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5C5DE-E815-8C76-239E-E64341767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35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0" y="26517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1B3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DEVELOPER  ASSESSMENT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 Fundamentals Quiz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covering the core building blocks of the language.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Given the array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ints = { 1, 2, 3, 4, 5 }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what value is stored at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ints[3]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Given the array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ints = { 1, 2, 3, 4, 5 }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what value is stored at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ints[3]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378708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3378708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Assuming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holds a valid integer, which line is a correctly written ternary expression?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ternary(5, 7, 11);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(a &gt; 5) ? 7 : 11;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7 if (a &gt; 5) else 11;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Assuming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holds a valid integer, which line is a correctly written ternary expression?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ternary(5, 7, 11);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94610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(a &gt; 5) ? 7 : 11;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2594610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7 if (a &gt; 5) else 11;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of these are regarded as pillars of Object-Oriented Programming?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of these are regarded as pillars of Object-Oriented Programming?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162806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above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4162806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property of a string reports how many characters it contains?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property of a string reports how many characters it contains?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94610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2594610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role of a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loop?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items in the collection and returns the total as an integer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 collection's items into a brand-new array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through each element of a collection so you can process it in the loop body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role of a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loop?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items in the collection and returns the total as an integer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 collection's items into a brand-new array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378708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through each element of a collection so you can process it in the loop body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3378708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statement correctly uses an interpolated string?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= “${nbr} factorial is {answer}";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= &amp;"{nbr} factorial is {answer}";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= $"{nbr} factorial is {answer}";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statement correctly uses an interpolated string?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= “${nbr} factorial is {answer}";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= &amp;"{nbr} factorial is {answer}";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378708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= $"{nbr} factorial is {answer}";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3378708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abstract class cannot be ________.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class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abstract class cannot be ________.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class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94610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2594610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adding elements to a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what is one rule you must follow?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added must be of the number type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added may be of any type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added must be of type string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08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adding elements to a 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what is one rule you must follow?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added must be of the number type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added may be of any type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378708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added must be of type string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3378708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one of these statements will cause a compile error?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48097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favoriteNumber = 0;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37790"/>
            <a:ext cx="8046720" cy="48097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437790"/>
            <a:ext cx="740664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int? favoriteNumber = 0;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5069"/>
            <a:ext cx="8046720" cy="48097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065069"/>
            <a:ext cx="740664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favoriteNumber = null;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92347"/>
            <a:ext cx="8046720" cy="48097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692347"/>
            <a:ext cx="740664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int? favoriteNumber = null;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9626"/>
            <a:ext cx="8046720" cy="48097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319626"/>
            <a:ext cx="740664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09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one of these statements will cause a compile error?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48097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favoriteNumber = 0;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37790"/>
            <a:ext cx="8046720" cy="48097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437790"/>
            <a:ext cx="740664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int? favoriteNumber = 0;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65069"/>
            <a:ext cx="8046720" cy="48097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065069"/>
            <a:ext cx="630936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favoriteNumber = null;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3065069"/>
            <a:ext cx="155448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92347"/>
            <a:ext cx="8046720" cy="48097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692347"/>
            <a:ext cx="740664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4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int? favoriteNumber = null;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19626"/>
            <a:ext cx="8046720" cy="48097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319626"/>
            <a:ext cx="7406640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</a:t>
            </a:r>
            <a:r>
              <a:rPr lang="en-US" sz="1900" b="1" dirty="0" err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SortedList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&lt;int, string&gt;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what kind of data is stored as the value (not the key)?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value is stored an integer number of times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a string and the value is an integer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an integer and the value is a string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</a:t>
            </a:r>
            <a:r>
              <a:rPr lang="en-US" sz="1900" b="1" dirty="0" err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SortedList</a:t>
            </a:r>
            <a:r>
              <a:rPr lang="en-US" sz="19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&lt;int, string&gt;</a:t>
            </a: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what kind of data is stored as the value (not the key)?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value is stored an integer number of times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a string and the value is an integer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378708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an integer and the value is a string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3378708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False: a class may define as many constructors as you like, as long as each one has a unique name.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8046720" cy="749808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06624"/>
            <a:ext cx="8046720" cy="749808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706624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False: a class may define as many constructors as you like, as long as each one has a unique name.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8046720" cy="749808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8046720" cy="749808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706624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2706624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8D30-A806-2954-0DC0-8A41F90D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86BE83-E093-7F40-D34D-D9841DC95B8A}"/>
              </a:ext>
            </a:extLst>
          </p:cNvPr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732E1A-7A79-AD76-70B6-11C2CDB03D56}"/>
              </a:ext>
            </a:extLst>
          </p:cNvPr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sealed class cannot be ________.</a:t>
            </a:r>
            <a:endParaRPr lang="en-US" sz="1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D05A204-C708-D214-6444-DA6043536FC1}"/>
              </a:ext>
            </a:extLst>
          </p:cNvPr>
          <p:cNvSpPr/>
          <p:nvPr/>
        </p:nvSpPr>
        <p:spPr>
          <a:xfrm>
            <a:off x="548640" y="181051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816A7E-942C-6BCE-B5EF-910FEE3695F0}"/>
              </a:ext>
            </a:extLst>
          </p:cNvPr>
          <p:cNvSpPr/>
          <p:nvPr/>
        </p:nvSpPr>
        <p:spPr>
          <a:xfrm>
            <a:off x="868680" y="181051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class</a:t>
            </a: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F107A66-D458-3342-D238-4740378CB52A}"/>
              </a:ext>
            </a:extLst>
          </p:cNvPr>
          <p:cNvSpPr/>
          <p:nvPr/>
        </p:nvSpPr>
        <p:spPr>
          <a:xfrm>
            <a:off x="548640" y="2594610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A0536D-9A65-A9A8-563D-363CCBAED587}"/>
              </a:ext>
            </a:extLst>
          </p:cNvPr>
          <p:cNvSpPr/>
          <p:nvPr/>
        </p:nvSpPr>
        <p:spPr>
          <a:xfrm>
            <a:off x="868680" y="2594610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instantiated</a:t>
            </a:r>
            <a:endParaRPr lang="en-US" sz="15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7F6AF47-DAF6-83A5-17BC-E27EF66D707A}"/>
              </a:ext>
            </a:extLst>
          </p:cNvPr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4F7B943-7A7A-9E5B-2A7F-87A710E284CE}"/>
              </a:ext>
            </a:extLst>
          </p:cNvPr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15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56066A4-6FC9-1BF9-8783-572B69596FC7}"/>
              </a:ext>
            </a:extLst>
          </p:cNvPr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5496EF-20DB-3F14-6470-083414D86B54}"/>
              </a:ext>
            </a:extLst>
          </p:cNvPr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55849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20A6C-92F6-27EA-0E23-28CE4482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F2A131-A392-49EA-AECC-5A885617BC0E}"/>
              </a:ext>
            </a:extLst>
          </p:cNvPr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</a:t>
            </a:r>
            <a:endParaRPr lang="en-US" sz="1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0B81C7-C266-A3B1-12DC-1B8F34BCCFF6}"/>
              </a:ext>
            </a:extLst>
          </p:cNvPr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608573-C51D-CBAB-3F70-2701910A735D}"/>
              </a:ext>
            </a:extLst>
          </p:cNvPr>
          <p:cNvSpPr/>
          <p:nvPr/>
        </p:nvSpPr>
        <p:spPr>
          <a:xfrm>
            <a:off x="5486400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142E7F-B1DD-2366-2B83-E5E73A954A7E}"/>
              </a:ext>
            </a:extLst>
          </p:cNvPr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33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sealed class cannot be ________.</a:t>
            </a:r>
            <a:endParaRPr lang="en-US" sz="1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C6F2ABB-CFBC-FD2D-B627-F5CA59512F33}"/>
              </a:ext>
            </a:extLst>
          </p:cNvPr>
          <p:cNvSpPr/>
          <p:nvPr/>
        </p:nvSpPr>
        <p:spPr>
          <a:xfrm>
            <a:off x="548640" y="2577572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363CF41-F8C6-3E03-A984-6103E4658EA8}"/>
              </a:ext>
            </a:extLst>
          </p:cNvPr>
          <p:cNvSpPr/>
          <p:nvPr/>
        </p:nvSpPr>
        <p:spPr>
          <a:xfrm>
            <a:off x="868680" y="2577572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instantiated</a:t>
            </a:r>
            <a:endParaRPr lang="en-US" sz="15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2BCF2CF-6FDD-4EFB-CBCD-7A3CDF219015}"/>
              </a:ext>
            </a:extLst>
          </p:cNvPr>
          <p:cNvSpPr/>
          <p:nvPr/>
        </p:nvSpPr>
        <p:spPr>
          <a:xfrm>
            <a:off x="548640" y="1779961"/>
            <a:ext cx="8046720" cy="637794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C854E53-7459-9462-BF3E-B7AB535EECFE}"/>
              </a:ext>
            </a:extLst>
          </p:cNvPr>
          <p:cNvSpPr/>
          <p:nvPr/>
        </p:nvSpPr>
        <p:spPr>
          <a:xfrm>
            <a:off x="868680" y="1779961"/>
            <a:ext cx="63093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class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B97CA19-5674-90C6-ED85-A7E59C3A3C7D}"/>
              </a:ext>
            </a:extLst>
          </p:cNvPr>
          <p:cNvSpPr/>
          <p:nvPr/>
        </p:nvSpPr>
        <p:spPr>
          <a:xfrm>
            <a:off x="6903720" y="1779961"/>
            <a:ext cx="15544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81D4CBC-ABE8-2DD1-7502-F700266C1DFF}"/>
              </a:ext>
            </a:extLst>
          </p:cNvPr>
          <p:cNvSpPr/>
          <p:nvPr/>
        </p:nvSpPr>
        <p:spPr>
          <a:xfrm>
            <a:off x="548640" y="3378708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219B0A-5CCF-8F92-B9A6-D68E1A723488}"/>
              </a:ext>
            </a:extLst>
          </p:cNvPr>
          <p:cNvSpPr/>
          <p:nvPr/>
        </p:nvSpPr>
        <p:spPr>
          <a:xfrm>
            <a:off x="868680" y="3378708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15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05E0829-857F-8177-0FD5-1AC7D2814BF2}"/>
              </a:ext>
            </a:extLst>
          </p:cNvPr>
          <p:cNvSpPr/>
          <p:nvPr/>
        </p:nvSpPr>
        <p:spPr>
          <a:xfrm>
            <a:off x="548640" y="4162806"/>
            <a:ext cx="8046720" cy="637794"/>
          </a:xfrm>
          <a:prstGeom prst="rect">
            <a:avLst/>
          </a:prstGeom>
          <a:solidFill>
            <a:srgbClr val="F1F5F8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144515-C2F0-2897-D5F5-B9F18DCD3AC7}"/>
              </a:ext>
            </a:extLst>
          </p:cNvPr>
          <p:cNvSpPr/>
          <p:nvPr/>
        </p:nvSpPr>
        <p:spPr>
          <a:xfrm>
            <a:off x="868680" y="4162806"/>
            <a:ext cx="7406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sz="15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8395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1062</Words>
  <Application>Microsoft Office PowerPoint</Application>
  <PresentationFormat>On-screen Show (16:9)</PresentationFormat>
  <Paragraphs>195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2026-06-23T11:05:58Z</dcterms:created>
  <dcterms:modified xsi:type="dcterms:W3CDTF">2026-06-24T09:13:33Z</dcterms:modified>
</cp:coreProperties>
</file>