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DCB57-12B0-4F29-B228-00CDB848B160}" v="1" dt="2026-06-21T22:58:52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4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modSld">
      <pc:chgData name="Daniela Trapani" userId="30b41bef89cfceee" providerId="LiveId" clId="{ADEB5723-9D39-45AE-898F-3FDA33EC1B39}" dt="2026-06-23T18:07:59.750" v="160" actId="13926"/>
      <pc:docMkLst>
        <pc:docMk/>
      </pc:docMkLst>
      <pc:sldChg chg="modSp mod">
        <pc:chgData name="Daniela Trapani" userId="30b41bef89cfceee" providerId="LiveId" clId="{ADEB5723-9D39-45AE-898F-3FDA33EC1B39}" dt="2026-06-23T14:32:47.372" v="115" actId="403"/>
        <pc:sldMkLst>
          <pc:docMk/>
          <pc:sldMk cId="0" sldId="258"/>
        </pc:sldMkLst>
        <pc:spChg chg="mod">
          <ac:chgData name="Daniela Trapani" userId="30b41bef89cfceee" providerId="LiveId" clId="{ADEB5723-9D39-45AE-898F-3FDA33EC1B39}" dt="2026-06-23T14:32:47.372" v="115" actId="403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3:13.577" v="121" actId="403"/>
        <pc:sldMkLst>
          <pc:docMk/>
          <pc:sldMk cId="0" sldId="260"/>
        </pc:sldMkLst>
        <pc:spChg chg="mod">
          <ac:chgData name="Daniela Trapani" userId="30b41bef89cfceee" providerId="LiveId" clId="{ADEB5723-9D39-45AE-898F-3FDA33EC1B39}" dt="2026-06-21T22:58:46.719" v="113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3:04.158" v="117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3:09.056" v="119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3:13.577" v="121" actId="403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3:35.672" v="125" actId="14100"/>
        <pc:sldMkLst>
          <pc:docMk/>
          <pc:sldMk cId="0" sldId="261"/>
        </pc:sldMkLst>
        <pc:spChg chg="mod">
          <ac:chgData name="Daniela Trapani" userId="30b41bef89cfceee" providerId="LiveId" clId="{ADEB5723-9D39-45AE-898F-3FDA33EC1B39}" dt="2026-06-23T14:33:35.672" v="125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3:26.066" v="124" actId="403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3:47.113" v="130" actId="403"/>
        <pc:sldMkLst>
          <pc:docMk/>
          <pc:sldMk cId="0" sldId="262"/>
        </pc:sldMkLst>
        <pc:spChg chg="mod">
          <ac:chgData name="Daniela Trapani" userId="30b41bef89cfceee" providerId="LiveId" clId="{ADEB5723-9D39-45AE-898F-3FDA33EC1B39}" dt="2026-06-23T14:33:47.113" v="130" actId="403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4:08.005" v="133" actId="403"/>
        <pc:sldMkLst>
          <pc:docMk/>
          <pc:sldMk cId="0" sldId="263"/>
        </pc:sldMkLst>
        <pc:spChg chg="mod">
          <ac:chgData name="Daniela Trapani" userId="30b41bef89cfceee" providerId="LiveId" clId="{ADEB5723-9D39-45AE-898F-3FDA33EC1B39}" dt="2026-06-23T14:34:08.005" v="133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3:58.115" v="132" actId="403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4:39.441" v="142" actId="20577"/>
        <pc:sldMkLst>
          <pc:docMk/>
          <pc:sldMk cId="0" sldId="264"/>
        </pc:sldMkLst>
        <pc:spChg chg="mod">
          <ac:chgData name="Daniela Trapani" userId="30b41bef89cfceee" providerId="LiveId" clId="{ADEB5723-9D39-45AE-898F-3FDA33EC1B39}" dt="2026-06-23T14:34:39.441" v="142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4:53.772" v="144" actId="403"/>
        <pc:sldMkLst>
          <pc:docMk/>
          <pc:sldMk cId="0" sldId="265"/>
        </pc:sldMkLst>
        <pc:spChg chg="mod">
          <ac:chgData name="Daniela Trapani" userId="30b41bef89cfceee" providerId="LiveId" clId="{ADEB5723-9D39-45AE-898F-3FDA33EC1B39}" dt="2026-06-23T14:34:53.772" v="144" actId="40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5:11.578" v="148" actId="403"/>
        <pc:sldMkLst>
          <pc:docMk/>
          <pc:sldMk cId="0" sldId="266"/>
        </pc:sldMkLst>
        <pc:spChg chg="mod">
          <ac:chgData name="Daniela Trapani" userId="30b41bef89cfceee" providerId="LiveId" clId="{ADEB5723-9D39-45AE-898F-3FDA33EC1B39}" dt="2026-06-23T14:35:06.132" v="146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5:11.578" v="148" actId="403"/>
          <ac:spMkLst>
            <pc:docMk/>
            <pc:sldMk cId="0" sldId="266"/>
            <ac:spMk id="14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5:20.749" v="149" actId="403"/>
        <pc:sldMkLst>
          <pc:docMk/>
          <pc:sldMk cId="0" sldId="267"/>
        </pc:sldMkLst>
        <pc:spChg chg="mod">
          <ac:chgData name="Daniela Trapani" userId="30b41bef89cfceee" providerId="LiveId" clId="{ADEB5723-9D39-45AE-898F-3FDA33EC1B39}" dt="2026-06-23T14:35:20.749" v="149" actId="403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4:35:28.264" v="151" actId="403"/>
        <pc:sldMkLst>
          <pc:docMk/>
          <pc:sldMk cId="0" sldId="268"/>
        </pc:sldMkLst>
        <pc:spChg chg="mod">
          <ac:chgData name="Daniela Trapani" userId="30b41bef89cfceee" providerId="LiveId" clId="{ADEB5723-9D39-45AE-898F-3FDA33EC1B39}" dt="2026-06-23T14:35:28.264" v="151" actId="403"/>
          <ac:spMkLst>
            <pc:docMk/>
            <pc:sldMk cId="0" sldId="268"/>
            <ac:spMk id="15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3T18:07:59.750" v="160" actId="13926"/>
        <pc:sldMkLst>
          <pc:docMk/>
          <pc:sldMk cId="0" sldId="269"/>
        </pc:sldMkLst>
        <pc:spChg chg="mod">
          <ac:chgData name="Daniela Trapani" userId="30b41bef89cfceee" providerId="LiveId" clId="{ADEB5723-9D39-45AE-898F-3FDA33EC1B39}" dt="2026-06-23T18:07:59.750" v="160" actId="13926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5:35.649" v="153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5:48.859" v="159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5:39.935" v="155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3T14:35:44.230" v="157" actId="403"/>
          <ac:spMkLst>
            <pc:docMk/>
            <pc:sldMk cId="0" sldId="269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93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OBJECT-ORIENTED PROGRAMMING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Methods, Abstract</a:t>
            </a:r>
            <a:endParaRPr lang="en-US" sz="3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Polymorphism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guide, built around one worked Shape example in C#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52928"/>
            <a:ext cx="7498080" cy="19202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749808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2958084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25296" y="2958084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26464" y="2958084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43800" y="28895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6949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can't be created directly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shape defines its own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default you can override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$"{Name}: area = {Area():0.00}"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YOU'LL LEARN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blocks, one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refresher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121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"is-a" relationship that everything else builds 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38862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73152" cy="13716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1719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methods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2121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behavior that derived classes may override.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862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3152" cy="13716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9164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that forces derived classes to fill in the blanks.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8862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73152" cy="13716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85216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many behaviors, chosen at runtime.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refresher: inheritance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models "is-a".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Circle is a Shape; a Rectangle is a Shape.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classes inherit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fields and methods of their base class.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 (:) 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base type a class derives from.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ahead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virtual, abstract, polymorphism — builds on this.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00600" y="1554480"/>
            <a:ext cx="3794760" cy="22860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00600" y="1554480"/>
            <a:ext cx="379476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01768" y="16596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02936" y="16596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04104" y="16596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15910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011680"/>
            <a:ext cx="32461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Circle is-a Shape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Rectangle is-a Shape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RUNNING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model: a Shape hierarchy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20440" y="1600200"/>
            <a:ext cx="2103120" cy="822960"/>
          </a:xfrm>
          <a:prstGeom prst="rect">
            <a:avLst/>
          </a:prstGeom>
          <a:solidFill>
            <a:srgbClr val="4F46E5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2044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20440" y="2057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2423160"/>
            <a:ext cx="0" cy="48463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2907792"/>
            <a:ext cx="521208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65960" y="2907792"/>
            <a:ext cx="0" cy="384048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2907792"/>
            <a:ext cx="0" cy="384048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78040" y="2907792"/>
            <a:ext cx="0" cy="384048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21031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pi r^2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291840"/>
            <a:ext cx="21031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w x 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291840"/>
            <a:ext cx="21031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Triangle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2648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1/2 b 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derived class IS-A Shape and supplies its own Area() — same family, different formulas.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VIRTUAL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behavior you can replace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86868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" cy="8686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method is bound dynamically which means that it will be determined at runtime which </a:t>
            </a:r>
            <a:r>
              <a:rPr lang="en-US" sz="1600" b="1" dirty="0" err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class'</a:t>
            </a: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 will be called.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46888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method in the base class as overridable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64408" y="2697480"/>
            <a:ext cx="246888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08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base behavior in a derived class.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0176" y="2697480"/>
            <a:ext cx="246888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override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08776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class's default body simply runs as-is.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VIRTUAL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virtual 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29260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139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6139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16139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545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8006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'virtual' = subclasses MAY override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$"A shape: {Name}"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79" y="1691640"/>
            <a:ext cx="280725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method a body the base class can run on its own.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classes are free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keep it or replace it.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base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works even with zero derived classes.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OVERRIDE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the default behavior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31546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139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6139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16139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545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8006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'override' replaces the base version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optional: call base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$"Radius = {Radius}"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swaps in new behavior for Circle objects.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base.Describe()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you extend the original instead of fully replacing it.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must match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virtual method exactly.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ABSTRACT 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derived classes must honor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" cy="9144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543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can't be created on its own. It may declare abstract members with no body that every derived class is required to implement.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instantiated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new Shape() is a compile error.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members have no body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must be overridden by subclasses.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hold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 methods, virtual methods, fields, and properties.</a:t>
            </a:r>
            <a:endParaRPr lang="en-US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"template"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defines what every shape must do, not how.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ABSTRACT 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 abstract class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7492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139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6139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16139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545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5262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body -&gt; subclasses MUST implement it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virtual -&gt; override is optional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$"{Name}: {Area():0.00}"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52160" y="16916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double Area()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rule: every shape has an area.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implementation here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can't know the formula.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s = new Shape();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not compile.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IMPLEMENTING 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shapes fill in Area()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139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6139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16139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545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8006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derived class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supplies its own Area() formula.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is required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— Area() is abstract.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reuse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 and Describe() from the base for free.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vs. abstract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3154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86200" cy="6400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default body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37744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default implementation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is optional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in normal or abstract classes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a sensible default exists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3886200" cy="3154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886200" cy="64008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body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01768" y="237744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method with no code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is required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inside an abstract class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force every subclass to implement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many forms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86868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" cy="8686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lets the same method call run different code depending on the object's real type at runtime.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2468880" cy="8229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shape.Describe()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3291840" y="2423160"/>
            <a:ext cx="640080" cy="8686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640080" cy="6858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23360" y="2057400"/>
            <a:ext cx="448056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circle output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3621024"/>
            <a:ext cx="448056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362102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rectangle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variable's compile-time type is Shape, but the runtime type decides which method runs (dynamic dispatch).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7492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139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6139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16139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545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5262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shapes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"C1"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"R1"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call, different behavior per object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shapes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2743200" cy="1417320"/>
          </a:xfrm>
          <a:prstGeom prst="rect">
            <a:avLst/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C1: area = 12.57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area = 12.00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31546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List&lt;Shape&gt;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different concrete types together.</a:t>
            </a:r>
            <a:endParaRPr lang="en-US" sz="16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one call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object responds in its own way.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good habits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4809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138988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Override, don't hide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 a method hides instead of overrides, so polymorphism breaks. Prefer override.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886200" cy="138988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15798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base.Method() inside an override to build on the default rather than discard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3886200" cy="138988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with sealed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7307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override stops further derived classes from overriding a method again.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3127248"/>
            <a:ext cx="3886200" cy="138988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5400000" algn="bl" rotWithShape="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vs interface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37307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 hold state and shared code; an interface only declares members.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9728" cy="5029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18288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default behavior that derived classes may override.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624328"/>
            <a:ext cx="109728" cy="5029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5786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59" y="2578608"/>
            <a:ext cx="55178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contract with no body that derived classes must implement.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374136"/>
            <a:ext cx="109728" cy="5029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3284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32841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resolved to the right method by the object's runtime type.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109728" cy="5029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07822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Together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407822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let you write code against Shape and let each shape act for itself.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1238</Words>
  <Application>Microsoft Office PowerPoint</Application>
  <PresentationFormat>On-screen Show (16:9)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2026-06-21T21:21:18Z</dcterms:created>
  <dcterms:modified xsi:type="dcterms:W3CDTF">2026-06-23T18:08:08Z</dcterms:modified>
</cp:coreProperties>
</file>