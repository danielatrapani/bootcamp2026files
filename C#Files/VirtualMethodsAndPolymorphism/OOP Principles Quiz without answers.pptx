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57" r:id="rId3"/>
    <p:sldId id="258" r:id="rId4"/>
    <p:sldId id="260" r:id="rId5"/>
    <p:sldId id="262" r:id="rId6"/>
    <p:sldId id="264" r:id="rId7"/>
    <p:sldId id="266" r:id="rId8"/>
    <p:sldId id="268" r:id="rId9"/>
    <p:sldId id="270" r:id="rId10"/>
    <p:sldId id="272" r:id="rId11"/>
    <p:sldId id="274" r:id="rId12"/>
    <p:sldId id="276" r:id="rId13"/>
    <p:sldId id="278" r:id="rId14"/>
    <p:sldId id="280" r:id="rId15"/>
    <p:sldId id="282" r:id="rId16"/>
    <p:sldId id="284" r:id="rId17"/>
    <p:sldId id="286" r:id="rId18"/>
    <p:sldId id="288" r:id="rId19"/>
    <p:sldId id="290" r:id="rId20"/>
    <p:sldId id="292" r:id="rId21"/>
    <p:sldId id="294" r:id="rId22"/>
    <p:sldId id="296" r:id="rId23"/>
    <p:sldId id="298" r:id="rId24"/>
    <p:sldId id="300" r:id="rId25"/>
    <p:sldId id="302" r:id="rId26"/>
    <p:sldId id="304" r:id="rId27"/>
    <p:sldId id="306" r:id="rId2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4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120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a Trapani" userId="30b41bef89cfceee" providerId="LiveId" clId="{ADEB5723-9D39-45AE-898F-3FDA33EC1B39}"/>
    <pc:docChg chg="undo custSel delSld modSld">
      <pc:chgData name="Daniela Trapani" userId="30b41bef89cfceee" providerId="LiveId" clId="{ADEB5723-9D39-45AE-898F-3FDA33EC1B39}" dt="2026-06-24T13:50:19.513" v="137" actId="14100"/>
      <pc:docMkLst>
        <pc:docMk/>
      </pc:docMkLst>
      <pc:sldChg chg="delSp modSp mod">
        <pc:chgData name="Daniela Trapani" userId="30b41bef89cfceee" providerId="LiveId" clId="{ADEB5723-9D39-45AE-898F-3FDA33EC1B39}" dt="2026-06-24T13:50:19.513" v="137" actId="14100"/>
        <pc:sldMkLst>
          <pc:docMk/>
          <pc:sldMk cId="0" sldId="256"/>
        </pc:sldMkLst>
        <pc:spChg chg="mod">
          <ac:chgData name="Daniela Trapani" userId="30b41bef89cfceee" providerId="LiveId" clId="{ADEB5723-9D39-45AE-898F-3FDA33EC1B39}" dt="2026-06-24T13:50:14.823" v="136" actId="14100"/>
          <ac:spMkLst>
            <pc:docMk/>
            <pc:sldMk cId="0" sldId="256"/>
            <ac:spMk id="7" creationId="{00000000-0000-0000-0000-000000000000}"/>
          </ac:spMkLst>
        </pc:spChg>
        <pc:spChg chg="mod">
          <ac:chgData name="Daniela Trapani" userId="30b41bef89cfceee" providerId="LiveId" clId="{ADEB5723-9D39-45AE-898F-3FDA33EC1B39}" dt="2026-06-24T13:50:19.513" v="137" actId="14100"/>
          <ac:spMkLst>
            <pc:docMk/>
            <pc:sldMk cId="0" sldId="256"/>
            <ac:spMk id="8" creationId="{00000000-0000-0000-0000-000000000000}"/>
          </ac:spMkLst>
        </pc:spChg>
        <pc:spChg chg="mod">
          <ac:chgData name="Daniela Trapani" userId="30b41bef89cfceee" providerId="LiveId" clId="{ADEB5723-9D39-45AE-898F-3FDA33EC1B39}" dt="2026-06-24T13:50:05.636" v="134" actId="14100"/>
          <ac:spMkLst>
            <pc:docMk/>
            <pc:sldMk cId="0" sldId="256"/>
            <ac:spMk id="9" creationId="{00000000-0000-0000-0000-000000000000}"/>
          </ac:spMkLst>
        </pc:spChg>
        <pc:spChg chg="mod">
          <ac:chgData name="Daniela Trapani" userId="30b41bef89cfceee" providerId="LiveId" clId="{ADEB5723-9D39-45AE-898F-3FDA33EC1B39}" dt="2026-06-24T13:50:09.245" v="135" actId="14100"/>
          <ac:spMkLst>
            <pc:docMk/>
            <pc:sldMk cId="0" sldId="256"/>
            <ac:spMk id="10" creationId="{00000000-0000-0000-0000-000000000000}"/>
          </ac:spMkLst>
        </pc:spChg>
        <pc:spChg chg="del">
          <ac:chgData name="Daniela Trapani" userId="30b41bef89cfceee" providerId="LiveId" clId="{ADEB5723-9D39-45AE-898F-3FDA33EC1B39}" dt="2026-06-24T13:48:50.479" v="36" actId="478"/>
          <ac:spMkLst>
            <pc:docMk/>
            <pc:sldMk cId="0" sldId="256"/>
            <ac:spMk id="11" creationId="{00000000-0000-0000-0000-000000000000}"/>
          </ac:spMkLst>
        </pc:spChg>
        <pc:spChg chg="del">
          <ac:chgData name="Daniela Trapani" userId="30b41bef89cfceee" providerId="LiveId" clId="{ADEB5723-9D39-45AE-898F-3FDA33EC1B39}" dt="2026-06-24T13:48:55.539" v="37" actId="478"/>
          <ac:spMkLst>
            <pc:docMk/>
            <pc:sldMk cId="0" sldId="256"/>
            <ac:spMk id="12" creationId="{00000000-0000-0000-0000-000000000000}"/>
          </ac:spMkLst>
        </pc:spChg>
      </pc:sldChg>
      <pc:sldChg chg="del">
        <pc:chgData name="Daniela Trapani" userId="30b41bef89cfceee" providerId="LiveId" clId="{ADEB5723-9D39-45AE-898F-3FDA33EC1B39}" dt="2026-06-24T09:56:04.433" v="0" actId="47"/>
        <pc:sldMkLst>
          <pc:docMk/>
          <pc:sldMk cId="0" sldId="259"/>
        </pc:sldMkLst>
      </pc:sldChg>
      <pc:sldChg chg="del">
        <pc:chgData name="Daniela Trapani" userId="30b41bef89cfceee" providerId="LiveId" clId="{ADEB5723-9D39-45AE-898F-3FDA33EC1B39}" dt="2026-06-24T09:56:05.641" v="1" actId="47"/>
        <pc:sldMkLst>
          <pc:docMk/>
          <pc:sldMk cId="0" sldId="261"/>
        </pc:sldMkLst>
      </pc:sldChg>
      <pc:sldChg chg="del">
        <pc:chgData name="Daniela Trapani" userId="30b41bef89cfceee" providerId="LiveId" clId="{ADEB5723-9D39-45AE-898F-3FDA33EC1B39}" dt="2026-06-24T09:56:07.030" v="2" actId="47"/>
        <pc:sldMkLst>
          <pc:docMk/>
          <pc:sldMk cId="0" sldId="263"/>
        </pc:sldMkLst>
      </pc:sldChg>
      <pc:sldChg chg="del">
        <pc:chgData name="Daniela Trapani" userId="30b41bef89cfceee" providerId="LiveId" clId="{ADEB5723-9D39-45AE-898F-3FDA33EC1B39}" dt="2026-06-24T09:56:09.633" v="3" actId="47"/>
        <pc:sldMkLst>
          <pc:docMk/>
          <pc:sldMk cId="0" sldId="265"/>
        </pc:sldMkLst>
      </pc:sldChg>
      <pc:sldChg chg="del">
        <pc:chgData name="Daniela Trapani" userId="30b41bef89cfceee" providerId="LiveId" clId="{ADEB5723-9D39-45AE-898F-3FDA33EC1B39}" dt="2026-06-24T09:56:12.264" v="4" actId="47"/>
        <pc:sldMkLst>
          <pc:docMk/>
          <pc:sldMk cId="0" sldId="267"/>
        </pc:sldMkLst>
      </pc:sldChg>
      <pc:sldChg chg="del">
        <pc:chgData name="Daniela Trapani" userId="30b41bef89cfceee" providerId="LiveId" clId="{ADEB5723-9D39-45AE-898F-3FDA33EC1B39}" dt="2026-06-24T09:56:13.758" v="5" actId="47"/>
        <pc:sldMkLst>
          <pc:docMk/>
          <pc:sldMk cId="0" sldId="269"/>
        </pc:sldMkLst>
      </pc:sldChg>
      <pc:sldChg chg="del">
        <pc:chgData name="Daniela Trapani" userId="30b41bef89cfceee" providerId="LiveId" clId="{ADEB5723-9D39-45AE-898F-3FDA33EC1B39}" dt="2026-06-24T09:56:15.134" v="6" actId="47"/>
        <pc:sldMkLst>
          <pc:docMk/>
          <pc:sldMk cId="0" sldId="271"/>
        </pc:sldMkLst>
      </pc:sldChg>
      <pc:sldChg chg="del">
        <pc:chgData name="Daniela Trapani" userId="30b41bef89cfceee" providerId="LiveId" clId="{ADEB5723-9D39-45AE-898F-3FDA33EC1B39}" dt="2026-06-24T09:56:16.475" v="7" actId="47"/>
        <pc:sldMkLst>
          <pc:docMk/>
          <pc:sldMk cId="0" sldId="273"/>
        </pc:sldMkLst>
      </pc:sldChg>
      <pc:sldChg chg="del">
        <pc:chgData name="Daniela Trapani" userId="30b41bef89cfceee" providerId="LiveId" clId="{ADEB5723-9D39-45AE-898F-3FDA33EC1B39}" dt="2026-06-24T09:56:17.845" v="8" actId="47"/>
        <pc:sldMkLst>
          <pc:docMk/>
          <pc:sldMk cId="0" sldId="275"/>
        </pc:sldMkLst>
      </pc:sldChg>
      <pc:sldChg chg="modSp mod">
        <pc:chgData name="Daniela Trapani" userId="30b41bef89cfceee" providerId="LiveId" clId="{ADEB5723-9D39-45AE-898F-3FDA33EC1B39}" dt="2026-06-24T11:36:07.427" v="35" actId="20577"/>
        <pc:sldMkLst>
          <pc:docMk/>
          <pc:sldMk cId="0" sldId="276"/>
        </pc:sldMkLst>
        <pc:spChg chg="mod">
          <ac:chgData name="Daniela Trapani" userId="30b41bef89cfceee" providerId="LiveId" clId="{ADEB5723-9D39-45AE-898F-3FDA33EC1B39}" dt="2026-06-24T11:36:07.427" v="35" actId="20577"/>
          <ac:spMkLst>
            <pc:docMk/>
            <pc:sldMk cId="0" sldId="276"/>
            <ac:spMk id="8" creationId="{00000000-0000-0000-0000-000000000000}"/>
          </ac:spMkLst>
        </pc:spChg>
      </pc:sldChg>
      <pc:sldChg chg="del">
        <pc:chgData name="Daniela Trapani" userId="30b41bef89cfceee" providerId="LiveId" clId="{ADEB5723-9D39-45AE-898F-3FDA33EC1B39}" dt="2026-06-24T09:56:19.971" v="9" actId="47"/>
        <pc:sldMkLst>
          <pc:docMk/>
          <pc:sldMk cId="0" sldId="277"/>
        </pc:sldMkLst>
      </pc:sldChg>
      <pc:sldChg chg="del">
        <pc:chgData name="Daniela Trapani" userId="30b41bef89cfceee" providerId="LiveId" clId="{ADEB5723-9D39-45AE-898F-3FDA33EC1B39}" dt="2026-06-24T09:56:21.634" v="10" actId="47"/>
        <pc:sldMkLst>
          <pc:docMk/>
          <pc:sldMk cId="0" sldId="279"/>
        </pc:sldMkLst>
      </pc:sldChg>
      <pc:sldChg chg="del">
        <pc:chgData name="Daniela Trapani" userId="30b41bef89cfceee" providerId="LiveId" clId="{ADEB5723-9D39-45AE-898F-3FDA33EC1B39}" dt="2026-06-24T09:56:24.201" v="11" actId="47"/>
        <pc:sldMkLst>
          <pc:docMk/>
          <pc:sldMk cId="0" sldId="281"/>
        </pc:sldMkLst>
      </pc:sldChg>
      <pc:sldChg chg="del">
        <pc:chgData name="Daniela Trapani" userId="30b41bef89cfceee" providerId="LiveId" clId="{ADEB5723-9D39-45AE-898F-3FDA33EC1B39}" dt="2026-06-24T09:56:25.715" v="12" actId="47"/>
        <pc:sldMkLst>
          <pc:docMk/>
          <pc:sldMk cId="0" sldId="283"/>
        </pc:sldMkLst>
      </pc:sldChg>
      <pc:sldChg chg="del">
        <pc:chgData name="Daniela Trapani" userId="30b41bef89cfceee" providerId="LiveId" clId="{ADEB5723-9D39-45AE-898F-3FDA33EC1B39}" dt="2026-06-24T09:56:27.975" v="13" actId="47"/>
        <pc:sldMkLst>
          <pc:docMk/>
          <pc:sldMk cId="0" sldId="285"/>
        </pc:sldMkLst>
      </pc:sldChg>
      <pc:sldChg chg="del">
        <pc:chgData name="Daniela Trapani" userId="30b41bef89cfceee" providerId="LiveId" clId="{ADEB5723-9D39-45AE-898F-3FDA33EC1B39}" dt="2026-06-24T09:56:29.677" v="14" actId="47"/>
        <pc:sldMkLst>
          <pc:docMk/>
          <pc:sldMk cId="0" sldId="287"/>
        </pc:sldMkLst>
      </pc:sldChg>
      <pc:sldChg chg="del">
        <pc:chgData name="Daniela Trapani" userId="30b41bef89cfceee" providerId="LiveId" clId="{ADEB5723-9D39-45AE-898F-3FDA33EC1B39}" dt="2026-06-24T09:56:31.078" v="15" actId="47"/>
        <pc:sldMkLst>
          <pc:docMk/>
          <pc:sldMk cId="0" sldId="289"/>
        </pc:sldMkLst>
      </pc:sldChg>
      <pc:sldChg chg="del">
        <pc:chgData name="Daniela Trapani" userId="30b41bef89cfceee" providerId="LiveId" clId="{ADEB5723-9D39-45AE-898F-3FDA33EC1B39}" dt="2026-06-24T09:56:32.550" v="16" actId="47"/>
        <pc:sldMkLst>
          <pc:docMk/>
          <pc:sldMk cId="0" sldId="291"/>
        </pc:sldMkLst>
      </pc:sldChg>
      <pc:sldChg chg="del">
        <pc:chgData name="Daniela Trapani" userId="30b41bef89cfceee" providerId="LiveId" clId="{ADEB5723-9D39-45AE-898F-3FDA33EC1B39}" dt="2026-06-24T09:56:33.993" v="17" actId="47"/>
        <pc:sldMkLst>
          <pc:docMk/>
          <pc:sldMk cId="0" sldId="293"/>
        </pc:sldMkLst>
      </pc:sldChg>
      <pc:sldChg chg="del">
        <pc:chgData name="Daniela Trapani" userId="30b41bef89cfceee" providerId="LiveId" clId="{ADEB5723-9D39-45AE-898F-3FDA33EC1B39}" dt="2026-06-24T09:56:35.374" v="18" actId="47"/>
        <pc:sldMkLst>
          <pc:docMk/>
          <pc:sldMk cId="0" sldId="295"/>
        </pc:sldMkLst>
      </pc:sldChg>
      <pc:sldChg chg="del">
        <pc:chgData name="Daniela Trapani" userId="30b41bef89cfceee" providerId="LiveId" clId="{ADEB5723-9D39-45AE-898F-3FDA33EC1B39}" dt="2026-06-24T09:56:36.642" v="19" actId="47"/>
        <pc:sldMkLst>
          <pc:docMk/>
          <pc:sldMk cId="0" sldId="297"/>
        </pc:sldMkLst>
      </pc:sldChg>
      <pc:sldChg chg="del">
        <pc:chgData name="Daniela Trapani" userId="30b41bef89cfceee" providerId="LiveId" clId="{ADEB5723-9D39-45AE-898F-3FDA33EC1B39}" dt="2026-06-24T09:56:38.105" v="20" actId="47"/>
        <pc:sldMkLst>
          <pc:docMk/>
          <pc:sldMk cId="0" sldId="299"/>
        </pc:sldMkLst>
      </pc:sldChg>
      <pc:sldChg chg="del">
        <pc:chgData name="Daniela Trapani" userId="30b41bef89cfceee" providerId="LiveId" clId="{ADEB5723-9D39-45AE-898F-3FDA33EC1B39}" dt="2026-06-24T09:56:39.425" v="21" actId="47"/>
        <pc:sldMkLst>
          <pc:docMk/>
          <pc:sldMk cId="0" sldId="301"/>
        </pc:sldMkLst>
      </pc:sldChg>
      <pc:sldChg chg="del">
        <pc:chgData name="Daniela Trapani" userId="30b41bef89cfceee" providerId="LiveId" clId="{ADEB5723-9D39-45AE-898F-3FDA33EC1B39}" dt="2026-06-24T09:56:40.742" v="22" actId="47"/>
        <pc:sldMkLst>
          <pc:docMk/>
          <pc:sldMk cId="0" sldId="303"/>
        </pc:sldMkLst>
      </pc:sldChg>
      <pc:sldChg chg="del">
        <pc:chgData name="Daniela Trapani" userId="30b41bef89cfceee" providerId="LiveId" clId="{ADEB5723-9D39-45AE-898F-3FDA33EC1B39}" dt="2026-06-24T09:56:42.439" v="23" actId="47"/>
        <pc:sldMkLst>
          <pc:docMk/>
          <pc:sldMk cId="0" sldId="30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6/24/2026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94821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0"/>
            <a:ext cx="2560320" cy="5143500"/>
          </a:xfrm>
          <a:prstGeom prst="rect">
            <a:avLst/>
          </a:prstGeom>
          <a:solidFill>
            <a:srgbClr val="17255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812280" y="1371600"/>
            <a:ext cx="22860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Developer : Learner</a:t>
            </a:r>
            <a:endParaRPr lang="en-US" sz="12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2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override</a:t>
            </a:r>
            <a:endParaRPr lang="en-US" sz="12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void Master() =&gt;</a:t>
            </a:r>
            <a:endParaRPr lang="en-US" sz="12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OOP.Principles();</a:t>
            </a:r>
            <a:endParaRPr lang="en-US" sz="12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200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OBJECT-ORIENTED PROGRAMMING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627632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OOP Principles Quiz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hands-on check for beginner developers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40080" y="3429000"/>
            <a:ext cx="2133265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08409" y="3429000"/>
            <a:ext cx="20146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 questions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059723" y="3429000"/>
            <a:ext cx="2080009" cy="457200"/>
          </a:xfrm>
          <a:prstGeom prst="roundRect">
            <a:avLst>
              <a:gd name="adj" fmla="val 16000"/>
            </a:avLst>
          </a:prstGeom>
          <a:solidFill>
            <a:srgbClr val="1D4ED8"/>
          </a:solidFill>
          <a:ln w="127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175279" y="3429000"/>
            <a:ext cx="18689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format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42519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Inheritance · Constructors · Virtual &amp; Override · Abstract &amp; Sealed · Polymorphism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6576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quiz covers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365760" y="96012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Eleven core OOP topics, each tested with multiple choice, true/false, and code-reading questions. The correct answer and a short explanation follow every question.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365760" y="157276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30352" y="176479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30352" y="1764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157276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Inheritance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246120" y="157276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3410712" y="176479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410712" y="1764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49624" y="157276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 hiding (new)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26480" y="157276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6291072" y="176479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91072" y="1764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729984" y="157276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Constructors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65760" y="235000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30352" y="254203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530352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9264" y="235000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Chaining with this()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3246120" y="235000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410712" y="254203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410712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49624" y="235000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Calling base()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126480" y="235000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291072" y="254203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6291072" y="25420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29984" y="235000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Virtual methods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365760" y="312724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530352" y="331927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530352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969264" y="312724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Overriding methods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3246120" y="312724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3410712" y="331927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3410712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849624" y="312724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 classes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6126480" y="312724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291072" y="331927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291072" y="3319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729984" y="312724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Sealed classes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365760" y="390448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530352" y="409651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530352" y="4096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969264" y="390448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members</a:t>
            </a:r>
            <a:endParaRPr lang="en-US" sz="1250" dirty="0"/>
          </a:p>
        </p:txBody>
      </p:sp>
      <p:sp>
        <p:nvSpPr>
          <p:cNvPr id="44" name="Shape 42"/>
          <p:cNvSpPr/>
          <p:nvPr/>
        </p:nvSpPr>
        <p:spPr>
          <a:xfrm>
            <a:off x="3246120" y="390448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3410712" y="409651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4"/>
          <p:cNvSpPr/>
          <p:nvPr/>
        </p:nvSpPr>
        <p:spPr>
          <a:xfrm>
            <a:off x="3410712" y="4096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849624" y="390448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Polymorphism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6126480" y="3904488"/>
            <a:ext cx="2743200" cy="658368"/>
          </a:xfrm>
          <a:prstGeom prst="roundRect">
            <a:avLst>
              <a:gd name="adj" fmla="val 8333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6291072" y="409651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6291072" y="4096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6729984" y="3904488"/>
            <a:ext cx="20299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C# output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Inheritance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syntax declares that class Dog inherits from class Animal in C#?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Dog -&gt; Animal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Dog : Animal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Dog extends Animal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Dog inherits Animal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members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base-class member can a derived class directly access?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private field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protected field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Neither of them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the constructor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 hiding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does the 'new' keyword do when applied to a method in a derived class?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Allocates heap memory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Overrides it polymorphically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Hides the base method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Calls the base constructor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OUTPUT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Method hiding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printed?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4343400" cy="3291840"/>
          </a:xfrm>
          <a:prstGeom prst="roundRect">
            <a:avLst>
              <a:gd name="adj" fmla="val 138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09344"/>
            <a:ext cx="39776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void Show()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Console.Write("A");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 : A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new void Show()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1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("B");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obj = new B();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obj.Show();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627632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65776" y="1746504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65776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1627632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2340864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65776" y="2459736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65776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2340864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37760" y="3054096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65776" y="31729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65776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30540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3767328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65776" y="3886200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65776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3767328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 error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Q5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Constructors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the primary purpose of a constructor?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destroy an object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initialize a new object's state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inherit a base class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 hide a method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Constructors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you define no constructor at all, C# supplies a public parameterless default constructor.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Q7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this() chaining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does this(...) do when used in a constructor?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Calls a base-class constructor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Calls another constructor in the same class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Refers to the current method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Creates a brand-new object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Q8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OUTPUT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this() chaining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printed?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4343400" cy="3291840"/>
          </a:xfrm>
          <a:prstGeom prst="roundRect">
            <a:avLst>
              <a:gd name="adj" fmla="val 138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09344"/>
            <a:ext cx="39776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Box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int W, H;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Box() : this(1, 1) {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Box(int w, int h)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 = w; 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H = h;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 b = new Box();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Console.Write($"{b.W}x{b.H}");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627632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65776" y="1746504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65776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1627632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0x0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2340864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65776" y="2459736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65776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2340864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1x1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37760" y="3054096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65776" y="31729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65776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30540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 error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3767328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65776" y="3886200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65776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3767328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Runtime exception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Q9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Calling base()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keyword calls a base-class constructor from a derived constructor?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Q10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OUTPUT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Calling base()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printed?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4343400" cy="3291840"/>
          </a:xfrm>
          <a:prstGeom prst="roundRect">
            <a:avLst>
              <a:gd name="adj" fmla="val 138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09344"/>
            <a:ext cx="39776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A()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1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("A");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B : A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B()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</a:t>
            </a:r>
            <a:r>
              <a:rPr lang="en-US" sz="11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("B");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 </a:t>
            </a:r>
            <a:r>
              <a:rPr lang="en-US" sz="1100" dirty="0" err="1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classB</a:t>
            </a: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= new B();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627632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65776" y="1746504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65776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1627632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2340864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65776" y="2459736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65776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2340864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37760" y="3054096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65776" y="31729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65776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30540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3767328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65776" y="3886200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65776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3767328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only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Virtual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must a method be marked as so a derived class can override it?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static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sealed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virtual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Virtual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C#, methods are virtual by default.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Overriding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keyword gives a derived class a new implementation of a virtual method?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virtual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OUTPUT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Overriding methods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printed?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4343400" cy="3291840"/>
          </a:xfrm>
          <a:prstGeom prst="roundRect">
            <a:avLst>
              <a:gd name="adj" fmla="val 138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09344"/>
            <a:ext cx="39776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Animal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virtual string Speak()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return “”;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Dog : Animal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override string Speak()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return "Woof";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Animal a = new Dog();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Console.Write(a.Speak());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627632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65776" y="1746504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65776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1627632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...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2340864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65776" y="2459736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65776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2340864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Woof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37760" y="3054096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65776" y="31729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65776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30540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 error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3767328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65776" y="3886200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65776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3767328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(empty)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Q15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 classes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statement about an abstract class is true?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can be instantiated directly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cannot be instantiated directly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cannot have constructors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cannot contain implemented methods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Q16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 classes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abstract method has no body in the abstract class itself.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Q17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 classes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non-abstract class deriving from an abstract class must do what with its abstract methods?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Hide them with new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Ignore them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Override (implement) all of them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 them sealed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Q18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Sealed classes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does declaring a class as sealed do?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Makes it abstract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Prevents other classes from inheriting it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Makes all members private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Prevents instantiation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Q19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Sealed classes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 apply sealed to an overriding method to stop further overriding down the chain.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Q20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members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can access a protected member?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the same class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declaring class and its derived classes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class anywhere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classes in the same namespace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Q21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/ FALSE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Protected members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protected member is accessible from derived classes, while a private member is not.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 or false?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697480"/>
            <a:ext cx="41605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9443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697480"/>
            <a:ext cx="35021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False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Q22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Polymorphism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Polymorphism most directly means: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class having many constructors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Using derived objects through a common base type, resolved at runtime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Hiding fields from other classes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Sealing a class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Q23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OUTPUT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Polymorphism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5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printed?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365760" y="1463040"/>
            <a:ext cx="4343400" cy="3291840"/>
          </a:xfrm>
          <a:prstGeom prst="roundRect">
            <a:avLst>
              <a:gd name="adj" fmla="val 1389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609344"/>
            <a:ext cx="3977640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 class Shape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abstract double Area();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Square : Shape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double S;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public override double Area()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{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S * S;</a:t>
            </a:r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</a:rPr>
              <a:t>  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Shape s = new Square { S = 3 };</a:t>
            </a:r>
            <a:endParaRPr lang="en-US" sz="1100" dirty="0"/>
          </a:p>
          <a:p>
            <a:pPr marL="0" indent="0" algn="l">
              <a:lnSpc>
                <a:spcPct val="112000"/>
              </a:lnSpc>
              <a:buNone/>
            </a:pPr>
            <a:r>
              <a:rPr lang="en-US" sz="11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Console.Write(s.Area());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937760" y="1627632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065776" y="1746504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065776" y="17465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0" y="1627632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937760" y="2340864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5065776" y="2459736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065776" y="2459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0" y="2340864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937760" y="3054096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065776" y="31729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065776" y="3172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0" y="3054096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37760" y="3767328"/>
            <a:ext cx="3840480" cy="566928"/>
          </a:xfrm>
          <a:prstGeom prst="roundRect">
            <a:avLst>
              <a:gd name="adj" fmla="val 96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5065776" y="3886200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065776" y="38862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86400" y="3767328"/>
            <a:ext cx="3182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Compile error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92608"/>
            <a:ext cx="868680" cy="457200"/>
          </a:xfrm>
          <a:prstGeom prst="roundRect">
            <a:avLst>
              <a:gd name="adj" fmla="val 16000"/>
            </a:avLst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29260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Q24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150" dirty="0">
                <a:solidFill>
                  <a:srgbClr val="2563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MULTIPLE CHOICE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0" y="29260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Override vs new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896112"/>
            <a:ext cx="8412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100" b="1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statement correctly distinguishes override from new?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best answer.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937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37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They are identical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09160" y="2331720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37176" y="2601468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37176" y="26014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257800" y="2331720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override enables polymorphism; new hides the member and breaks it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937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144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enables polymorphism; override hides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3346704"/>
            <a:ext cx="4160520" cy="868680"/>
          </a:xfrm>
          <a:prstGeom prst="roundRect">
            <a:avLst>
              <a:gd name="adj" fmla="val 63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837176" y="3616452"/>
            <a:ext cx="329184" cy="329184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837176" y="36164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57800" y="3346704"/>
            <a:ext cx="3502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E293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Both prevent inheritance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65760" y="482803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C# OOP Principles — Beginner Developer Quiz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280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0"/>
          </a:xfrm>
          <a:prstGeom prst="rect">
            <a:avLst/>
          </a:prstGeom>
          <a:solidFill>
            <a:srgbClr val="1E3A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93C5F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94360" y="10058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big ideas to remember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72554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virtual + override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46120" y="1920240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Enable runtime polymorphism — the object's real type decides behavior.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523744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72554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22960" y="252374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new (method hiding)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246120" y="2523744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Hides a base method; the reference type decides — no polymorphism.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40080" y="3127248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72554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22960" y="3127248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this() and base()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46120" y="312724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Chain to another constructor in the same class, or to the base class.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730752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72554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2960" y="37307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 vs sealed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246120" y="3730752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Abstract can't be instantiated and must be implemented; sealed can't be inherited.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40080" y="4334256"/>
            <a:ext cx="7863840" cy="566928"/>
          </a:xfrm>
          <a:prstGeom prst="roundRect">
            <a:avLst>
              <a:gd name="adj" fmla="val 8065"/>
            </a:avLst>
          </a:prstGeom>
          <a:solidFill>
            <a:srgbClr val="172554"/>
          </a:solidFill>
          <a:ln w="12700">
            <a:solidFill>
              <a:srgbClr val="1D4E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2960" y="4334256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protected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246120" y="4334256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DBEAF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Shared with derived classes, but hidden from unrelated code.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1536</Words>
  <Application>Microsoft Office PowerPoint</Application>
  <PresentationFormat>On-screen Show (16:9)</PresentationFormat>
  <Paragraphs>480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Consolas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Daniela Trapani</dc:creator>
  <cp:lastModifiedBy>Daniela Trapani</cp:lastModifiedBy>
  <cp:revision>1</cp:revision>
  <dcterms:created xsi:type="dcterms:W3CDTF">2026-06-24T09:33:22Z</dcterms:created>
  <dcterms:modified xsi:type="dcterms:W3CDTF">2026-06-24T13:50:23Z</dcterms:modified>
</cp:coreProperties>
</file>