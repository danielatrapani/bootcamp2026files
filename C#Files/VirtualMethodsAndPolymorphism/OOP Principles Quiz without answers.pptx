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2" r:id="rId6"/>
    <p:sldId id="264" r:id="rId7"/>
    <p:sldId id="266" r:id="rId8"/>
    <p:sldId id="268" r:id="rId9"/>
    <p:sldId id="270" r:id="rId10"/>
    <p:sldId id="272" r:id="rId11"/>
    <p:sldId id="274" r:id="rId12"/>
    <p:sldId id="276" r:id="rId13"/>
    <p:sldId id="278" r:id="rId14"/>
    <p:sldId id="280" r:id="rId15"/>
    <p:sldId id="282" r:id="rId16"/>
    <p:sldId id="284" r:id="rId17"/>
    <p:sldId id="286" r:id="rId18"/>
    <p:sldId id="288" r:id="rId19"/>
    <p:sldId id="290" r:id="rId20"/>
    <p:sldId id="292" r:id="rId21"/>
    <p:sldId id="294" r:id="rId22"/>
    <p:sldId id="296" r:id="rId23"/>
    <p:sldId id="298" r:id="rId24"/>
    <p:sldId id="300" r:id="rId25"/>
    <p:sldId id="302" r:id="rId26"/>
    <p:sldId id="304" r:id="rId27"/>
    <p:sldId id="30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delSld modSld">
      <pc:chgData name="Daniela Trapani" userId="30b41bef89cfceee" providerId="LiveId" clId="{ADEB5723-9D39-45AE-898F-3FDA33EC1B39}" dt="2026-06-24T11:36:07.427" v="35" actId="20577"/>
      <pc:docMkLst>
        <pc:docMk/>
      </pc:docMkLst>
      <pc:sldChg chg="del">
        <pc:chgData name="Daniela Trapani" userId="30b41bef89cfceee" providerId="LiveId" clId="{ADEB5723-9D39-45AE-898F-3FDA33EC1B39}" dt="2026-06-24T09:56:04.433" v="0" actId="47"/>
        <pc:sldMkLst>
          <pc:docMk/>
          <pc:sldMk cId="0" sldId="259"/>
        </pc:sldMkLst>
      </pc:sldChg>
      <pc:sldChg chg="del">
        <pc:chgData name="Daniela Trapani" userId="30b41bef89cfceee" providerId="LiveId" clId="{ADEB5723-9D39-45AE-898F-3FDA33EC1B39}" dt="2026-06-24T09:56:05.641" v="1" actId="47"/>
        <pc:sldMkLst>
          <pc:docMk/>
          <pc:sldMk cId="0" sldId="261"/>
        </pc:sldMkLst>
      </pc:sldChg>
      <pc:sldChg chg="del">
        <pc:chgData name="Daniela Trapani" userId="30b41bef89cfceee" providerId="LiveId" clId="{ADEB5723-9D39-45AE-898F-3FDA33EC1B39}" dt="2026-06-24T09:56:07.030" v="2" actId="47"/>
        <pc:sldMkLst>
          <pc:docMk/>
          <pc:sldMk cId="0" sldId="263"/>
        </pc:sldMkLst>
      </pc:sldChg>
      <pc:sldChg chg="del">
        <pc:chgData name="Daniela Trapani" userId="30b41bef89cfceee" providerId="LiveId" clId="{ADEB5723-9D39-45AE-898F-3FDA33EC1B39}" dt="2026-06-24T09:56:09.633" v="3" actId="47"/>
        <pc:sldMkLst>
          <pc:docMk/>
          <pc:sldMk cId="0" sldId="265"/>
        </pc:sldMkLst>
      </pc:sldChg>
      <pc:sldChg chg="del">
        <pc:chgData name="Daniela Trapani" userId="30b41bef89cfceee" providerId="LiveId" clId="{ADEB5723-9D39-45AE-898F-3FDA33EC1B39}" dt="2026-06-24T09:56:12.264" v="4" actId="47"/>
        <pc:sldMkLst>
          <pc:docMk/>
          <pc:sldMk cId="0" sldId="267"/>
        </pc:sldMkLst>
      </pc:sldChg>
      <pc:sldChg chg="del">
        <pc:chgData name="Daniela Trapani" userId="30b41bef89cfceee" providerId="LiveId" clId="{ADEB5723-9D39-45AE-898F-3FDA33EC1B39}" dt="2026-06-24T09:56:13.758" v="5" actId="47"/>
        <pc:sldMkLst>
          <pc:docMk/>
          <pc:sldMk cId="0" sldId="269"/>
        </pc:sldMkLst>
      </pc:sldChg>
      <pc:sldChg chg="del">
        <pc:chgData name="Daniela Trapani" userId="30b41bef89cfceee" providerId="LiveId" clId="{ADEB5723-9D39-45AE-898F-3FDA33EC1B39}" dt="2026-06-24T09:56:15.134" v="6" actId="47"/>
        <pc:sldMkLst>
          <pc:docMk/>
          <pc:sldMk cId="0" sldId="271"/>
        </pc:sldMkLst>
      </pc:sldChg>
      <pc:sldChg chg="del">
        <pc:chgData name="Daniela Trapani" userId="30b41bef89cfceee" providerId="LiveId" clId="{ADEB5723-9D39-45AE-898F-3FDA33EC1B39}" dt="2026-06-24T09:56:16.475" v="7" actId="47"/>
        <pc:sldMkLst>
          <pc:docMk/>
          <pc:sldMk cId="0" sldId="273"/>
        </pc:sldMkLst>
      </pc:sldChg>
      <pc:sldChg chg="del">
        <pc:chgData name="Daniela Trapani" userId="30b41bef89cfceee" providerId="LiveId" clId="{ADEB5723-9D39-45AE-898F-3FDA33EC1B39}" dt="2026-06-24T09:56:17.845" v="8" actId="47"/>
        <pc:sldMkLst>
          <pc:docMk/>
          <pc:sldMk cId="0" sldId="275"/>
        </pc:sldMkLst>
      </pc:sldChg>
      <pc:sldChg chg="modSp mod">
        <pc:chgData name="Daniela Trapani" userId="30b41bef89cfceee" providerId="LiveId" clId="{ADEB5723-9D39-45AE-898F-3FDA33EC1B39}" dt="2026-06-24T11:36:07.427" v="35" actId="20577"/>
        <pc:sldMkLst>
          <pc:docMk/>
          <pc:sldMk cId="0" sldId="276"/>
        </pc:sldMkLst>
        <pc:spChg chg="mod">
          <ac:chgData name="Daniela Trapani" userId="30b41bef89cfceee" providerId="LiveId" clId="{ADEB5723-9D39-45AE-898F-3FDA33EC1B39}" dt="2026-06-24T11:36:07.427" v="35" actId="20577"/>
          <ac:spMkLst>
            <pc:docMk/>
            <pc:sldMk cId="0" sldId="276"/>
            <ac:spMk id="8" creationId="{00000000-0000-0000-0000-000000000000}"/>
          </ac:spMkLst>
        </pc:spChg>
      </pc:sldChg>
      <pc:sldChg chg="del">
        <pc:chgData name="Daniela Trapani" userId="30b41bef89cfceee" providerId="LiveId" clId="{ADEB5723-9D39-45AE-898F-3FDA33EC1B39}" dt="2026-06-24T09:56:19.971" v="9" actId="47"/>
        <pc:sldMkLst>
          <pc:docMk/>
          <pc:sldMk cId="0" sldId="277"/>
        </pc:sldMkLst>
      </pc:sldChg>
      <pc:sldChg chg="del">
        <pc:chgData name="Daniela Trapani" userId="30b41bef89cfceee" providerId="LiveId" clId="{ADEB5723-9D39-45AE-898F-3FDA33EC1B39}" dt="2026-06-24T09:56:21.634" v="10" actId="47"/>
        <pc:sldMkLst>
          <pc:docMk/>
          <pc:sldMk cId="0" sldId="279"/>
        </pc:sldMkLst>
      </pc:sldChg>
      <pc:sldChg chg="del">
        <pc:chgData name="Daniela Trapani" userId="30b41bef89cfceee" providerId="LiveId" clId="{ADEB5723-9D39-45AE-898F-3FDA33EC1B39}" dt="2026-06-24T09:56:24.201" v="11" actId="47"/>
        <pc:sldMkLst>
          <pc:docMk/>
          <pc:sldMk cId="0" sldId="281"/>
        </pc:sldMkLst>
      </pc:sldChg>
      <pc:sldChg chg="del">
        <pc:chgData name="Daniela Trapani" userId="30b41bef89cfceee" providerId="LiveId" clId="{ADEB5723-9D39-45AE-898F-3FDA33EC1B39}" dt="2026-06-24T09:56:25.715" v="12" actId="47"/>
        <pc:sldMkLst>
          <pc:docMk/>
          <pc:sldMk cId="0" sldId="283"/>
        </pc:sldMkLst>
      </pc:sldChg>
      <pc:sldChg chg="del">
        <pc:chgData name="Daniela Trapani" userId="30b41bef89cfceee" providerId="LiveId" clId="{ADEB5723-9D39-45AE-898F-3FDA33EC1B39}" dt="2026-06-24T09:56:27.975" v="13" actId="47"/>
        <pc:sldMkLst>
          <pc:docMk/>
          <pc:sldMk cId="0" sldId="285"/>
        </pc:sldMkLst>
      </pc:sldChg>
      <pc:sldChg chg="del">
        <pc:chgData name="Daniela Trapani" userId="30b41bef89cfceee" providerId="LiveId" clId="{ADEB5723-9D39-45AE-898F-3FDA33EC1B39}" dt="2026-06-24T09:56:29.677" v="14" actId="47"/>
        <pc:sldMkLst>
          <pc:docMk/>
          <pc:sldMk cId="0" sldId="287"/>
        </pc:sldMkLst>
      </pc:sldChg>
      <pc:sldChg chg="del">
        <pc:chgData name="Daniela Trapani" userId="30b41bef89cfceee" providerId="LiveId" clId="{ADEB5723-9D39-45AE-898F-3FDA33EC1B39}" dt="2026-06-24T09:56:31.078" v="15" actId="47"/>
        <pc:sldMkLst>
          <pc:docMk/>
          <pc:sldMk cId="0" sldId="289"/>
        </pc:sldMkLst>
      </pc:sldChg>
      <pc:sldChg chg="del">
        <pc:chgData name="Daniela Trapani" userId="30b41bef89cfceee" providerId="LiveId" clId="{ADEB5723-9D39-45AE-898F-3FDA33EC1B39}" dt="2026-06-24T09:56:32.550" v="16" actId="47"/>
        <pc:sldMkLst>
          <pc:docMk/>
          <pc:sldMk cId="0" sldId="291"/>
        </pc:sldMkLst>
      </pc:sldChg>
      <pc:sldChg chg="del">
        <pc:chgData name="Daniela Trapani" userId="30b41bef89cfceee" providerId="LiveId" clId="{ADEB5723-9D39-45AE-898F-3FDA33EC1B39}" dt="2026-06-24T09:56:33.993" v="17" actId="47"/>
        <pc:sldMkLst>
          <pc:docMk/>
          <pc:sldMk cId="0" sldId="293"/>
        </pc:sldMkLst>
      </pc:sldChg>
      <pc:sldChg chg="del">
        <pc:chgData name="Daniela Trapani" userId="30b41bef89cfceee" providerId="LiveId" clId="{ADEB5723-9D39-45AE-898F-3FDA33EC1B39}" dt="2026-06-24T09:56:35.374" v="18" actId="47"/>
        <pc:sldMkLst>
          <pc:docMk/>
          <pc:sldMk cId="0" sldId="295"/>
        </pc:sldMkLst>
      </pc:sldChg>
      <pc:sldChg chg="del">
        <pc:chgData name="Daniela Trapani" userId="30b41bef89cfceee" providerId="LiveId" clId="{ADEB5723-9D39-45AE-898F-3FDA33EC1B39}" dt="2026-06-24T09:56:36.642" v="19" actId="47"/>
        <pc:sldMkLst>
          <pc:docMk/>
          <pc:sldMk cId="0" sldId="297"/>
        </pc:sldMkLst>
      </pc:sldChg>
      <pc:sldChg chg="del">
        <pc:chgData name="Daniela Trapani" userId="30b41bef89cfceee" providerId="LiveId" clId="{ADEB5723-9D39-45AE-898F-3FDA33EC1B39}" dt="2026-06-24T09:56:38.105" v="20" actId="47"/>
        <pc:sldMkLst>
          <pc:docMk/>
          <pc:sldMk cId="0" sldId="299"/>
        </pc:sldMkLst>
      </pc:sldChg>
      <pc:sldChg chg="del">
        <pc:chgData name="Daniela Trapani" userId="30b41bef89cfceee" providerId="LiveId" clId="{ADEB5723-9D39-45AE-898F-3FDA33EC1B39}" dt="2026-06-24T09:56:39.425" v="21" actId="47"/>
        <pc:sldMkLst>
          <pc:docMk/>
          <pc:sldMk cId="0" sldId="301"/>
        </pc:sldMkLst>
      </pc:sldChg>
      <pc:sldChg chg="del">
        <pc:chgData name="Daniela Trapani" userId="30b41bef89cfceee" providerId="LiveId" clId="{ADEB5723-9D39-45AE-898F-3FDA33EC1B39}" dt="2026-06-24T09:56:40.742" v="22" actId="47"/>
        <pc:sldMkLst>
          <pc:docMk/>
          <pc:sldMk cId="0" sldId="303"/>
        </pc:sldMkLst>
      </pc:sldChg>
      <pc:sldChg chg="del">
        <pc:chgData name="Daniela Trapani" userId="30b41bef89cfceee" providerId="LiveId" clId="{ADEB5723-9D39-45AE-898F-3FDA33EC1B39}" dt="2026-06-24T09:56:42.439" v="23" actId="47"/>
        <pc:sldMkLst>
          <pc:docMk/>
          <pc:sldMk cId="0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48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72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12280" y="137160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Developer : Learner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Master() =&gt;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OOP.Principles();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OBJECT-ORIENTED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Principles Quiz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 check for beginner developers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format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 · Constructors · Virtual &amp; Override · Abstract &amp; Sealed · Polymorphism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quiz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Eleven core OOP topics, each tested with multiple choice, true/false, and code-reading questions. The correct answer and a short explanation follow every question.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71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962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 (new)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9107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998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Chaining with this()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4612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1071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071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962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107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998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035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26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24612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1071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1071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962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2648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9107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9107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998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035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035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24612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1071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1071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84962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12648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9107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9107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998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C# output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syntax declares that class Dog inherits from class Animal in C#?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-&gt; Animal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: Animal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extends Animal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inherits Animal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base-class member can a derived class directly access?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field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field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of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constructor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'new' keyword do when applied to a method in a derived class?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Allocates heap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Overrides it polymorphically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the base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the base constructor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Console.Write("A");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new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obj = new B();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obj.Show();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primary purpose of a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destroy an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initialize a new object's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inherit a base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hide a method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define no constructor at all, C# supplies a public parameterless default constructor.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this(...) do when used in a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 base-class constructor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another constructor in the same class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Refers to the current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brand-new object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W,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Box() : this(1, 1) {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Box(int w, int h)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w;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new Box();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Console.Write($"{b.W}x{b.H}");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1x1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exception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calls a base-class constructor from a derived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classB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B();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a method be marked as so a derived class can override it?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C#, methods are virtual by default.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gives a derived class a new implementation of a virtual method?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virtual string Speak()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“”;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Animal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string Speak()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"Woof";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Console.Write(a.Speak());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Woof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(empty)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about an abstract class is true?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be instantiated directly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be instantiated directly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have constructors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contain implemented methods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abstract method has no body in the abstract class itself.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non-abstract class deriving from an abstract class must do what with its abstract methods?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 them with new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(implement) all of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them sealed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declaring a class as sealed do?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it abstract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other classes from inheriting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all members private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instantiation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apply sealed to an overriding method to stop further overriding down the chain.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access a protected member?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same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declaring class and its derived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class anywhere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classes in the same namespace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member is accessible from derived classes, while a private member is not.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 most directly means: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class having many constructors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derived objects through a common base type, resolved at runtime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fields from other classes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Sealing a class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double Area();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Square :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S;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double Area()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 * S;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s = new Square { S = 3 };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Console.Write(s.Area());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vs new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correctly distinguishes override from new?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identical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enables polymorphism; new hides the member and breaks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enables polymorphism; override hides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prevent inheritance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ideas to 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+ override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192024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runtime polymorphism — the object's real type decides behavior.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(method hiding)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5237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a base method; the reference type decides — no polymorphism.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this() and base()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127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to another constructor in the same class, or to the base class.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7307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vs sealed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373075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can't be instantiated and must be implemented; sealed can't be inherited.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3342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43342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with derived classes, but hidden from unrelated code.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1538</Words>
  <Application>Microsoft Office PowerPoint</Application>
  <PresentationFormat>On-screen Show (16:9)</PresentationFormat>
  <Paragraphs>481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2026-06-24T09:33:22Z</dcterms:created>
  <dcterms:modified xsi:type="dcterms:W3CDTF">2026-06-24T12:31:01Z</dcterms:modified>
</cp:coreProperties>
</file>