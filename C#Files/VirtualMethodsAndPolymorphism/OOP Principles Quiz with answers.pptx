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4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4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Trapani" userId="30b41bef89cfceee" providerId="LiveId" clId="{ADEB5723-9D39-45AE-898F-3FDA33EC1B39}"/>
    <pc:docChg chg="modSld">
      <pc:chgData name="Daniela Trapani" userId="30b41bef89cfceee" providerId="LiveId" clId="{ADEB5723-9D39-45AE-898F-3FDA33EC1B39}" dt="2026-06-24T11:36:28.911" v="21" actId="20577"/>
      <pc:docMkLst>
        <pc:docMk/>
      </pc:docMkLst>
      <pc:sldChg chg="modSp mod">
        <pc:chgData name="Daniela Trapani" userId="30b41bef89cfceee" providerId="LiveId" clId="{ADEB5723-9D39-45AE-898F-3FDA33EC1B39}" dt="2026-06-24T11:36:15.460" v="10" actId="20577"/>
        <pc:sldMkLst>
          <pc:docMk/>
          <pc:sldMk cId="0" sldId="276"/>
        </pc:sldMkLst>
        <pc:spChg chg="mod">
          <ac:chgData name="Daniela Trapani" userId="30b41bef89cfceee" providerId="LiveId" clId="{ADEB5723-9D39-45AE-898F-3FDA33EC1B39}" dt="2026-06-24T11:36:15.460" v="10" actId="20577"/>
          <ac:spMkLst>
            <pc:docMk/>
            <pc:sldMk cId="0" sldId="276"/>
            <ac:spMk id="8" creationId="{00000000-0000-0000-0000-000000000000}"/>
          </ac:spMkLst>
        </pc:spChg>
      </pc:sldChg>
      <pc:sldChg chg="modSp mod">
        <pc:chgData name="Daniela Trapani" userId="30b41bef89cfceee" providerId="LiveId" clId="{ADEB5723-9D39-45AE-898F-3FDA33EC1B39}" dt="2026-06-24T11:36:28.911" v="21" actId="20577"/>
        <pc:sldMkLst>
          <pc:docMk/>
          <pc:sldMk cId="0" sldId="277"/>
        </pc:sldMkLst>
        <pc:spChg chg="mod">
          <ac:chgData name="Daniela Trapani" userId="30b41bef89cfceee" providerId="LiveId" clId="{ADEB5723-9D39-45AE-898F-3FDA33EC1B39}" dt="2026-06-24T11:36:28.911" v="21" actId="20577"/>
          <ac:spMkLst>
            <pc:docMk/>
            <pc:sldMk cId="0" sldId="277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6/24/2026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9482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725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12280" y="1371600"/>
            <a:ext cx="22860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Developer : Learner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override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Master() =&gt;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OOP.Principles();</a:t>
            </a:r>
            <a:endParaRPr lang="en-US" sz="12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OBJECT-ORIENTED PROGRAMMING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627632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OOP Principles Quiz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hands-on check for beginner developers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questions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3429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Mixed format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3429000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Answers included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42519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 · Constructors · Virtual &amp; Override · Abstract &amp; Sealed · Polymorphism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6576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this quiz covers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65760" y="96012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Eleven core OOP topics, each tested with multiple choice, true/false, and code-reading questions. The correct answer and a short explanation follow every question.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65760" y="157276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30352" y="17647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30352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9264" y="157276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57276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410712" y="17647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410712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9624" y="157276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hiding (new)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26480" y="157276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291072" y="17647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91072" y="17647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29984" y="157276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65760" y="235000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0352" y="254203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9264" y="235000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Chaining with this()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46120" y="235000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10712" y="254203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10712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9624" y="235000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 base()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235000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91072" y="254203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91072" y="2542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29984" y="235000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methods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365760" y="312724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0352" y="33192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9264" y="312724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Overriding methods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246120" y="312724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410712" y="33192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10712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849624" y="312724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classes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126480" y="312724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91072" y="33192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291072" y="3319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729984" y="312724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classes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365760" y="390448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30352" y="409651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30352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69264" y="390448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members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3246120" y="390448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3410712" y="409651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410712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3849624" y="390448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6126480" y="3904488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291072" y="409651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91072" y="4096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729984" y="3904488"/>
            <a:ext cx="2029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 C# output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syntax declares that class Dog inherits from class Animal in C#?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Dog -&gt; Animal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Dog : Animal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Dog extends Animal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Dog inherits Animal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Inheritance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syntax declares that class Dog inherits from class Animal in C#?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Dog -&gt; Animal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Dog : Animal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Dog extends Animal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Dog inherits Animal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class Dog : Animal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uses a colon for inheritance. The 'extends' keyword belongs to Java, not C#.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base-class member can a derived class directly access?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private field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protected field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Neither of them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constructor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base-class member can a derived class directly access?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private field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protected field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Neither of them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constructor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A protected field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members are visible to derived classes; private members are not accessible to them.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hiding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the 'new' keyword do when applied to a method in a derived class?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Allocates heap memory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Overrides it polymorphically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Hides the base method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the base constructor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hiding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the 'new' keyword do when applied to a method in a derived class?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Allocates heap memory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Overrides it polymorphically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Hides the base method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the base constructor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— Hides the base method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'new' performs method hiding. It does not participate in polymorphism the way override does.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hiding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Show()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Console.Write("A");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 : A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new void Show()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("B");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obj = new B();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obj.Show();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62763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74650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627632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40864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4597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34086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31729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05409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767328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88620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76732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hiding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Show()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("A");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 : A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new void Show()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("B");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obj = new B();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obj.Show();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46304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499616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46304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01168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04825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01168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56032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259689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56032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10896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1455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10896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657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38928" y="37764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373989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— prints "A"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38928" y="416052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'new' (hiding), the call resolves on the reference type (A), not the actual object (B).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primary purpose of a constructor?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destroy an object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initialize a new object's state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inherit a base class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hide a method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the primary purpose of a constructor?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destroy an object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initialize a new object's state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inherit a base class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hide a method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Initialize a new object's state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constructor runs when an object is created and sets up its initial field values.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define no constructor at all, C# supplies a public parameterless default constructor.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or false?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Constructors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you define no constructor at all, C# supplies a public parameterless default constructor.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9339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933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82880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8412480" cy="178308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8620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71600" y="282549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3246120"/>
            <a:ext cx="80101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implicit default constructor exists only when you declare no constructors yourself. Any constructor removes it.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this() chaining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this(...) do when used in a constructor?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a base-class constructor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another constructor in the same class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Refers to the current method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 brand-new object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this() chaining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this(...) do when used in a constructor?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a base-class constructor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Calls another constructor in the same class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Refers to the current method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Creates a brand-new object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Calls another constructor in the same class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this(...) performs constructor chaining within the same class to avoid duplicating setup code.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this() chaining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Box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W, H;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Box() : this(1, 1) {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Box(int w, int h)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= w;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= h;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 = new Box();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Console.Write($"{b.W}x{b.H}");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62763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74650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627632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0x0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40864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4597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34086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1x1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31729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05409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767328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88620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76732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exception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this() chaining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Box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W, H;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Box() : this(1, 1) {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Box(int w, int h)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 = w; H = h;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b = new Box();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Console.Write($"{b.W}x{b.H}");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46304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49961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46304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0x0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01168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048256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01168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1x1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56032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259689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56032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10896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1455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10896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Runtime exception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657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38928" y="37764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373989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prints "1x1"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38928" y="416052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parameterless constructor delegates to Box(1,1) through this(), so W and H become 1.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 base()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keyword calls a base-class constructor from a derived constructor?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 base()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keyword calls a base-class constructor from a derived constructor?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base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base(...) invokes the base-class constructor. 'super' is Java; C# uses 'base'.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 base()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("A");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 : A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("B");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classB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B();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62763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74650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627632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40864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4597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34086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31729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05409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767328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88620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76732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only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Calling base()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 {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A()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("A");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 : A {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B()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("B");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classB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new B();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46304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49961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46304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01168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048256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01168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56032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259689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56032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only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10896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1455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10896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only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657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38928" y="37764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373989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prints "AB"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38928" y="416052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base constructor runs first (implicit base()), then the derived constructor body.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must a method be marked as so a derived class can override it?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must a method be marked as so a derived class can override it?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static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— virtual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virtual (or abstract) members can be overridden. The derived class then uses override.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C#, methods are virtual by default.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or false?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C#, methods are virtual by default.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933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9339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82880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8412480" cy="178308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8620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71600" y="282549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3246120"/>
            <a:ext cx="80101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methods are non-virtual by default. You must explicitly add the virtual keyword.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Overriding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keyword gives a derived class a new implementation of a virtual method?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Overriding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keyword gives a derived class a new implementation of a virtual method?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override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replaces the virtual base implementation and participates in polymorphism.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Overriding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virtual string Speak()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return “”;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: Animal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override string Speak()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"Woof";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a = new Dog();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Console.Write(a.Speak());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62763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74650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627632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40864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4597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34086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Woof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31729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05409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767328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88620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76732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(empty)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Overriding methods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Animal {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virtual string Speak()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return “”;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Dog : Animal {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override string Speak()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"Woof";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Animal a = new Dog();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00" dirty="0" err="1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a.Speak</a:t>
            </a: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46304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49961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46304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01168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048256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01168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Woof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56032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259689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56032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10896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1455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10896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(empty)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657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38928" y="37764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373989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prints "Woof"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38928" y="416052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virtual + override gives runtime polymorphism: Dog's version runs even through an Animal reference.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statement about an abstract class is true?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 be instantiated directly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cannot be instantiated directly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cannot have constructors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cannot contain implemented methods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Q15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statement about an abstract class is true?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 be instantiated directly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cannot be instantiated directly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cannot have constructors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cannot contain implemented methods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It cannot be instantiated directly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create instances of concrete derived classes. Abstract classes may still have constructors and real methods.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abstract method has no body in the abstract class itself.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or false?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Q16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abstract method has no body in the abstract class itself.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9339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933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82880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8412480" cy="178308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8620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71600" y="282549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3246120"/>
            <a:ext cx="80101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methods declare a signature only; the implementation is supplied by derived classes.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non-abstract class deriving from an abstract class must do what with its abstract methods?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 them with new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Ignore them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(implement) all of them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them sealed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Q17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non-abstract class deriving from an abstract class must do what with its abstract methods?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 them with new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Ignore them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(implement) all of them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 them sealed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— Override all of them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concrete class must implement every inherited abstract method, or it must itself be abstract.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declaring a class as sealed do?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it abstract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other classes from inheriting 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all members private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instantiation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Q18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does declaring a class as sealed do?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it abstract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other classes from inheriting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all members private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Prevents instantiation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Prevents inheritance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sealed class cannot be used as a base class. You can still create instances of it.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apply sealed to an overriding method to stop further overriding down the chain.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or false?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Q19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can apply sealed to an overriding method to stop further overriding down the chain.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9339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933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82880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8412480" cy="178308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8620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71600" y="282549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3246120"/>
            <a:ext cx="80101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sealed override locks the method so classes deriving further cannot override it again.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can access a protected member?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same class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declaring class and its derived classes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class anywhere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classes in the same namespace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Q20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can access a protected member?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the same class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declaring class and its derived classes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class anywhere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classes in the same namespace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The class and its derived classes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sits between private and public: visible within the class hierarchy, hidden from unrelated classes.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protected member is accessible from derived classes, while a private member is not.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 or false?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697480"/>
            <a:ext cx="4160520" cy="822960"/>
          </a:xfrm>
          <a:prstGeom prst="roundRect">
            <a:avLst>
              <a:gd name="adj" fmla="val 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9443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9443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697480"/>
            <a:ext cx="3502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Q21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TRUE / FALSE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members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protected member is accessible from derived classes, while a private member is not.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9339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82880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82880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9339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82880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8412480" cy="1783080"/>
          </a:xfrm>
          <a:prstGeom prst="roundRect">
            <a:avLst>
              <a:gd name="adj" fmla="val 3077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28620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71600" y="282549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6928" y="3246120"/>
            <a:ext cx="80101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Derived classes can use protected members but cannot touch the base class's private members.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 most directly means: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class having many constructors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derived objects through a common base type, resolved at runtime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Hiding fields from other classes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Sealing a class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Q22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 most directly means: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class having many constructors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Using derived objects through a common base type, resolved at runtime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Hiding fields from other classes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Sealing a class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Common base type, behavior resolved at runtime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 lets one base-typed reference invoke the correct overridden behavior of the actual object.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Shape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abstract double Area();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Square : Shape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double S;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override double Area()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 * S;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 s = new Square { S = 3 };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Console.Write(s.Area());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627632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74650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746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627632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340864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4597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4597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340864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3054096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31729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31729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3054096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767328"/>
            <a:ext cx="384048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886200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767328"/>
            <a:ext cx="3182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Q23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CODE OUTPUT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Polymorphism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printed?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343400" cy="3291840"/>
          </a:xfrm>
          <a:prstGeom prst="roundRect">
            <a:avLst>
              <a:gd name="adj" fmla="val 1389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1609344"/>
            <a:ext cx="3977640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class Shape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abstract double Area();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Square : Shape {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double S;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override double Area()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{</a:t>
            </a:r>
            <a:endParaRPr lang="en-US" sz="1100" dirty="0"/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 * S;</a:t>
            </a:r>
          </a:p>
          <a:p>
            <a:pPr>
              <a:lnSpc>
                <a:spcPct val="112000"/>
              </a:lnSpc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</a:rPr>
              <a:t>  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 s = new Square { S = 3 };</a:t>
            </a:r>
            <a:endParaRPr lang="en-US" sz="11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Console.Write(s.Area());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46304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065776" y="149961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65776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46304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937760" y="201168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65776" y="204825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65776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01168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937760" y="256032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65776" y="2596896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65776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256032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37760" y="3108960"/>
            <a:ext cx="3840480" cy="402336"/>
          </a:xfrm>
          <a:prstGeom prst="roundRect">
            <a:avLst>
              <a:gd name="adj" fmla="val 1363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65776" y="3145536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65776" y="31455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3108960"/>
            <a:ext cx="31821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Compile error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65760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38928" y="377647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3739896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 — prints "9"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138928" y="4160520"/>
            <a:ext cx="34381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base-typed reference calls the overridden Area(); 3 * 3 = 9 through polymorphism.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563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vs new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statement correctly distinguishes override from new?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365760" y="175564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Choose the best answer.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937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37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are identical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33172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37176" y="2601468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37176" y="2601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331720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enables polymorphism; new hides the member and breaks 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937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37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enables polymorphism; override hides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3467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37176" y="361645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37176" y="36164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3346704"/>
            <a:ext cx="3502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prevent inheritance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9260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Q24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 · MULTIPLE CHOICE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0" y="292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vs new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statement correctly distinguishes override from new?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93776" y="1947672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are identical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09160" y="17830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37176" y="1947672"/>
            <a:ext cx="329184" cy="329184"/>
          </a:xfrm>
          <a:prstGeom prst="ellipse">
            <a:avLst/>
          </a:prstGeom>
          <a:solidFill>
            <a:srgbClr val="0478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37176" y="19476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0" y="1783080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enables polymorphism; new hides the member and breaks it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937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enables polymorphism; override hides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587752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37176" y="2752344"/>
            <a:ext cx="329184" cy="329184"/>
          </a:xfrm>
          <a:prstGeom prst="ellipse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37176" y="27523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2587752"/>
            <a:ext cx="35021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prevent inheritance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337560"/>
            <a:ext cx="8412480" cy="1234440"/>
          </a:xfrm>
          <a:prstGeom prst="roundRect">
            <a:avLst>
              <a:gd name="adj" fmla="val 4444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45643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0478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ANSWER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371600" y="3419856"/>
            <a:ext cx="7205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65F4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override enables polymorphism; new hides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3840480"/>
            <a:ext cx="8010144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override keeps calls polymorphic via the base reference; new only hides, so the reference type decides.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65760" y="48280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C# OOP Principles — Beginner Developer Quiz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482803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rgbClr val="1E3A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1005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big ideas to remember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virtual + override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246120" y="1920240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runtime polymorphism — the object's real type decides behavior.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23744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252374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(method hiding)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46120" y="2523744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Hides a base method; the reference type decides — no polymorphism.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127248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31272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this() and base()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46120" y="3127248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Chain to another constructor in the same class, or to the base class.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730752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7307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abstract vs sealed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3730752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Abstract can't be instantiated and must be implemented; sealed can't be inherited.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4334256"/>
            <a:ext cx="7863840" cy="566928"/>
          </a:xfrm>
          <a:prstGeom prst="roundRect">
            <a:avLst>
              <a:gd name="adj" fmla="val 8065"/>
            </a:avLst>
          </a:prstGeom>
          <a:solidFill>
            <a:srgbClr val="172554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33425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protected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46120" y="433425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DBEAF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with derived classes, but hidden from unrelated code.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3353</Words>
  <Application>Microsoft Office PowerPoint</Application>
  <PresentationFormat>On-screen Show (16:9)</PresentationFormat>
  <Paragraphs>958</Paragraphs>
  <Slides>51</Slides>
  <Notes>51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Daniela Trapani</dc:creator>
  <cp:lastModifiedBy>Daniela Trapani</cp:lastModifiedBy>
  <cp:revision>1</cp:revision>
  <dcterms:created xsi:type="dcterms:W3CDTF">2026-06-24T09:33:22Z</dcterms:created>
  <dcterms:modified xsi:type="dcterms:W3CDTF">2026-06-24T11:36:30Z</dcterms:modified>
</cp:coreProperties>
</file>