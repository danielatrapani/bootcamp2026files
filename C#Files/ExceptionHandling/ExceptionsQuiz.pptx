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8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CE116-5D0B-4499-9247-42A8AA071E68}" v="1" dt="2026-06-18T08:40:04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76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6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undo custSel delSld modSld">
      <pc:chgData name="Daniela Trapani" userId="30b41bef89cfceee" providerId="LiveId" clId="{ADEB5723-9D39-45AE-898F-3FDA33EC1B39}" dt="2026-06-18T14:05:49.974" v="539" actId="1036"/>
      <pc:docMkLst>
        <pc:docMk/>
      </pc:docMkLst>
      <pc:sldChg chg="delSp modSp mod">
        <pc:chgData name="Daniela Trapani" userId="30b41bef89cfceee" providerId="LiveId" clId="{ADEB5723-9D39-45AE-898F-3FDA33EC1B39}" dt="2026-06-18T14:05:49.974" v="539" actId="1036"/>
        <pc:sldMkLst>
          <pc:docMk/>
          <pc:sldMk cId="0" sldId="257"/>
        </pc:sldMkLst>
        <pc:spChg chg="mod">
          <ac:chgData name="Daniela Trapani" userId="30b41bef89cfceee" providerId="LiveId" clId="{ADEB5723-9D39-45AE-898F-3FDA33EC1B39}" dt="2026-06-18T14:05:48.088" v="538" actId="10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18T14:05:49.974" v="539" actId="1036"/>
          <ac:spMkLst>
            <pc:docMk/>
            <pc:sldMk cId="0" sldId="257"/>
            <ac:spMk id="22" creationId="{00000000-0000-0000-0000-000000000000}"/>
          </ac:spMkLst>
        </pc:spChg>
        <pc:spChg chg="del mod">
          <ac:chgData name="Daniela Trapani" userId="30b41bef89cfceee" providerId="LiveId" clId="{ADEB5723-9D39-45AE-898F-3FDA33EC1B39}" dt="2026-06-17T20:18:30.888" v="15" actId="478"/>
          <ac:spMkLst>
            <pc:docMk/>
            <pc:sldMk cId="0" sldId="257"/>
            <ac:spMk id="2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17T20:18:33.690" v="16" actId="478"/>
        <pc:sldMkLst>
          <pc:docMk/>
          <pc:sldMk cId="0" sldId="258"/>
        </pc:sldMkLst>
        <pc:spChg chg="del">
          <ac:chgData name="Daniela Trapani" userId="30b41bef89cfceee" providerId="LiveId" clId="{ADEB5723-9D39-45AE-898F-3FDA33EC1B39}" dt="2026-06-17T20:18:33.690" v="16" actId="478"/>
          <ac:spMkLst>
            <pc:docMk/>
            <pc:sldMk cId="0" sldId="258"/>
            <ac:spMk id="15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17T20:18:37.189" v="17" actId="478"/>
        <pc:sldMkLst>
          <pc:docMk/>
          <pc:sldMk cId="0" sldId="259"/>
        </pc:sldMkLst>
        <pc:spChg chg="del">
          <ac:chgData name="Daniela Trapani" userId="30b41bef89cfceee" providerId="LiveId" clId="{ADEB5723-9D39-45AE-898F-3FDA33EC1B39}" dt="2026-06-17T20:18:37.189" v="17" actId="478"/>
          <ac:spMkLst>
            <pc:docMk/>
            <pc:sldMk cId="0" sldId="259"/>
            <ac:spMk id="2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17T20:18:39.966" v="18" actId="478"/>
        <pc:sldMkLst>
          <pc:docMk/>
          <pc:sldMk cId="0" sldId="260"/>
        </pc:sldMkLst>
        <pc:spChg chg="del">
          <ac:chgData name="Daniela Trapani" userId="30b41bef89cfceee" providerId="LiveId" clId="{ADEB5723-9D39-45AE-898F-3FDA33EC1B39}" dt="2026-06-17T20:18:39.966" v="18" actId="478"/>
          <ac:spMkLst>
            <pc:docMk/>
            <pc:sldMk cId="0" sldId="260"/>
            <ac:spMk id="15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17T20:18:45.913" v="19" actId="478"/>
        <pc:sldMkLst>
          <pc:docMk/>
          <pc:sldMk cId="0" sldId="261"/>
        </pc:sldMkLst>
        <pc:spChg chg="del">
          <ac:chgData name="Daniela Trapani" userId="30b41bef89cfceee" providerId="LiveId" clId="{ADEB5723-9D39-45AE-898F-3FDA33EC1B39}" dt="2026-06-17T20:18:45.913" v="19" actId="478"/>
          <ac:spMkLst>
            <pc:docMk/>
            <pc:sldMk cId="0" sldId="261"/>
            <ac:spMk id="2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17T20:18:49.085" v="20" actId="478"/>
        <pc:sldMkLst>
          <pc:docMk/>
          <pc:sldMk cId="0" sldId="262"/>
        </pc:sldMkLst>
        <pc:spChg chg="del">
          <ac:chgData name="Daniela Trapani" userId="30b41bef89cfceee" providerId="LiveId" clId="{ADEB5723-9D39-45AE-898F-3FDA33EC1B39}" dt="2026-06-17T20:18:49.085" v="20" actId="478"/>
          <ac:spMkLst>
            <pc:docMk/>
            <pc:sldMk cId="0" sldId="262"/>
            <ac:spMk id="15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17T20:18:52.525" v="21" actId="478"/>
        <pc:sldMkLst>
          <pc:docMk/>
          <pc:sldMk cId="0" sldId="263"/>
        </pc:sldMkLst>
        <pc:spChg chg="del">
          <ac:chgData name="Daniela Trapani" userId="30b41bef89cfceee" providerId="LiveId" clId="{ADEB5723-9D39-45AE-898F-3FDA33EC1B39}" dt="2026-06-17T20:18:52.525" v="21" actId="478"/>
          <ac:spMkLst>
            <pc:docMk/>
            <pc:sldMk cId="0" sldId="263"/>
            <ac:spMk id="2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17T20:18:55.345" v="22" actId="478"/>
        <pc:sldMkLst>
          <pc:docMk/>
          <pc:sldMk cId="0" sldId="264"/>
        </pc:sldMkLst>
        <pc:spChg chg="del">
          <ac:chgData name="Daniela Trapani" userId="30b41bef89cfceee" providerId="LiveId" clId="{ADEB5723-9D39-45AE-898F-3FDA33EC1B39}" dt="2026-06-17T20:18:55.345" v="22" actId="478"/>
          <ac:spMkLst>
            <pc:docMk/>
            <pc:sldMk cId="0" sldId="264"/>
            <ac:spMk id="15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17T20:18:58.505" v="23" actId="478"/>
        <pc:sldMkLst>
          <pc:docMk/>
          <pc:sldMk cId="0" sldId="265"/>
        </pc:sldMkLst>
        <pc:spChg chg="del">
          <ac:chgData name="Daniela Trapani" userId="30b41bef89cfceee" providerId="LiveId" clId="{ADEB5723-9D39-45AE-898F-3FDA33EC1B39}" dt="2026-06-17T20:18:58.505" v="23" actId="478"/>
          <ac:spMkLst>
            <pc:docMk/>
            <pc:sldMk cId="0" sldId="265"/>
            <ac:spMk id="2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17T20:19:01.496" v="24" actId="478"/>
        <pc:sldMkLst>
          <pc:docMk/>
          <pc:sldMk cId="0" sldId="266"/>
        </pc:sldMkLst>
        <pc:spChg chg="del">
          <ac:chgData name="Daniela Trapani" userId="30b41bef89cfceee" providerId="LiveId" clId="{ADEB5723-9D39-45AE-898F-3FDA33EC1B39}" dt="2026-06-17T20:19:01.496" v="24" actId="478"/>
          <ac:spMkLst>
            <pc:docMk/>
            <pc:sldMk cId="0" sldId="266"/>
            <ac:spMk id="15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17T20:19:04.411" v="25" actId="478"/>
        <pc:sldMkLst>
          <pc:docMk/>
          <pc:sldMk cId="0" sldId="267"/>
        </pc:sldMkLst>
        <pc:spChg chg="del">
          <ac:chgData name="Daniela Trapani" userId="30b41bef89cfceee" providerId="LiveId" clId="{ADEB5723-9D39-45AE-898F-3FDA33EC1B39}" dt="2026-06-17T20:19:04.411" v="25" actId="478"/>
          <ac:spMkLst>
            <pc:docMk/>
            <pc:sldMk cId="0" sldId="267"/>
            <ac:spMk id="2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17T20:19:07.198" v="26" actId="478"/>
        <pc:sldMkLst>
          <pc:docMk/>
          <pc:sldMk cId="0" sldId="268"/>
        </pc:sldMkLst>
        <pc:spChg chg="del">
          <ac:chgData name="Daniela Trapani" userId="30b41bef89cfceee" providerId="LiveId" clId="{ADEB5723-9D39-45AE-898F-3FDA33EC1B39}" dt="2026-06-17T20:19:07.198" v="26" actId="478"/>
          <ac:spMkLst>
            <pc:docMk/>
            <pc:sldMk cId="0" sldId="268"/>
            <ac:spMk id="15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17T20:18:22.251" v="13" actId="478"/>
        <pc:sldMkLst>
          <pc:docMk/>
          <pc:sldMk cId="0" sldId="269"/>
        </pc:sldMkLst>
        <pc:spChg chg="del">
          <ac:chgData name="Daniela Trapani" userId="30b41bef89cfceee" providerId="LiveId" clId="{ADEB5723-9D39-45AE-898F-3FDA33EC1B39}" dt="2026-06-17T20:18:22.251" v="13" actId="478"/>
          <ac:spMkLst>
            <pc:docMk/>
            <pc:sldMk cId="0" sldId="269"/>
            <ac:spMk id="23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7T20:18:18.841" v="12" actId="478"/>
        <pc:sldMkLst>
          <pc:docMk/>
          <pc:sldMk cId="0" sldId="271"/>
        </pc:sldMkLst>
        <pc:spChg chg="del mod">
          <ac:chgData name="Daniela Trapani" userId="30b41bef89cfceee" providerId="LiveId" clId="{ADEB5723-9D39-45AE-898F-3FDA33EC1B39}" dt="2026-06-17T20:18:18.841" v="12" actId="478"/>
          <ac:spMkLst>
            <pc:docMk/>
            <pc:sldMk cId="0" sldId="271"/>
            <ac:spMk id="23" creationId="{00000000-0000-0000-0000-000000000000}"/>
          </ac:spMkLst>
        </pc:spChg>
      </pc:sldChg>
      <pc:sldChg chg="delSp mod">
        <pc:chgData name="Daniela Trapani" userId="30b41bef89cfceee" providerId="LiveId" clId="{ADEB5723-9D39-45AE-898F-3FDA33EC1B39}" dt="2026-06-17T20:18:13.262" v="10" actId="478"/>
        <pc:sldMkLst>
          <pc:docMk/>
          <pc:sldMk cId="0" sldId="272"/>
        </pc:sldMkLst>
        <pc:spChg chg="del">
          <ac:chgData name="Daniela Trapani" userId="30b41bef89cfceee" providerId="LiveId" clId="{ADEB5723-9D39-45AE-898F-3FDA33EC1B39}" dt="2026-06-17T20:18:13.262" v="10" actId="478"/>
          <ac:spMkLst>
            <pc:docMk/>
            <pc:sldMk cId="0" sldId="272"/>
            <ac:spMk id="15" creationId="{00000000-0000-0000-0000-000000000000}"/>
          </ac:spMkLst>
        </pc:spChg>
      </pc:sldChg>
      <pc:sldChg chg="del">
        <pc:chgData name="Daniela Trapani" userId="30b41bef89cfceee" providerId="LiveId" clId="{ADEB5723-9D39-45AE-898F-3FDA33EC1B39}" dt="2026-06-17T20:17:30.756" v="2" actId="2696"/>
        <pc:sldMkLst>
          <pc:docMk/>
          <pc:sldMk cId="0" sldId="273"/>
        </pc:sldMkLst>
      </pc:sldChg>
      <pc:sldChg chg="del">
        <pc:chgData name="Daniela Trapani" userId="30b41bef89cfceee" providerId="LiveId" clId="{ADEB5723-9D39-45AE-898F-3FDA33EC1B39}" dt="2026-06-17T20:17:36.710" v="3" actId="2696"/>
        <pc:sldMkLst>
          <pc:docMk/>
          <pc:sldMk cId="0" sldId="274"/>
        </pc:sldMkLst>
      </pc:sldChg>
      <pc:sldChg chg="delSp modSp mod">
        <pc:chgData name="Daniela Trapani" userId="30b41bef89cfceee" providerId="LiveId" clId="{ADEB5723-9D39-45AE-898F-3FDA33EC1B39}" dt="2026-06-18T08:41:46.732" v="506" actId="20577"/>
        <pc:sldMkLst>
          <pc:docMk/>
          <pc:sldMk cId="0" sldId="275"/>
        </pc:sldMkLst>
        <pc:spChg chg="mod">
          <ac:chgData name="Daniela Trapani" userId="30b41bef89cfceee" providerId="LiveId" clId="{ADEB5723-9D39-45AE-898F-3FDA33EC1B39}" dt="2026-06-17T20:19:47.556" v="30" actId="20577"/>
          <ac:spMkLst>
            <pc:docMk/>
            <pc:sldMk cId="0" sldId="275"/>
            <ac:spMk id="3" creationId="{00000000-0000-0000-0000-000000000000}"/>
          </ac:spMkLst>
        </pc:spChg>
        <pc:spChg chg="mod">
          <ac:chgData name="Daniela Trapani" userId="30b41bef89cfceee" providerId="LiveId" clId="{ADEB5723-9D39-45AE-898F-3FDA33EC1B39}" dt="2026-06-18T08:41:41.809" v="505" actId="20577"/>
          <ac:spMkLst>
            <pc:docMk/>
            <pc:sldMk cId="0" sldId="275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8T08:41:46.732" v="506" actId="20577"/>
          <ac:spMkLst>
            <pc:docMk/>
            <pc:sldMk cId="0" sldId="275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18T08:36:23.743" v="166" actId="20577"/>
          <ac:spMkLst>
            <pc:docMk/>
            <pc:sldMk cId="0" sldId="275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18T08:36:31.100" v="171" actId="20577"/>
          <ac:spMkLst>
            <pc:docMk/>
            <pc:sldMk cId="0" sldId="275"/>
            <ac:spMk id="13" creationId="{00000000-0000-0000-0000-000000000000}"/>
          </ac:spMkLst>
        </pc:spChg>
        <pc:spChg chg="del">
          <ac:chgData name="Daniela Trapani" userId="30b41bef89cfceee" providerId="LiveId" clId="{ADEB5723-9D39-45AE-898F-3FDA33EC1B39}" dt="2026-06-18T08:36:35.731" v="172" actId="478"/>
          <ac:spMkLst>
            <pc:docMk/>
            <pc:sldMk cId="0" sldId="275"/>
            <ac:spMk id="14" creationId="{00000000-0000-0000-0000-000000000000}"/>
          </ac:spMkLst>
        </pc:spChg>
        <pc:spChg chg="del">
          <ac:chgData name="Daniela Trapani" userId="30b41bef89cfceee" providerId="LiveId" clId="{ADEB5723-9D39-45AE-898F-3FDA33EC1B39}" dt="2026-06-18T08:36:44.188" v="175" actId="478"/>
          <ac:spMkLst>
            <pc:docMk/>
            <pc:sldMk cId="0" sldId="275"/>
            <ac:spMk id="15" creationId="{00000000-0000-0000-0000-000000000000}"/>
          </ac:spMkLst>
        </pc:spChg>
        <pc:spChg chg="del">
          <ac:chgData name="Daniela Trapani" userId="30b41bef89cfceee" providerId="LiveId" clId="{ADEB5723-9D39-45AE-898F-3FDA33EC1B39}" dt="2026-06-18T08:36:42.275" v="174" actId="478"/>
          <ac:spMkLst>
            <pc:docMk/>
            <pc:sldMk cId="0" sldId="275"/>
            <ac:spMk id="16" creationId="{00000000-0000-0000-0000-000000000000}"/>
          </ac:spMkLst>
        </pc:spChg>
        <pc:spChg chg="del">
          <ac:chgData name="Daniela Trapani" userId="30b41bef89cfceee" providerId="LiveId" clId="{ADEB5723-9D39-45AE-898F-3FDA33EC1B39}" dt="2026-06-18T08:36:39.988" v="173" actId="478"/>
          <ac:spMkLst>
            <pc:docMk/>
            <pc:sldMk cId="0" sldId="275"/>
            <ac:spMk id="17" creationId="{00000000-0000-0000-0000-000000000000}"/>
          </ac:spMkLst>
        </pc:spChg>
        <pc:spChg chg="del">
          <ac:chgData name="Daniela Trapani" userId="30b41bef89cfceee" providerId="LiveId" clId="{ADEB5723-9D39-45AE-898F-3FDA33EC1B39}" dt="2026-06-18T08:36:48.829" v="177" actId="478"/>
          <ac:spMkLst>
            <pc:docMk/>
            <pc:sldMk cId="0" sldId="275"/>
            <ac:spMk id="18" creationId="{00000000-0000-0000-0000-000000000000}"/>
          </ac:spMkLst>
        </pc:spChg>
        <pc:spChg chg="del">
          <ac:chgData name="Daniela Trapani" userId="30b41bef89cfceee" providerId="LiveId" clId="{ADEB5723-9D39-45AE-898F-3FDA33EC1B39}" dt="2026-06-18T08:36:46.855" v="176" actId="478"/>
          <ac:spMkLst>
            <pc:docMk/>
            <pc:sldMk cId="0" sldId="275"/>
            <ac:spMk id="19" creationId="{00000000-0000-0000-0000-000000000000}"/>
          </ac:spMkLst>
        </pc:spChg>
        <pc:spChg chg="del">
          <ac:chgData name="Daniela Trapani" userId="30b41bef89cfceee" providerId="LiveId" clId="{ADEB5723-9D39-45AE-898F-3FDA33EC1B39}" dt="2026-06-18T08:36:53.086" v="178" actId="478"/>
          <ac:spMkLst>
            <pc:docMk/>
            <pc:sldMk cId="0" sldId="275"/>
            <ac:spMk id="21" creationId="{00000000-0000-0000-0000-000000000000}"/>
          </ac:spMkLst>
        </pc:spChg>
        <pc:spChg chg="del mod">
          <ac:chgData name="Daniela Trapani" userId="30b41bef89cfceee" providerId="LiveId" clId="{ADEB5723-9D39-45AE-898F-3FDA33EC1B39}" dt="2026-06-17T20:18:10.329" v="9" actId="478"/>
          <ac:spMkLst>
            <pc:docMk/>
            <pc:sldMk cId="0" sldId="275"/>
            <ac:spMk id="23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8T08:45:02.711" v="537" actId="20577"/>
        <pc:sldMkLst>
          <pc:docMk/>
          <pc:sldMk cId="0" sldId="276"/>
        </pc:sldMkLst>
        <pc:spChg chg="mod">
          <ac:chgData name="Daniela Trapani" userId="30b41bef89cfceee" providerId="LiveId" clId="{ADEB5723-9D39-45AE-898F-3FDA33EC1B39}" dt="2026-06-17T20:19:54.679" v="32" actId="1076"/>
          <ac:spMkLst>
            <pc:docMk/>
            <pc:sldMk cId="0" sldId="276"/>
            <ac:spMk id="3" creationId="{00000000-0000-0000-0000-000000000000}"/>
          </ac:spMkLst>
        </pc:spChg>
        <pc:spChg chg="mod">
          <ac:chgData name="Daniela Trapani" userId="30b41bef89cfceee" providerId="LiveId" clId="{ADEB5723-9D39-45AE-898F-3FDA33EC1B39}" dt="2026-06-17T20:19:56.674" v="33" actId="20577"/>
          <ac:spMkLst>
            <pc:docMk/>
            <pc:sldMk cId="0" sldId="276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8T08:45:02.711" v="537" actId="20577"/>
          <ac:spMkLst>
            <pc:docMk/>
            <pc:sldMk cId="0" sldId="276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18T08:39:46.741" v="344" actId="20577"/>
          <ac:spMkLst>
            <pc:docMk/>
            <pc:sldMk cId="0" sldId="276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18T08:38:23.076" v="180" actId="1076"/>
          <ac:spMkLst>
            <pc:docMk/>
            <pc:sldMk cId="0" sldId="276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18T08:38:37.030" v="186" actId="20577"/>
          <ac:spMkLst>
            <pc:docMk/>
            <pc:sldMk cId="0" sldId="276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18T08:38:28.438" v="184" actId="20577"/>
          <ac:spMkLst>
            <pc:docMk/>
            <pc:sldMk cId="0" sldId="276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18T08:40:27.974" v="486" actId="6549"/>
          <ac:spMkLst>
            <pc:docMk/>
            <pc:sldMk cId="0" sldId="276"/>
            <ac:spMk id="13" creationId="{00000000-0000-0000-0000-000000000000}"/>
          </ac:spMkLst>
        </pc:spChg>
        <pc:spChg chg="del">
          <ac:chgData name="Daniela Trapani" userId="30b41bef89cfceee" providerId="LiveId" clId="{ADEB5723-9D39-45AE-898F-3FDA33EC1B39}" dt="2026-06-17T20:19:17.314" v="27" actId="478"/>
          <ac:spMkLst>
            <pc:docMk/>
            <pc:sldMk cId="0" sldId="276"/>
            <ac:spMk id="15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7T20:20:03.319" v="35" actId="20577"/>
        <pc:sldMkLst>
          <pc:docMk/>
          <pc:sldMk cId="0" sldId="277"/>
        </pc:sldMkLst>
        <pc:spChg chg="mod">
          <ac:chgData name="Daniela Trapani" userId="30b41bef89cfceee" providerId="LiveId" clId="{ADEB5723-9D39-45AE-898F-3FDA33EC1B39}" dt="2026-06-17T20:20:03.319" v="35" actId="20577"/>
          <ac:spMkLst>
            <pc:docMk/>
            <pc:sldMk cId="0" sldId="277"/>
            <ac:spMk id="3" creationId="{00000000-0000-0000-0000-000000000000}"/>
          </ac:spMkLst>
        </pc:spChg>
        <pc:spChg chg="del">
          <ac:chgData name="Daniela Trapani" userId="30b41bef89cfceee" providerId="LiveId" clId="{ADEB5723-9D39-45AE-898F-3FDA33EC1B39}" dt="2026-06-17T20:19:21.049" v="28" actId="478"/>
          <ac:spMkLst>
            <pc:docMk/>
            <pc:sldMk cId="0" sldId="277"/>
            <ac:spMk id="23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17T20:20:07.986" v="37" actId="20577"/>
        <pc:sldMkLst>
          <pc:docMk/>
          <pc:sldMk cId="0" sldId="278"/>
        </pc:sldMkLst>
        <pc:spChg chg="mod">
          <ac:chgData name="Daniela Trapani" userId="30b41bef89cfceee" providerId="LiveId" clId="{ADEB5723-9D39-45AE-898F-3FDA33EC1B39}" dt="2026-06-17T20:20:07.986" v="37" actId="20577"/>
          <ac:spMkLst>
            <pc:docMk/>
            <pc:sldMk cId="0" sldId="278"/>
            <ac:spMk id="4" creationId="{00000000-0000-0000-0000-000000000000}"/>
          </ac:spMkLst>
        </pc:spChg>
        <pc:spChg chg="del">
          <ac:chgData name="Daniela Trapani" userId="30b41bef89cfceee" providerId="LiveId" clId="{ADEB5723-9D39-45AE-898F-3FDA33EC1B39}" dt="2026-06-17T20:19:23.646" v="29" actId="478"/>
          <ac:spMkLst>
            <pc:docMk/>
            <pc:sldMk cId="0" sldId="278"/>
            <ac:spMk id="15" creationId="{00000000-0000-0000-0000-000000000000}"/>
          </ac:spMkLst>
        </pc:spChg>
      </pc:sldChg>
      <pc:sldChg chg="del">
        <pc:chgData name="Daniela Trapani" userId="30b41bef89cfceee" providerId="LiveId" clId="{ADEB5723-9D39-45AE-898F-3FDA33EC1B39}" dt="2026-06-17T20:12:05.188" v="0" actId="2696"/>
        <pc:sldMkLst>
          <pc:docMk/>
          <pc:sldMk cId="0" sldId="279"/>
        </pc:sldMkLst>
      </pc:sldChg>
      <pc:sldChg chg="del">
        <pc:chgData name="Daniela Trapani" userId="30b41bef89cfceee" providerId="LiveId" clId="{ADEB5723-9D39-45AE-898F-3FDA33EC1B39}" dt="2026-06-17T20:12:09.219" v="1" actId="2696"/>
        <pc:sldMkLst>
          <pc:docMk/>
          <pc:sldMk cId="0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35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8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•  KNOWLEDGE CHECK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&amp; Validation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41248" y="26060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12-question multiple-choice quiz covering error handling, exception types, and input validation in C#.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1563624" cy="457200"/>
          </a:xfrm>
          <a:prstGeom prst="roundRect">
            <a:avLst>
              <a:gd name="adj" fmla="val 16000"/>
            </a:avLst>
          </a:prstGeom>
          <a:solidFill>
            <a:srgbClr val="1B3A66"/>
          </a:solidFill>
          <a:ln w="12700">
            <a:solidFill>
              <a:srgbClr val="3A5C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1563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Questions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87752" y="3794760"/>
            <a:ext cx="1851660" cy="457200"/>
          </a:xfrm>
          <a:prstGeom prst="roundRect">
            <a:avLst>
              <a:gd name="adj" fmla="val 16000"/>
            </a:avLst>
          </a:prstGeom>
          <a:solidFill>
            <a:srgbClr val="1B3A66"/>
          </a:solidFill>
          <a:ln w="12700">
            <a:solidFill>
              <a:srgbClr val="3A5C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87752" y="3794760"/>
            <a:ext cx="1851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40580" y="3794760"/>
            <a:ext cx="2619756" cy="457200"/>
          </a:xfrm>
          <a:prstGeom prst="roundRect">
            <a:avLst>
              <a:gd name="adj" fmla="val 16000"/>
            </a:avLst>
          </a:prstGeom>
          <a:solidFill>
            <a:srgbClr val="1B3A66"/>
          </a:solidFill>
          <a:ln w="12700">
            <a:solidFill>
              <a:srgbClr val="3A5C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0580" y="3794760"/>
            <a:ext cx="2619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→ Intermediate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45262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E9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single best answer. The slide that follows each question reveals the solution.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solidFill>
            <a:srgbClr val="0F2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BASICS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keyword block in C# contains the code that might throw an exception?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776276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7063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39242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01421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48640" y="47605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BASICS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keyword block in C# contains the code that might throw an exception?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914400"/>
          </a:xfrm>
          <a:prstGeom prst="rect">
            <a:avLst/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45920" y="21762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try block wraps code that may fail. If an exception occurs inside it, control transfers to a matching catch block.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solidFill>
            <a:srgbClr val="0F2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HIERARCHY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base class that nearly all exceptions in C# derive from?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System.Error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7063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System.Throwable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39242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System.Exception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01421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System.RuntimeError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HIERARCHY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base class that nearly all exceptions in C# derive from?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914400"/>
          </a:xfrm>
          <a:prstGeom prst="rect">
            <a:avLst/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45920" y="21762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System.Exception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standard exception ultimately inherits from System.Exception, which exposes members like Message, StackTrace, and InnerException.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solidFill>
            <a:srgbClr val="0F2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block runs whether or not an exception is thrown — ideal for releasing resources?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7063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39242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01421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block runs whether or not an exception is thrown — ideal for releasing resources?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914400"/>
          </a:xfrm>
          <a:prstGeom prst="rect">
            <a:avLst/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45920" y="21762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finally block always executes after try/catch, making it the right place to close files or connections. Note: a using statement does this automatically.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solidFill>
            <a:srgbClr val="0F2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exception is thrown when you call a member on a variable that is null?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ArgumentNullException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7063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NullReferenceException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39242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InvalidOperationException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01421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MissingMemberException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exception is thrown when you call a member on a variable that is null?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914400"/>
          </a:xfrm>
          <a:prstGeom prst="rect">
            <a:avLst/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45920" y="21762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NullReferenceException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Dereferencing a null reference throws NullReferenceException at runtime. It usually signals a bug rather than invalid user input.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solidFill>
            <a:srgbClr val="0F2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VALIDATION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method receives a required parameter that is null. Which exception should you throw?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NullReferenceException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7063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FormatException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39242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ArgumentNullException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01421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ArgumentOutOfRangeException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VALIDATION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method receives a required parameter that is null. Which exception should you throw?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914400"/>
          </a:xfrm>
          <a:prstGeom prst="rect">
            <a:avLst/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45920" y="21762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ArgumentNullException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ArgumentNullException for a null argument that is not allowed. Pass the parameter name so callers know exactly which argument was invalid.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solidFill>
            <a:srgbClr val="0F2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RETHROWING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catch block, what does a bare throw; (with no argument) do?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Swallows the exception silently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7063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a brand-new exception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39242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Rethrows the current exception, preserving its stack trace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01421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a compile error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RETHROWING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catch block, what does a bare throw; (with no argument) do?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914400"/>
          </a:xfrm>
          <a:prstGeom prst="rect">
            <a:avLst/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45920" y="21762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Rethrows the current exception, preserving its stack trace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throw; rethrows the caught exception and keeps the original stack trace. Writing throw ex; instead resets the stack trace and hides the origin.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solidFill>
            <a:srgbClr val="0F2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VALIDATION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exception best fits an argument whose value falls outside an allowed range?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ArgumentException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7063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ArgumentOutOfRangeException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39242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IndexOutOfRangeException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01421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OverflowException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VALIDATION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exception best fits an argument whose value falls outside an allowed range?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914400"/>
          </a:xfrm>
          <a:prstGeom prst="rect">
            <a:avLst/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45920" y="21762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ArgumentOutOfRangeException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ArgumentOutOfRangeException is the specific type for a value outside its valid range (for example a negative count). It derives from ArgumentException.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solidFill>
            <a:srgbClr val="0F2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PARSING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approach converts a string to an int WITHOUT throwing when the text is invalid?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int.Parse(s)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7063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Convert.ToInt32(s)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39242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int.TryParse(s, out n)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01421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(int)s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PARSING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approach converts a string to an int WITHOUT throwing when the text is invalid?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914400"/>
          </a:xfrm>
          <a:prstGeom prst="rect">
            <a:avLst/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45920" y="21762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int.TryParse(s, out n)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int.TryParse returns false instead of throwing on bad input and writes the result to an out parameter — ideal for validating untrusted text.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solidFill>
            <a:srgbClr val="0F2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BLOCKS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catch (Exception ex) block will catch all exceptions not caught by earlier catch blocks.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7063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5760" y="457200"/>
            <a:ext cx="132588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BLOCKS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catch (Exception ex) block will catch all exceptions not caught by earlier catch blocks.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914400"/>
          </a:xfrm>
          <a:prstGeom prst="rect">
            <a:avLst/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45920" y="21762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8000"/>
              </a:lnSpc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blocks are evaluated from top to bottom. If an exception matches an earlier catch block, that block executes and the later ones are skipped.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solidFill>
            <a:srgbClr val="0F2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884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ORDERING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write several catch blocks for one try, in what order must they appear?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general type first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7063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specific type first, then more general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39242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does not matter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8046720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0142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401421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Alphabetical by type name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ORDERING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write several catch blocks for one try, in what order must they appear?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914400"/>
          </a:xfrm>
          <a:prstGeom prst="rect">
            <a:avLst/>
          </a:prstGeom>
          <a:solidFill>
            <a:srgbClr val="E7F6EC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45920" y="21762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specific type first, then more general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specific exceptions before their base types. A broad catch (like Exception) placed first would intercept everything, so the compiler flags later blocks as unreachable.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Exceptions &amp; Validation Quiz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1064</Words>
  <Application>Microsoft Office PowerPoint</Application>
  <PresentationFormat>On-screen Show (16:9)</PresentationFormat>
  <Paragraphs>236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2026-06-17T16:57:14Z</dcterms:created>
  <dcterms:modified xsi:type="dcterms:W3CDTF">2026-06-18T14:05:58Z</dcterms:modified>
</cp:coreProperties>
</file>