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1"/>
  </p:sldMasterIdLst>
  <p:notesMasterIdLst>
    <p:notesMasterId r:id="rId16"/>
  </p:notesMasterIdLst>
  <p:sldIdLst>
    <p:sldId id="256" r:id="rId2"/>
    <p:sldId id="257" r:id="rId3"/>
    <p:sldId id="258" r:id="rId4"/>
    <p:sldId id="259" r:id="rId5"/>
    <p:sldId id="260" r:id="rId6"/>
    <p:sldId id="263" r:id="rId7"/>
    <p:sldId id="264" r:id="rId8"/>
    <p:sldId id="265" r:id="rId9"/>
    <p:sldId id="266" r:id="rId10"/>
    <p:sldId id="267" r:id="rId11"/>
    <p:sldId id="268" r:id="rId12"/>
    <p:sldId id="269" r:id="rId13"/>
    <p:sldId id="270" r:id="rId14"/>
    <p:sldId id="271" r:id="rId1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EEA82D-E1DC-4F85-83E7-44BF3C7251C3}" v="89" dt="2026-06-18T00:16:20.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90" autoAdjust="0"/>
    <p:restoredTop sz="94660"/>
  </p:normalViewPr>
  <p:slideViewPr>
    <p:cSldViewPr snapToGrid="0">
      <p:cViewPr varScale="1">
        <p:scale>
          <a:sx n="97" d="100"/>
          <a:sy n="97" d="100"/>
        </p:scale>
        <p:origin x="101"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a Trapani" userId="30b41bef89cfceee" providerId="LiveId" clId="{ADEB5723-9D39-45AE-898F-3FDA33EC1B39}"/>
    <pc:docChg chg="undo custSel addSld delSld modSld">
      <pc:chgData name="Daniela Trapani" userId="30b41bef89cfceee" providerId="LiveId" clId="{ADEB5723-9D39-45AE-898F-3FDA33EC1B39}" dt="2026-06-18T00:16:20.492" v="1183" actId="1076"/>
      <pc:docMkLst>
        <pc:docMk/>
      </pc:docMkLst>
      <pc:sldChg chg="modSp mod">
        <pc:chgData name="Daniela Trapani" userId="30b41bef89cfceee" providerId="LiveId" clId="{ADEB5723-9D39-45AE-898F-3FDA33EC1B39}" dt="2026-06-14T21:37:09.197" v="1140" actId="14100"/>
        <pc:sldMkLst>
          <pc:docMk/>
          <pc:sldMk cId="0" sldId="256"/>
        </pc:sldMkLst>
        <pc:spChg chg="mod">
          <ac:chgData name="Daniela Trapani" userId="30b41bef89cfceee" providerId="LiveId" clId="{ADEB5723-9D39-45AE-898F-3FDA33EC1B39}" dt="2026-06-14T21:34:56.471" v="1129" actId="120"/>
          <ac:spMkLst>
            <pc:docMk/>
            <pc:sldMk cId="0" sldId="256"/>
            <ac:spMk id="2" creationId="{00000000-0000-0000-0000-000000000000}"/>
          </ac:spMkLst>
        </pc:spChg>
        <pc:spChg chg="mod">
          <ac:chgData name="Daniela Trapani" userId="30b41bef89cfceee" providerId="LiveId" clId="{ADEB5723-9D39-45AE-898F-3FDA33EC1B39}" dt="2026-06-14T21:37:09.197" v="1140" actId="14100"/>
          <ac:spMkLst>
            <pc:docMk/>
            <pc:sldMk cId="0" sldId="256"/>
            <ac:spMk id="3" creationId="{00000000-0000-0000-0000-000000000000}"/>
          </ac:spMkLst>
        </pc:spChg>
      </pc:sldChg>
      <pc:sldChg chg="modSp mod">
        <pc:chgData name="Daniela Trapani" userId="30b41bef89cfceee" providerId="LiveId" clId="{ADEB5723-9D39-45AE-898F-3FDA33EC1B39}" dt="2026-06-17T23:08:06.799" v="1181" actId="1076"/>
        <pc:sldMkLst>
          <pc:docMk/>
          <pc:sldMk cId="0" sldId="257"/>
        </pc:sldMkLst>
        <pc:spChg chg="mod">
          <ac:chgData name="Daniela Trapani" userId="30b41bef89cfceee" providerId="LiveId" clId="{ADEB5723-9D39-45AE-898F-3FDA33EC1B39}" dt="2026-06-14T21:35:01.536" v="1130" actId="120"/>
          <ac:spMkLst>
            <pc:docMk/>
            <pc:sldMk cId="0" sldId="257"/>
            <ac:spMk id="2" creationId="{00000000-0000-0000-0000-000000000000}"/>
          </ac:spMkLst>
        </pc:spChg>
        <pc:spChg chg="mod">
          <ac:chgData name="Daniela Trapani" userId="30b41bef89cfceee" providerId="LiveId" clId="{ADEB5723-9D39-45AE-898F-3FDA33EC1B39}" dt="2026-06-17T23:08:06.799" v="1181" actId="1076"/>
          <ac:spMkLst>
            <pc:docMk/>
            <pc:sldMk cId="0" sldId="257"/>
            <ac:spMk id="3" creationId="{00000000-0000-0000-0000-000000000000}"/>
          </ac:spMkLst>
        </pc:spChg>
      </pc:sldChg>
      <pc:sldChg chg="modSp mod">
        <pc:chgData name="Daniela Trapani" userId="30b41bef89cfceee" providerId="LiveId" clId="{ADEB5723-9D39-45AE-898F-3FDA33EC1B39}" dt="2026-06-17T23:07:33.810" v="1178" actId="6549"/>
        <pc:sldMkLst>
          <pc:docMk/>
          <pc:sldMk cId="0" sldId="258"/>
        </pc:sldMkLst>
        <pc:spChg chg="mod">
          <ac:chgData name="Daniela Trapani" userId="30b41bef89cfceee" providerId="LiveId" clId="{ADEB5723-9D39-45AE-898F-3FDA33EC1B39}" dt="2026-06-14T21:35:06.369" v="1131" actId="120"/>
          <ac:spMkLst>
            <pc:docMk/>
            <pc:sldMk cId="0" sldId="258"/>
            <ac:spMk id="2" creationId="{00000000-0000-0000-0000-000000000000}"/>
          </ac:spMkLst>
        </pc:spChg>
        <pc:spChg chg="mod">
          <ac:chgData name="Daniela Trapani" userId="30b41bef89cfceee" providerId="LiveId" clId="{ADEB5723-9D39-45AE-898F-3FDA33EC1B39}" dt="2026-06-17T23:07:33.810" v="1178" actId="6549"/>
          <ac:spMkLst>
            <pc:docMk/>
            <pc:sldMk cId="0" sldId="258"/>
            <ac:spMk id="3" creationId="{00000000-0000-0000-0000-000000000000}"/>
          </ac:spMkLst>
        </pc:spChg>
      </pc:sldChg>
      <pc:sldChg chg="modSp add mod">
        <pc:chgData name="Daniela Trapani" userId="30b41bef89cfceee" providerId="LiveId" clId="{ADEB5723-9D39-45AE-898F-3FDA33EC1B39}" dt="2026-06-14T21:40:19.075" v="1174" actId="14100"/>
        <pc:sldMkLst>
          <pc:docMk/>
          <pc:sldMk cId="1011093735" sldId="259"/>
        </pc:sldMkLst>
        <pc:spChg chg="mod">
          <ac:chgData name="Daniela Trapani" userId="30b41bef89cfceee" providerId="LiveId" clId="{ADEB5723-9D39-45AE-898F-3FDA33EC1B39}" dt="2026-06-14T19:21:35.736" v="63" actId="404"/>
          <ac:spMkLst>
            <pc:docMk/>
            <pc:sldMk cId="1011093735" sldId="259"/>
            <ac:spMk id="2" creationId="{00000000-0000-0000-0000-000000000000}"/>
          </ac:spMkLst>
        </pc:spChg>
        <pc:spChg chg="mod">
          <ac:chgData name="Daniela Trapani" userId="30b41bef89cfceee" providerId="LiveId" clId="{ADEB5723-9D39-45AE-898F-3FDA33EC1B39}" dt="2026-06-14T21:34:33.811" v="1128" actId="20577"/>
          <ac:spMkLst>
            <pc:docMk/>
            <pc:sldMk cId="1011093735" sldId="259"/>
            <ac:spMk id="3" creationId="{00000000-0000-0000-0000-000000000000}"/>
          </ac:spMkLst>
        </pc:spChg>
        <pc:spChg chg="mod">
          <ac:chgData name="Daniela Trapani" userId="30b41bef89cfceee" providerId="LiveId" clId="{ADEB5723-9D39-45AE-898F-3FDA33EC1B39}" dt="2026-06-14T21:39:46.678" v="1171" actId="14100"/>
          <ac:spMkLst>
            <pc:docMk/>
            <pc:sldMk cId="1011093735" sldId="259"/>
            <ac:spMk id="7" creationId="{15EFC8FD-E9C9-D817-DC59-2406A4844F65}"/>
          </ac:spMkLst>
        </pc:spChg>
        <pc:spChg chg="mod">
          <ac:chgData name="Daniela Trapani" userId="30b41bef89cfceee" providerId="LiveId" clId="{ADEB5723-9D39-45AE-898F-3FDA33EC1B39}" dt="2026-06-14T21:40:19.075" v="1174" actId="14100"/>
          <ac:spMkLst>
            <pc:docMk/>
            <pc:sldMk cId="1011093735" sldId="259"/>
            <ac:spMk id="8" creationId="{370EF4A1-7DA0-9B50-1E2F-89FD8C617898}"/>
          </ac:spMkLst>
        </pc:spChg>
        <pc:spChg chg="mod">
          <ac:chgData name="Daniela Trapani" userId="30b41bef89cfceee" providerId="LiveId" clId="{ADEB5723-9D39-45AE-898F-3FDA33EC1B39}" dt="2026-06-14T21:40:04.320" v="1173" actId="122"/>
          <ac:spMkLst>
            <pc:docMk/>
            <pc:sldMk cId="1011093735" sldId="259"/>
            <ac:spMk id="9" creationId="{8A352951-A10F-65DA-4199-DC496113582B}"/>
          </ac:spMkLst>
        </pc:spChg>
        <pc:spChg chg="mod">
          <ac:chgData name="Daniela Trapani" userId="30b41bef89cfceee" providerId="LiveId" clId="{ADEB5723-9D39-45AE-898F-3FDA33EC1B39}" dt="2026-06-14T18:53:04.055" v="5" actId="1038"/>
          <ac:spMkLst>
            <pc:docMk/>
            <pc:sldMk cId="1011093735" sldId="259"/>
            <ac:spMk id="25" creationId="{2E38FFA3-D70A-0747-C893-5DFE1D1D4D89}"/>
          </ac:spMkLst>
        </pc:spChg>
        <pc:cxnChg chg="mod">
          <ac:chgData name="Daniela Trapani" userId="30b41bef89cfceee" providerId="LiveId" clId="{ADEB5723-9D39-45AE-898F-3FDA33EC1B39}" dt="2026-06-14T21:39:46.678" v="1171" actId="14100"/>
          <ac:cxnSpMkLst>
            <pc:docMk/>
            <pc:sldMk cId="1011093735" sldId="259"/>
            <ac:cxnSpMk id="13" creationId="{926D8734-E374-F7DC-9F0C-C801A56B55C9}"/>
          </ac:cxnSpMkLst>
        </pc:cxnChg>
      </pc:sldChg>
      <pc:sldChg chg="modSp add mod">
        <pc:chgData name="Daniela Trapani" userId="30b41bef89cfceee" providerId="LiveId" clId="{ADEB5723-9D39-45AE-898F-3FDA33EC1B39}" dt="2026-06-14T19:21:40.846" v="64" actId="404"/>
        <pc:sldMkLst>
          <pc:docMk/>
          <pc:sldMk cId="2011093736" sldId="260"/>
        </pc:sldMkLst>
        <pc:spChg chg="mod">
          <ac:chgData name="Daniela Trapani" userId="30b41bef89cfceee" providerId="LiveId" clId="{ADEB5723-9D39-45AE-898F-3FDA33EC1B39}" dt="2026-06-14T19:21:40.846" v="64" actId="404"/>
          <ac:spMkLst>
            <pc:docMk/>
            <pc:sldMk cId="2011093736" sldId="260"/>
            <ac:spMk id="2" creationId="{00000000-0000-0000-0000-000000000000}"/>
          </ac:spMkLst>
        </pc:spChg>
      </pc:sldChg>
      <pc:sldChg chg="delSp modSp add mod">
        <pc:chgData name="Daniela Trapani" userId="30b41bef89cfceee" providerId="LiveId" clId="{ADEB5723-9D39-45AE-898F-3FDA33EC1B39}" dt="2026-06-14T21:40:46.170" v="1177" actId="113"/>
        <pc:sldMkLst>
          <pc:docMk/>
          <pc:sldMk cId="3011093737" sldId="263"/>
        </pc:sldMkLst>
        <pc:spChg chg="mod">
          <ac:chgData name="Daniela Trapani" userId="30b41bef89cfceee" providerId="LiveId" clId="{ADEB5723-9D39-45AE-898F-3FDA33EC1B39}" dt="2026-06-14T19:21:49.568" v="66" actId="404"/>
          <ac:spMkLst>
            <pc:docMk/>
            <pc:sldMk cId="3011093737" sldId="263"/>
            <ac:spMk id="2" creationId="{00000000-0000-0000-0000-000000000000}"/>
          </ac:spMkLst>
        </pc:spChg>
        <pc:spChg chg="mod">
          <ac:chgData name="Daniela Trapani" userId="30b41bef89cfceee" providerId="LiveId" clId="{ADEB5723-9D39-45AE-898F-3FDA33EC1B39}" dt="2026-06-14T21:40:46.170" v="1177" actId="113"/>
          <ac:spMkLst>
            <pc:docMk/>
            <pc:sldMk cId="3011093737" sldId="263"/>
            <ac:spMk id="3" creationId="{00000000-0000-0000-0000-000000000000}"/>
          </ac:spMkLst>
        </pc:spChg>
      </pc:sldChg>
      <pc:sldChg chg="addSp delSp modSp add mod">
        <pc:chgData name="Daniela Trapani" userId="30b41bef89cfceee" providerId="LiveId" clId="{ADEB5723-9D39-45AE-898F-3FDA33EC1B39}" dt="2026-06-14T19:43:06.783" v="115" actId="15"/>
        <pc:sldMkLst>
          <pc:docMk/>
          <pc:sldMk cId="649196270" sldId="264"/>
        </pc:sldMkLst>
        <pc:spChg chg="mod">
          <ac:chgData name="Daniela Trapani" userId="30b41bef89cfceee" providerId="LiveId" clId="{ADEB5723-9D39-45AE-898F-3FDA33EC1B39}" dt="2026-06-14T19:30:11.231" v="81" actId="20577"/>
          <ac:spMkLst>
            <pc:docMk/>
            <pc:sldMk cId="649196270" sldId="264"/>
            <ac:spMk id="2" creationId="{22D43BCE-CEF9-8DC1-8524-A00E7A9A1AD1}"/>
          </ac:spMkLst>
        </pc:spChg>
        <pc:spChg chg="add mod">
          <ac:chgData name="Daniela Trapani" userId="30b41bef89cfceee" providerId="LiveId" clId="{ADEB5723-9D39-45AE-898F-3FDA33EC1B39}" dt="2026-06-14T19:43:06.783" v="115" actId="15"/>
          <ac:spMkLst>
            <pc:docMk/>
            <pc:sldMk cId="649196270" sldId="264"/>
            <ac:spMk id="5" creationId="{6B414C49-C968-74CD-42FC-AEB6EE467D68}"/>
          </ac:spMkLst>
        </pc:spChg>
      </pc:sldChg>
      <pc:sldChg chg="addSp delSp modSp add mod">
        <pc:chgData name="Daniela Trapani" userId="30b41bef89cfceee" providerId="LiveId" clId="{ADEB5723-9D39-45AE-898F-3FDA33EC1B39}" dt="2026-06-14T19:51:16.179" v="257" actId="113"/>
        <pc:sldMkLst>
          <pc:docMk/>
          <pc:sldMk cId="1718196136" sldId="265"/>
        </pc:sldMkLst>
        <pc:spChg chg="mod">
          <ac:chgData name="Daniela Trapani" userId="30b41bef89cfceee" providerId="LiveId" clId="{ADEB5723-9D39-45AE-898F-3FDA33EC1B39}" dt="2026-06-14T19:45:39.812" v="133" actId="14100"/>
          <ac:spMkLst>
            <pc:docMk/>
            <pc:sldMk cId="1718196136" sldId="265"/>
            <ac:spMk id="2" creationId="{8010449E-B86C-710C-181A-4DCCD97D3E93}"/>
          </ac:spMkLst>
        </pc:spChg>
        <pc:spChg chg="mod">
          <ac:chgData name="Daniela Trapani" userId="30b41bef89cfceee" providerId="LiveId" clId="{ADEB5723-9D39-45AE-898F-3FDA33EC1B39}" dt="2026-06-14T19:45:30.058" v="132" actId="14100"/>
          <ac:spMkLst>
            <pc:docMk/>
            <pc:sldMk cId="1718196136" sldId="265"/>
            <ac:spMk id="3" creationId="{3352A32F-2ACF-33E2-6459-DE1827F3CBF0}"/>
          </ac:spMkLst>
        </pc:spChg>
        <pc:spChg chg="add mod">
          <ac:chgData name="Daniela Trapani" userId="30b41bef89cfceee" providerId="LiveId" clId="{ADEB5723-9D39-45AE-898F-3FDA33EC1B39}" dt="2026-06-14T19:46:59.457" v="143" actId="1076"/>
          <ac:spMkLst>
            <pc:docMk/>
            <pc:sldMk cId="1718196136" sldId="265"/>
            <ac:spMk id="6" creationId="{DCFD79FE-2EFF-9D6E-9C0B-40A3BB622674}"/>
          </ac:spMkLst>
        </pc:spChg>
        <pc:spChg chg="add mod">
          <ac:chgData name="Daniela Trapani" userId="30b41bef89cfceee" providerId="LiveId" clId="{ADEB5723-9D39-45AE-898F-3FDA33EC1B39}" dt="2026-06-14T19:46:59.457" v="143" actId="1076"/>
          <ac:spMkLst>
            <pc:docMk/>
            <pc:sldMk cId="1718196136" sldId="265"/>
            <ac:spMk id="7" creationId="{EF66485B-F488-625B-7CDA-A8D9DCBB3588}"/>
          </ac:spMkLst>
        </pc:spChg>
        <pc:spChg chg="add mod">
          <ac:chgData name="Daniela Trapani" userId="30b41bef89cfceee" providerId="LiveId" clId="{ADEB5723-9D39-45AE-898F-3FDA33EC1B39}" dt="2026-06-14T19:47:24.329" v="163" actId="1036"/>
          <ac:spMkLst>
            <pc:docMk/>
            <pc:sldMk cId="1718196136" sldId="265"/>
            <ac:spMk id="8" creationId="{6E2FEA6D-33AE-D618-147E-0E5CD06D05FF}"/>
          </ac:spMkLst>
        </pc:spChg>
        <pc:spChg chg="add mod">
          <ac:chgData name="Daniela Trapani" userId="30b41bef89cfceee" providerId="LiveId" clId="{ADEB5723-9D39-45AE-898F-3FDA33EC1B39}" dt="2026-06-14T19:47:24.329" v="163" actId="1036"/>
          <ac:spMkLst>
            <pc:docMk/>
            <pc:sldMk cId="1718196136" sldId="265"/>
            <ac:spMk id="9" creationId="{EB973CAD-5DEE-E0FC-BE52-4930052044A8}"/>
          </ac:spMkLst>
        </pc:spChg>
        <pc:spChg chg="add mod">
          <ac:chgData name="Daniela Trapani" userId="30b41bef89cfceee" providerId="LiveId" clId="{ADEB5723-9D39-45AE-898F-3FDA33EC1B39}" dt="2026-06-14T19:47:24.329" v="163" actId="1036"/>
          <ac:spMkLst>
            <pc:docMk/>
            <pc:sldMk cId="1718196136" sldId="265"/>
            <ac:spMk id="10" creationId="{58931308-2DCF-45A7-C4AB-93EE609275A6}"/>
          </ac:spMkLst>
        </pc:spChg>
        <pc:spChg chg="add mod">
          <ac:chgData name="Daniela Trapani" userId="30b41bef89cfceee" providerId="LiveId" clId="{ADEB5723-9D39-45AE-898F-3FDA33EC1B39}" dt="2026-06-14T19:48:30.568" v="179" actId="1076"/>
          <ac:spMkLst>
            <pc:docMk/>
            <pc:sldMk cId="1718196136" sldId="265"/>
            <ac:spMk id="11" creationId="{A2B2D2F0-A973-721C-29DF-443D09E29D5D}"/>
          </ac:spMkLst>
        </pc:spChg>
        <pc:spChg chg="add del mod">
          <ac:chgData name="Daniela Trapani" userId="30b41bef89cfceee" providerId="LiveId" clId="{ADEB5723-9D39-45AE-898F-3FDA33EC1B39}" dt="2026-06-14T19:48:56.280" v="192" actId="1076"/>
          <ac:spMkLst>
            <pc:docMk/>
            <pc:sldMk cId="1718196136" sldId="265"/>
            <ac:spMk id="12" creationId="{242DF1D7-4FD6-BF5D-06BB-78FB27E9D333}"/>
          </ac:spMkLst>
        </pc:spChg>
        <pc:spChg chg="add del mod">
          <ac:chgData name="Daniela Trapani" userId="30b41bef89cfceee" providerId="LiveId" clId="{ADEB5723-9D39-45AE-898F-3FDA33EC1B39}" dt="2026-06-14T19:49:13.391" v="205" actId="1076"/>
          <ac:spMkLst>
            <pc:docMk/>
            <pc:sldMk cId="1718196136" sldId="265"/>
            <ac:spMk id="13" creationId="{4987948F-46FD-1C21-D66F-8CF0BAE258C6}"/>
          </ac:spMkLst>
        </pc:spChg>
        <pc:spChg chg="add mod">
          <ac:chgData name="Daniela Trapani" userId="30b41bef89cfceee" providerId="LiveId" clId="{ADEB5723-9D39-45AE-898F-3FDA33EC1B39}" dt="2026-06-14T19:51:07.140" v="255" actId="113"/>
          <ac:spMkLst>
            <pc:docMk/>
            <pc:sldMk cId="1718196136" sldId="265"/>
            <ac:spMk id="25" creationId="{9C9C8B13-EA0D-4E86-7B0D-0CB2D501C396}"/>
          </ac:spMkLst>
        </pc:spChg>
        <pc:spChg chg="add mod">
          <ac:chgData name="Daniela Trapani" userId="30b41bef89cfceee" providerId="LiveId" clId="{ADEB5723-9D39-45AE-898F-3FDA33EC1B39}" dt="2026-06-14T19:51:16.179" v="257" actId="113"/>
          <ac:spMkLst>
            <pc:docMk/>
            <pc:sldMk cId="1718196136" sldId="265"/>
            <ac:spMk id="26" creationId="{FE1ECA23-FF51-D9BC-CD7B-65B3EA5CE74C}"/>
          </ac:spMkLst>
        </pc:spChg>
        <pc:cxnChg chg="add mod">
          <ac:chgData name="Daniela Trapani" userId="30b41bef89cfceee" providerId="LiveId" clId="{ADEB5723-9D39-45AE-898F-3FDA33EC1B39}" dt="2026-06-14T19:49:35.146" v="209" actId="14100"/>
          <ac:cxnSpMkLst>
            <pc:docMk/>
            <pc:sldMk cId="1718196136" sldId="265"/>
            <ac:cxnSpMk id="15" creationId="{B4BB8908-B566-D75E-9A7F-5C2B2810566A}"/>
          </ac:cxnSpMkLst>
        </pc:cxnChg>
        <pc:cxnChg chg="add mod">
          <ac:chgData name="Daniela Trapani" userId="30b41bef89cfceee" providerId="LiveId" clId="{ADEB5723-9D39-45AE-898F-3FDA33EC1B39}" dt="2026-06-14T19:49:44.083" v="212" actId="14100"/>
          <ac:cxnSpMkLst>
            <pc:docMk/>
            <pc:sldMk cId="1718196136" sldId="265"/>
            <ac:cxnSpMk id="18" creationId="{79932B23-5CEE-66D3-6FA4-AA90E49517BF}"/>
          </ac:cxnSpMkLst>
        </pc:cxnChg>
        <pc:cxnChg chg="add mod">
          <ac:chgData name="Daniela Trapani" userId="30b41bef89cfceee" providerId="LiveId" clId="{ADEB5723-9D39-45AE-898F-3FDA33EC1B39}" dt="2026-06-14T19:50:09.077" v="220" actId="14100"/>
          <ac:cxnSpMkLst>
            <pc:docMk/>
            <pc:sldMk cId="1718196136" sldId="265"/>
            <ac:cxnSpMk id="20" creationId="{ABD44D5D-D0CA-F02F-0263-F385566F4865}"/>
          </ac:cxnSpMkLst>
        </pc:cxnChg>
      </pc:sldChg>
      <pc:sldChg chg="modSp add mod">
        <pc:chgData name="Daniela Trapani" userId="30b41bef89cfceee" providerId="LiveId" clId="{ADEB5723-9D39-45AE-898F-3FDA33EC1B39}" dt="2026-06-14T20:03:20.488" v="354" actId="5793"/>
        <pc:sldMkLst>
          <pc:docMk/>
          <pc:sldMk cId="3163204645" sldId="266"/>
        </pc:sldMkLst>
        <pc:spChg chg="mod">
          <ac:chgData name="Daniela Trapani" userId="30b41bef89cfceee" providerId="LiveId" clId="{ADEB5723-9D39-45AE-898F-3FDA33EC1B39}" dt="2026-06-14T19:52:05.812" v="277" actId="20577"/>
          <ac:spMkLst>
            <pc:docMk/>
            <pc:sldMk cId="3163204645" sldId="266"/>
            <ac:spMk id="2" creationId="{39DECC1C-AFE9-2AEF-A198-0F147F4ACBD4}"/>
          </ac:spMkLst>
        </pc:spChg>
        <pc:spChg chg="mod">
          <ac:chgData name="Daniela Trapani" userId="30b41bef89cfceee" providerId="LiveId" clId="{ADEB5723-9D39-45AE-898F-3FDA33EC1B39}" dt="2026-06-14T20:03:20.488" v="354" actId="5793"/>
          <ac:spMkLst>
            <pc:docMk/>
            <pc:sldMk cId="3163204645" sldId="266"/>
            <ac:spMk id="5" creationId="{91679AC9-5CEE-CF35-5C58-EC1C78240551}"/>
          </ac:spMkLst>
        </pc:spChg>
      </pc:sldChg>
      <pc:sldChg chg="addSp delSp modSp add mod setBg">
        <pc:chgData name="Daniela Trapani" userId="30b41bef89cfceee" providerId="LiveId" clId="{ADEB5723-9D39-45AE-898F-3FDA33EC1B39}" dt="2026-06-14T19:57:25.807" v="313" actId="14100"/>
        <pc:sldMkLst>
          <pc:docMk/>
          <pc:sldMk cId="2668983725" sldId="267"/>
        </pc:sldMkLst>
        <pc:spChg chg="mod">
          <ac:chgData name="Daniela Trapani" userId="30b41bef89cfceee" providerId="LiveId" clId="{ADEB5723-9D39-45AE-898F-3FDA33EC1B39}" dt="2026-06-14T19:57:22.297" v="312" actId="26606"/>
          <ac:spMkLst>
            <pc:docMk/>
            <pc:sldMk cId="2668983725" sldId="267"/>
            <ac:spMk id="2" creationId="{E8950DDE-0942-838A-21DE-8BA38FBB62EF}"/>
          </ac:spMkLst>
        </pc:spChg>
        <pc:spChg chg="add del mod">
          <ac:chgData name="Daniela Trapani" userId="30b41bef89cfceee" providerId="LiveId" clId="{ADEB5723-9D39-45AE-898F-3FDA33EC1B39}" dt="2026-06-14T19:57:22.297" v="312" actId="26606"/>
          <ac:spMkLst>
            <pc:docMk/>
            <pc:sldMk cId="2668983725" sldId="267"/>
            <ac:spMk id="5" creationId="{2A1D7BE0-5FF4-C67C-CFF9-BB0F5FB75982}"/>
          </ac:spMkLst>
        </pc:spChg>
        <pc:picChg chg="add mod">
          <ac:chgData name="Daniela Trapani" userId="30b41bef89cfceee" providerId="LiveId" clId="{ADEB5723-9D39-45AE-898F-3FDA33EC1B39}" dt="2026-06-14T19:57:25.807" v="313" actId="14100"/>
          <ac:picMkLst>
            <pc:docMk/>
            <pc:sldMk cId="2668983725" sldId="267"/>
            <ac:picMk id="10" creationId="{A6292233-DDD1-CAAB-3862-4FC8D2C8CE32}"/>
          </ac:picMkLst>
        </pc:picChg>
      </pc:sldChg>
      <pc:sldChg chg="addSp delSp modSp add mod">
        <pc:chgData name="Daniela Trapani" userId="30b41bef89cfceee" providerId="LiveId" clId="{ADEB5723-9D39-45AE-898F-3FDA33EC1B39}" dt="2026-06-18T00:16:20.492" v="1183" actId="1076"/>
        <pc:sldMkLst>
          <pc:docMk/>
          <pc:sldMk cId="3860832817" sldId="268"/>
        </pc:sldMkLst>
        <pc:spChg chg="mod">
          <ac:chgData name="Daniela Trapani" userId="30b41bef89cfceee" providerId="LiveId" clId="{ADEB5723-9D39-45AE-898F-3FDA33EC1B39}" dt="2026-06-14T20:00:13.009" v="344" actId="20577"/>
          <ac:spMkLst>
            <pc:docMk/>
            <pc:sldMk cId="3860832817" sldId="268"/>
            <ac:spMk id="2" creationId="{FC3F761C-BADC-4511-7368-A98B6A8FCB7C}"/>
          </ac:spMkLst>
        </pc:spChg>
        <pc:spChg chg="add mod">
          <ac:chgData name="Daniela Trapani" userId="30b41bef89cfceee" providerId="LiveId" clId="{ADEB5723-9D39-45AE-898F-3FDA33EC1B39}" dt="2026-06-18T00:16:20.492" v="1183" actId="1076"/>
          <ac:spMkLst>
            <pc:docMk/>
            <pc:sldMk cId="3860832817" sldId="268"/>
            <ac:spMk id="4" creationId="{3D6B0939-A0D6-C7AC-2C1F-1D81E4531733}"/>
          </ac:spMkLst>
        </pc:spChg>
      </pc:sldChg>
      <pc:sldChg chg="addSp modSp add mod">
        <pc:chgData name="Daniela Trapani" userId="30b41bef89cfceee" providerId="LiveId" clId="{ADEB5723-9D39-45AE-898F-3FDA33EC1B39}" dt="2026-06-14T20:15:45.977" v="433" actId="1076"/>
        <pc:sldMkLst>
          <pc:docMk/>
          <pc:sldMk cId="2033691394" sldId="269"/>
        </pc:sldMkLst>
        <pc:spChg chg="mod">
          <ac:chgData name="Daniela Trapani" userId="30b41bef89cfceee" providerId="LiveId" clId="{ADEB5723-9D39-45AE-898F-3FDA33EC1B39}" dt="2026-06-14T20:09:31.783" v="377" actId="20577"/>
          <ac:spMkLst>
            <pc:docMk/>
            <pc:sldMk cId="2033691394" sldId="269"/>
            <ac:spMk id="2" creationId="{541D2F97-6646-001D-E2ED-490168F3B4DA}"/>
          </ac:spMkLst>
        </pc:spChg>
        <pc:spChg chg="mod">
          <ac:chgData name="Daniela Trapani" userId="30b41bef89cfceee" providerId="LiveId" clId="{ADEB5723-9D39-45AE-898F-3FDA33EC1B39}" dt="2026-06-14T20:15:45.977" v="433" actId="1076"/>
          <ac:spMkLst>
            <pc:docMk/>
            <pc:sldMk cId="2033691394" sldId="269"/>
            <ac:spMk id="4" creationId="{F57806C2-AEB3-EDAA-1622-F542A420330F}"/>
          </ac:spMkLst>
        </pc:spChg>
      </pc:sldChg>
      <pc:sldChg chg="modSp add mod">
        <pc:chgData name="Daniela Trapani" userId="30b41bef89cfceee" providerId="LiveId" clId="{ADEB5723-9D39-45AE-898F-3FDA33EC1B39}" dt="2026-06-14T20:21:16.906" v="793" actId="114"/>
        <pc:sldMkLst>
          <pc:docMk/>
          <pc:sldMk cId="2131041656" sldId="270"/>
        </pc:sldMkLst>
        <pc:spChg chg="mod">
          <ac:chgData name="Daniela Trapani" userId="30b41bef89cfceee" providerId="LiveId" clId="{ADEB5723-9D39-45AE-898F-3FDA33EC1B39}" dt="2026-06-14T20:20:14.580" v="744" actId="20577"/>
          <ac:spMkLst>
            <pc:docMk/>
            <pc:sldMk cId="2131041656" sldId="270"/>
            <ac:spMk id="2" creationId="{D5F2C4E5-CC4D-12C0-BA54-CE0C51DBC804}"/>
          </ac:spMkLst>
        </pc:spChg>
        <pc:spChg chg="mod">
          <ac:chgData name="Daniela Trapani" userId="30b41bef89cfceee" providerId="LiveId" clId="{ADEB5723-9D39-45AE-898F-3FDA33EC1B39}" dt="2026-06-14T20:21:16.906" v="793" actId="114"/>
          <ac:spMkLst>
            <pc:docMk/>
            <pc:sldMk cId="2131041656" sldId="270"/>
            <ac:spMk id="4" creationId="{6B2097D3-9EE0-92BD-65D7-5C547255F3AD}"/>
          </ac:spMkLst>
        </pc:spChg>
      </pc:sldChg>
      <pc:sldChg chg="addSp modSp add mod">
        <pc:chgData name="Daniela Trapani" userId="30b41bef89cfceee" providerId="LiveId" clId="{ADEB5723-9D39-45AE-898F-3FDA33EC1B39}" dt="2026-06-14T20:38:49.659" v="1127" actId="113"/>
        <pc:sldMkLst>
          <pc:docMk/>
          <pc:sldMk cId="1450817120" sldId="271"/>
        </pc:sldMkLst>
        <pc:spChg chg="mod">
          <ac:chgData name="Daniela Trapani" userId="30b41bef89cfceee" providerId="LiveId" clId="{ADEB5723-9D39-45AE-898F-3FDA33EC1B39}" dt="2026-06-14T20:38:08.887" v="1121" actId="20577"/>
          <ac:spMkLst>
            <pc:docMk/>
            <pc:sldMk cId="1450817120" sldId="271"/>
            <ac:spMk id="2" creationId="{7187EFB4-F6A5-9E30-502A-4A128C4342F0}"/>
          </ac:spMkLst>
        </pc:spChg>
        <pc:spChg chg="mod">
          <ac:chgData name="Daniela Trapani" userId="30b41bef89cfceee" providerId="LiveId" clId="{ADEB5723-9D39-45AE-898F-3FDA33EC1B39}" dt="2026-06-14T20:38:49.659" v="1127" actId="113"/>
          <ac:spMkLst>
            <pc:docMk/>
            <pc:sldMk cId="1450817120" sldId="271"/>
            <ac:spMk id="4" creationId="{2CC0EA3A-EF7C-A278-2F63-44F772A6F4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0A8BF-2B08-C1E1-365A-693E868A7B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722511-526D-B88D-39FB-DC18235B61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D3F06B-7C75-03E9-90EC-27FF2E7F40F1}"/>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5" name="Footer Placeholder 4">
            <a:extLst>
              <a:ext uri="{FF2B5EF4-FFF2-40B4-BE49-F238E27FC236}">
                <a16:creationId xmlns:a16="http://schemas.microsoft.com/office/drawing/2014/main" id="{FB75A69E-BF8A-33ED-BB82-DCB8570BC0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7D14429-4BF0-E76C-908A-B61D7AAEAAB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150498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6BA1-DC0D-7825-7E0D-C8D2BB3538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C12CC3-8DB2-3220-FF2D-5809001DB6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28D9E-E172-F8D4-5A30-A4E6E994C036}"/>
              </a:ext>
            </a:extLst>
          </p:cNvPr>
          <p:cNvSpPr>
            <a:spLocks noGrp="1"/>
          </p:cNvSpPr>
          <p:nvPr>
            <p:ph type="dt" sz="half" idx="10"/>
          </p:nvPr>
        </p:nvSpPr>
        <p:spPr/>
        <p:txBody>
          <a:bodyPr/>
          <a:lstStyle/>
          <a:p>
            <a:fld id="{DAF0EF2E-2D23-4C71-8EE6-EA4D2BDE47C5}" type="datetimeFigureOut">
              <a:rPr lang="en-US" smtClean="0"/>
              <a:t>6/17/2026</a:t>
            </a:fld>
            <a:endParaRPr lang="en-US"/>
          </a:p>
        </p:txBody>
      </p:sp>
      <p:sp>
        <p:nvSpPr>
          <p:cNvPr id="5" name="Footer Placeholder 4">
            <a:extLst>
              <a:ext uri="{FF2B5EF4-FFF2-40B4-BE49-F238E27FC236}">
                <a16:creationId xmlns:a16="http://schemas.microsoft.com/office/drawing/2014/main" id="{A0DB80FA-06F0-C94F-868D-8762C91E16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D4BFCC-B093-2827-6CFA-02B0CBAA9FC9}"/>
              </a:ext>
            </a:extLst>
          </p:cNvPr>
          <p:cNvSpPr>
            <a:spLocks noGrp="1"/>
          </p:cNvSpPr>
          <p:nvPr>
            <p:ph type="sldNum" sz="quarter" idx="12"/>
          </p:nvPr>
        </p:nvSpPr>
        <p:spPr/>
        <p:txBody>
          <a:bodyPr/>
          <a:lstStyle/>
          <a:p>
            <a:fld id="{6DB59C96-ABC8-4A8F-ADA9-3C032B71446A}" type="slidenum">
              <a:rPr lang="en-US" smtClean="0"/>
              <a:t>‹#›</a:t>
            </a:fld>
            <a:endParaRPr lang="en-US"/>
          </a:p>
        </p:txBody>
      </p:sp>
    </p:spTree>
    <p:extLst>
      <p:ext uri="{BB962C8B-B14F-4D97-AF65-F5344CB8AC3E}">
        <p14:creationId xmlns:p14="http://schemas.microsoft.com/office/powerpoint/2010/main" val="3479173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7F707-737C-0EE1-F7A7-2D95DF9B81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5D35B-C863-28A9-0D4D-1A438E4CDB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896DDC-6F52-7ECC-20C8-FF9000B8256C}"/>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5" name="Footer Placeholder 4">
            <a:extLst>
              <a:ext uri="{FF2B5EF4-FFF2-40B4-BE49-F238E27FC236}">
                <a16:creationId xmlns:a16="http://schemas.microsoft.com/office/drawing/2014/main" id="{A35160FA-7C90-471C-E3FC-1778B48FFF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C5FAEEC-F81A-E42A-4D89-F8FFA68EE71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45755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FF50-D90F-CA1F-5AA3-5BAD5C96EA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D5D939-289F-4631-A939-3F125CF2B4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CFDB44-5B1E-EFFF-2617-FCC09BD38F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C7C1C9-AF62-199F-9283-4E58BD3D504B}"/>
              </a:ext>
            </a:extLst>
          </p:cNvPr>
          <p:cNvSpPr>
            <a:spLocks noGrp="1"/>
          </p:cNvSpPr>
          <p:nvPr>
            <p:ph type="dt" sz="half" idx="10"/>
          </p:nvPr>
        </p:nvSpPr>
        <p:spPr/>
        <p:txBody>
          <a:bodyPr/>
          <a:lstStyle/>
          <a:p>
            <a:fld id="{EB712588-04B1-427B-82EE-E8DB90309F08}" type="datetimeFigureOut">
              <a:rPr lang="en-US" smtClean="0"/>
              <a:t>6/17/2026</a:t>
            </a:fld>
            <a:endParaRPr lang="en-US" dirty="0"/>
          </a:p>
        </p:txBody>
      </p:sp>
      <p:sp>
        <p:nvSpPr>
          <p:cNvPr id="6" name="Footer Placeholder 5">
            <a:extLst>
              <a:ext uri="{FF2B5EF4-FFF2-40B4-BE49-F238E27FC236}">
                <a16:creationId xmlns:a16="http://schemas.microsoft.com/office/drawing/2014/main" id="{2F9C23CB-321C-792E-3965-504BC59A082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9F2AD24-F326-66DA-A9F2-D6EE06A6D147}"/>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3271320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4C2-A7C3-01D7-2E7F-F1A1633C03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E1BECB-14FC-56C6-B632-724E9A824C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9E0E10-A259-0222-2C28-0363A54BDB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142EACC-6D05-39DF-3220-40916F1B2C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5172AE-3FAB-8AD8-6AE8-7D7B0C505C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30CA1F-FEF2-1E7B-9BE3-77AB085ADFD9}"/>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8" name="Footer Placeholder 7">
            <a:extLst>
              <a:ext uri="{FF2B5EF4-FFF2-40B4-BE49-F238E27FC236}">
                <a16:creationId xmlns:a16="http://schemas.microsoft.com/office/drawing/2014/main" id="{20E9BE32-B464-151E-D7F2-BBD4709D075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374EC55-6869-7047-0B4D-5D624301F0C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632210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B31DD-97EA-D5D6-F9CE-CD8C6A6F1D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9F592F-FC02-7601-1686-698344AB83C4}"/>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4" name="Footer Placeholder 3">
            <a:extLst>
              <a:ext uri="{FF2B5EF4-FFF2-40B4-BE49-F238E27FC236}">
                <a16:creationId xmlns:a16="http://schemas.microsoft.com/office/drawing/2014/main" id="{4FB86FDF-F740-5773-F389-8F1C3F472FF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58A7CA4-DC71-63B9-2C6B-9E652DBFF2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070557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712802-DE37-EC1A-0FD1-1B11F01F7ED4}"/>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3" name="Footer Placeholder 2">
            <a:extLst>
              <a:ext uri="{FF2B5EF4-FFF2-40B4-BE49-F238E27FC236}">
                <a16:creationId xmlns:a16="http://schemas.microsoft.com/office/drawing/2014/main" id="{FAFECC80-6C7C-48F7-398E-E9DFC026C3C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A63B775-1F0E-9145-02C8-EAC375576A8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05105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2F7C-3B36-05E7-3264-2436113BD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6436E4-7EBF-C328-0218-2C05B9241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FB433A-FB02-FB16-CCF8-3A2E9D5FDC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9954AD-A345-E1BE-9950-5E9603DADFAD}"/>
              </a:ext>
            </a:extLst>
          </p:cNvPr>
          <p:cNvSpPr>
            <a:spLocks noGrp="1"/>
          </p:cNvSpPr>
          <p:nvPr>
            <p:ph type="dt" sz="half" idx="10"/>
          </p:nvPr>
        </p:nvSpPr>
        <p:spPr/>
        <p:txBody>
          <a:bodyPr/>
          <a:lstStyle/>
          <a:p>
            <a:fld id="{42A54C80-263E-416B-A8E0-580EDEADCBDC}" type="datetimeFigureOut">
              <a:rPr lang="en-US" smtClean="0"/>
              <a:t>6/17/2026</a:t>
            </a:fld>
            <a:endParaRPr lang="en-US" dirty="0"/>
          </a:p>
        </p:txBody>
      </p:sp>
      <p:sp>
        <p:nvSpPr>
          <p:cNvPr id="6" name="Footer Placeholder 5">
            <a:extLst>
              <a:ext uri="{FF2B5EF4-FFF2-40B4-BE49-F238E27FC236}">
                <a16:creationId xmlns:a16="http://schemas.microsoft.com/office/drawing/2014/main" id="{9CB7652C-90D0-0C77-A321-CFD4835D623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05D0F1-537E-A138-4CFD-D61912B43FB3}"/>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92750114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39C1B-63AF-DC42-13F1-FBE7A12664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C8071B-BA6D-1911-FC86-D5DD49774A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C582AD-4C7E-E4F6-4F73-7B52D3DBB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EBA032-3971-1D88-F282-2496E1C72B39}"/>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6" name="Footer Placeholder 5">
            <a:extLst>
              <a:ext uri="{FF2B5EF4-FFF2-40B4-BE49-F238E27FC236}">
                <a16:creationId xmlns:a16="http://schemas.microsoft.com/office/drawing/2014/main" id="{464A8322-A871-BACB-1315-FAF4C8764C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111091-067F-D0B4-6853-44EF7E31602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484106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7C1B-51B1-5A3A-F497-85A08F68B4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074C2-2258-3517-E9D2-125EEA234A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D7891C-13E9-4458-0332-C6FD78F57613}"/>
              </a:ext>
            </a:extLst>
          </p:cNvPr>
          <p:cNvSpPr>
            <a:spLocks noGrp="1"/>
          </p:cNvSpPr>
          <p:nvPr>
            <p:ph type="dt" sz="half" idx="10"/>
          </p:nvPr>
        </p:nvSpPr>
        <p:spPr/>
        <p:txBody>
          <a:bodyPr/>
          <a:lstStyle/>
          <a:p>
            <a:fld id="{55C6B4A9-1611-4792-9094-5F34BCA07E0B}" type="datetimeFigureOut">
              <a:rPr lang="en-US" smtClean="0"/>
              <a:t>6/17/2026</a:t>
            </a:fld>
            <a:endParaRPr lang="en-US" dirty="0"/>
          </a:p>
        </p:txBody>
      </p:sp>
      <p:sp>
        <p:nvSpPr>
          <p:cNvPr id="5" name="Footer Placeholder 4">
            <a:extLst>
              <a:ext uri="{FF2B5EF4-FFF2-40B4-BE49-F238E27FC236}">
                <a16:creationId xmlns:a16="http://schemas.microsoft.com/office/drawing/2014/main" id="{AF5EF165-A71D-79CE-D928-13088C7233E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29471B-045D-6414-C17C-1CE81B8F339D}"/>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279909098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A4CE29-CFEA-5E05-3996-446B3FD1AA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3F8390-3CB8-781D-2D22-39D7CF1E03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7251F-49F9-0E14-5FF7-41BF0593B8D7}"/>
              </a:ext>
            </a:extLst>
          </p:cNvPr>
          <p:cNvSpPr>
            <a:spLocks noGrp="1"/>
          </p:cNvSpPr>
          <p:nvPr>
            <p:ph type="dt" sz="half" idx="10"/>
          </p:nvPr>
        </p:nvSpPr>
        <p:spPr/>
        <p:txBody>
          <a:bodyPr/>
          <a:lstStyle/>
          <a:p>
            <a:fld id="{B61BEF0D-F0BB-DE4B-95CE-6DB70DBA9567}" type="datetimeFigureOut">
              <a:rPr lang="en-US" smtClean="0"/>
              <a:pPr/>
              <a:t>6/17/2026</a:t>
            </a:fld>
            <a:endParaRPr lang="en-US" dirty="0"/>
          </a:p>
        </p:txBody>
      </p:sp>
      <p:sp>
        <p:nvSpPr>
          <p:cNvPr id="5" name="Footer Placeholder 4">
            <a:extLst>
              <a:ext uri="{FF2B5EF4-FFF2-40B4-BE49-F238E27FC236}">
                <a16:creationId xmlns:a16="http://schemas.microsoft.com/office/drawing/2014/main" id="{19217D22-9E9C-188B-DE22-D501D762E3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DF3FC1-520C-3381-5767-7B798803F55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20604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235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7938C2-B515-5185-0030-3D1DAAF418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FC764E-6E3F-3207-2B3F-4A805B464E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28AD51-EF69-4E79-8A86-925746D047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BEF0D-F0BB-DE4B-95CE-6DB70DBA9567}" type="datetimeFigureOut">
              <a:rPr lang="en-US" smtClean="0"/>
              <a:pPr/>
              <a:t>6/17/2026</a:t>
            </a:fld>
            <a:endParaRPr lang="en-US" dirty="0"/>
          </a:p>
        </p:txBody>
      </p:sp>
      <p:sp>
        <p:nvSpPr>
          <p:cNvPr id="5" name="Footer Placeholder 4">
            <a:extLst>
              <a:ext uri="{FF2B5EF4-FFF2-40B4-BE49-F238E27FC236}">
                <a16:creationId xmlns:a16="http://schemas.microsoft.com/office/drawing/2014/main" id="{A3C64692-33DD-F451-5209-F1ADA847C0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65EB8245-0ED6-E66D-43B1-E1254903C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158848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731520"/>
          </a:xfrm>
          <a:prstGeom prst="rect">
            <a:avLst/>
          </a:prstGeom>
          <a:noFill/>
          <a:ln/>
        </p:spPr>
        <p:txBody>
          <a:bodyPr wrap="square" rtlCol="0" anchor="ctr"/>
          <a:lstStyle/>
          <a:p>
            <a:pPr marL="0" indent="0">
              <a:buNone/>
            </a:pPr>
            <a:r>
              <a:rPr lang="en-US" sz="3600" b="1" dirty="0">
                <a:solidFill>
                  <a:srgbClr val="1F3A5F"/>
                </a:solidFill>
                <a:latin typeface="Calibri" pitchFamily="34" charset="0"/>
                <a:ea typeface="Calibri" pitchFamily="34" charset="-122"/>
                <a:cs typeface="Calibri" pitchFamily="34" charset="-120"/>
              </a:rPr>
              <a:t>Objects in the Real World</a:t>
            </a:r>
            <a:endParaRPr lang="en-US" sz="3600" dirty="0"/>
          </a:p>
        </p:txBody>
      </p:sp>
      <p:sp>
        <p:nvSpPr>
          <p:cNvPr id="3" name="Text 1"/>
          <p:cNvSpPr/>
          <p:nvPr/>
        </p:nvSpPr>
        <p:spPr>
          <a:xfrm>
            <a:off x="548640" y="1188720"/>
            <a:ext cx="11414760" cy="5394960"/>
          </a:xfrm>
          <a:prstGeom prst="rect">
            <a:avLst/>
          </a:prstGeom>
          <a:noFill/>
          <a:ln/>
        </p:spPr>
        <p:txBody>
          <a:bodyPr wrap="square" rtlCol="0" anchor="t"/>
          <a:lstStyle/>
          <a:p>
            <a:pPr marL="342900" indent="-342900">
              <a:spcAft>
                <a:spcPts val="600"/>
              </a:spcAft>
              <a:buSzPct val="100000"/>
              <a:buChar char="•"/>
            </a:pPr>
            <a:r>
              <a:rPr lang="en-US" sz="2400" b="1" dirty="0">
                <a:solidFill>
                  <a:srgbClr val="222222"/>
                </a:solidFill>
                <a:ea typeface="Calibri" pitchFamily="34" charset="-122"/>
                <a:cs typeface="Calibri" pitchFamily="34" charset="-120"/>
              </a:rPr>
              <a:t>The term </a:t>
            </a:r>
            <a:r>
              <a:rPr lang="en-US" sz="2400" b="1" i="1" dirty="0">
                <a:solidFill>
                  <a:srgbClr val="222222"/>
                </a:solidFill>
                <a:ea typeface="Calibri" pitchFamily="34" charset="-122"/>
                <a:cs typeface="Calibri" pitchFamily="34" charset="-120"/>
              </a:rPr>
              <a:t>object</a:t>
            </a:r>
            <a:r>
              <a:rPr lang="en-US" sz="2400" b="1" dirty="0">
                <a:solidFill>
                  <a:srgbClr val="222222"/>
                </a:solidFill>
                <a:ea typeface="Calibri" pitchFamily="34" charset="-122"/>
                <a:cs typeface="Calibri" pitchFamily="34" charset="-120"/>
              </a:rPr>
              <a:t> has an intuitive real world meaning.</a:t>
            </a:r>
            <a:endParaRPr lang="en-US" sz="2400" b="1" dirty="0"/>
          </a:p>
          <a:p>
            <a:pPr marL="685800" lvl="1" indent="-342900">
              <a:spcAft>
                <a:spcPts val="600"/>
              </a:spcAft>
              <a:buSzPct val="100000"/>
              <a:buChar char="◦"/>
            </a:pPr>
            <a:r>
              <a:rPr lang="en-US" sz="2400" dirty="0">
                <a:solidFill>
                  <a:srgbClr val="222222"/>
                </a:solidFill>
                <a:ea typeface="Calibri" pitchFamily="34" charset="-122"/>
                <a:cs typeface="Calibri" pitchFamily="34" charset="-120"/>
              </a:rPr>
              <a:t>There are concrete, tangible objects, such as a ball, an automobile, and an airplane.</a:t>
            </a:r>
            <a:endParaRPr lang="en-US" sz="2400" dirty="0"/>
          </a:p>
          <a:p>
            <a:pPr marL="685800" lvl="1" indent="-342900">
              <a:spcAft>
                <a:spcPts val="600"/>
              </a:spcAft>
              <a:buSzPct val="100000"/>
              <a:buChar char="◦"/>
            </a:pPr>
            <a:r>
              <a:rPr lang="en-US" sz="2400" dirty="0">
                <a:solidFill>
                  <a:srgbClr val="222222"/>
                </a:solidFill>
                <a:ea typeface="Calibri" pitchFamily="34" charset="-122"/>
                <a:cs typeface="Calibri" pitchFamily="34" charset="-120"/>
              </a:rPr>
              <a:t>There are more abstract objects that have a definite intellectual meaning, such as a committee, a patent, or an insurance contract.</a:t>
            </a:r>
            <a:endParaRPr lang="en-US" sz="2400" dirty="0"/>
          </a:p>
          <a:p>
            <a:pPr marL="342900" indent="-342900">
              <a:spcAft>
                <a:spcPts val="600"/>
              </a:spcAft>
              <a:buSzPct val="100000"/>
              <a:buChar char="•"/>
            </a:pPr>
            <a:r>
              <a:rPr lang="en-US" sz="2400" b="1" dirty="0">
                <a:solidFill>
                  <a:srgbClr val="222222"/>
                </a:solidFill>
                <a:ea typeface="Calibri" pitchFamily="34" charset="-122"/>
                <a:cs typeface="Calibri" pitchFamily="34" charset="-120"/>
              </a:rPr>
              <a:t>Objects have both attributes or characteristics, and operations that can be performed upon them.</a:t>
            </a:r>
            <a:endParaRPr lang="en-US" sz="2400" b="1" dirty="0"/>
          </a:p>
          <a:p>
            <a:pPr marL="685800" lvl="1" indent="-342900">
              <a:spcAft>
                <a:spcPts val="600"/>
              </a:spcAft>
              <a:buSzPct val="100000"/>
              <a:buChar char="◦"/>
            </a:pPr>
            <a:r>
              <a:rPr lang="en-US" sz="2400" dirty="0">
                <a:solidFill>
                  <a:srgbClr val="222222"/>
                </a:solidFill>
                <a:ea typeface="Calibri" pitchFamily="34" charset="-122"/>
                <a:cs typeface="Calibri" pitchFamily="34" charset="-120"/>
              </a:rPr>
              <a:t>A ball has a size, a weight, a color, etc.</a:t>
            </a:r>
            <a:endParaRPr lang="en-US" sz="2400" dirty="0"/>
          </a:p>
          <a:p>
            <a:pPr marL="685800" lvl="1" indent="-342900">
              <a:spcAft>
                <a:spcPts val="600"/>
              </a:spcAft>
              <a:buSzPct val="100000"/>
              <a:buChar char="◦"/>
            </a:pPr>
            <a:r>
              <a:rPr lang="en-US" sz="2400" dirty="0">
                <a:solidFill>
                  <a:srgbClr val="222222"/>
                </a:solidFill>
                <a:ea typeface="Calibri" pitchFamily="34" charset="-122"/>
                <a:cs typeface="Calibri" pitchFamily="34" charset="-120"/>
              </a:rPr>
              <a:t>Operations may be performed on the ball, such as throw, catch, drop, etc.</a:t>
            </a:r>
            <a:endParaRPr lang="en-US" sz="2400" dirty="0"/>
          </a:p>
          <a:p>
            <a:pPr marL="342900" indent="-342900">
              <a:spcAft>
                <a:spcPts val="600"/>
              </a:spcAft>
              <a:buSzPct val="100000"/>
              <a:buChar char="•"/>
            </a:pPr>
            <a:r>
              <a:rPr lang="en-US" sz="2400" b="1" dirty="0">
                <a:solidFill>
                  <a:srgbClr val="222222"/>
                </a:solidFill>
                <a:ea typeface="Calibri" pitchFamily="34" charset="-122"/>
                <a:cs typeface="Calibri" pitchFamily="34" charset="-120"/>
              </a:rPr>
              <a:t>There can be various relationships among classes of objects.</a:t>
            </a:r>
            <a:endParaRPr lang="en-US" sz="2400" b="1" dirty="0"/>
          </a:p>
          <a:p>
            <a:pPr marL="685800" lvl="1" indent="-342900">
              <a:spcAft>
                <a:spcPts val="600"/>
              </a:spcAft>
              <a:buSzPct val="100000"/>
              <a:buChar char="◦"/>
            </a:pPr>
            <a:r>
              <a:rPr lang="en-US" sz="2400" dirty="0">
                <a:solidFill>
                  <a:srgbClr val="222222"/>
                </a:solidFill>
                <a:ea typeface="Calibri" pitchFamily="34" charset="-122"/>
                <a:cs typeface="Calibri" pitchFamily="34" charset="-120"/>
              </a:rPr>
              <a:t>A specialization relationship (such as an automobile is a special kind of vehicle).</a:t>
            </a:r>
            <a:endParaRPr lang="en-US" sz="2400" dirty="0"/>
          </a:p>
          <a:p>
            <a:pPr marL="685800" lvl="1" indent="-342900">
              <a:spcAft>
                <a:spcPts val="600"/>
              </a:spcAft>
              <a:buSzPct val="100000"/>
              <a:buChar char="◦"/>
            </a:pPr>
            <a:r>
              <a:rPr lang="en-US" sz="2400" dirty="0">
                <a:solidFill>
                  <a:srgbClr val="222222"/>
                </a:solidFill>
                <a:ea typeface="Calibri" pitchFamily="34" charset="-122"/>
                <a:cs typeface="Calibri" pitchFamily="34" charset="-120"/>
              </a:rPr>
              <a:t>A whole/part relationship (such as an automobile consists of an engine, a chassis, wheels, etc.).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731520"/>
          </a:xfrm>
          <a:prstGeom prst="rect">
            <a:avLst/>
          </a:prstGeom>
          <a:noFill/>
          <a:ln/>
        </p:spPr>
        <p:txBody>
          <a:bodyPr wrap="square" rtlCol="0" anchor="ctr"/>
          <a:lstStyle/>
          <a:p>
            <a:pPr marL="0" indent="0">
              <a:buNone/>
            </a:pPr>
            <a:r>
              <a:rPr lang="en-US" sz="3600" b="1" dirty="0">
                <a:solidFill>
                  <a:srgbClr val="1F3A5F"/>
                </a:solidFill>
                <a:latin typeface="Calibri" pitchFamily="34" charset="0"/>
                <a:ea typeface="Calibri" pitchFamily="34" charset="-122"/>
                <a:cs typeface="Calibri" pitchFamily="34" charset="-120"/>
              </a:rPr>
              <a:t>Object Models</a:t>
            </a:r>
            <a:endParaRPr lang="en-US" sz="3600" dirty="0"/>
          </a:p>
        </p:txBody>
      </p:sp>
      <p:sp>
        <p:nvSpPr>
          <p:cNvPr id="3" name="Text 1"/>
          <p:cNvSpPr/>
          <p:nvPr/>
        </p:nvSpPr>
        <p:spPr>
          <a:xfrm>
            <a:off x="454046" y="1269189"/>
            <a:ext cx="11576685" cy="5186789"/>
          </a:xfrm>
          <a:prstGeom prst="rect">
            <a:avLst/>
          </a:prstGeom>
          <a:noFill/>
          <a:ln/>
        </p:spPr>
        <p:txBody>
          <a:bodyPr wrap="square" rtlCol="0" anchor="t"/>
          <a:lstStyle/>
          <a:p>
            <a:pPr marL="342900" indent="-342900">
              <a:spcAft>
                <a:spcPts val="600"/>
              </a:spcAft>
              <a:buSzPct val="100000"/>
              <a:buChar char="•"/>
            </a:pPr>
            <a:r>
              <a:rPr lang="en-US" sz="2400" b="1" dirty="0">
                <a:solidFill>
                  <a:srgbClr val="222222"/>
                </a:solidFill>
              </a:rPr>
              <a:t>Objects can also be used in programs.</a:t>
            </a:r>
            <a:endParaRPr lang="en-US" sz="2400" b="1" dirty="0"/>
          </a:p>
          <a:p>
            <a:pPr marL="685800" lvl="1" indent="-342900">
              <a:spcAft>
                <a:spcPts val="600"/>
              </a:spcAft>
              <a:buSzPct val="100000"/>
              <a:buChar char="◦"/>
            </a:pPr>
            <a:r>
              <a:rPr lang="en-US" sz="2400" dirty="0">
                <a:solidFill>
                  <a:srgbClr val="222222"/>
                </a:solidFill>
              </a:rPr>
              <a:t>We’ve already seen a little about classes and objects in C# programs.</a:t>
            </a:r>
            <a:endParaRPr lang="en-US" sz="2400" dirty="0"/>
          </a:p>
          <a:p>
            <a:pPr marL="342900" indent="-342900">
              <a:spcAft>
                <a:spcPts val="600"/>
              </a:spcAft>
              <a:buSzPct val="100000"/>
              <a:buChar char="•"/>
            </a:pPr>
            <a:r>
              <a:rPr lang="en-US" sz="2400" b="1" dirty="0">
                <a:solidFill>
                  <a:srgbClr val="222222"/>
                </a:solidFill>
              </a:rPr>
              <a:t>Objects are useful in programming, because you can set up a software model of a real-world system.</a:t>
            </a:r>
            <a:endParaRPr lang="en-US" sz="2400" b="1" dirty="0"/>
          </a:p>
          <a:p>
            <a:pPr marL="685800" lvl="1" indent="-342900">
              <a:spcAft>
                <a:spcPts val="600"/>
              </a:spcAft>
              <a:buSzPct val="100000"/>
              <a:buChar char="◦"/>
            </a:pPr>
            <a:r>
              <a:rPr lang="en-US" sz="2400" dirty="0">
                <a:solidFill>
                  <a:srgbClr val="222222"/>
                </a:solidFill>
              </a:rPr>
              <a:t>Objects in software correspond to objects in the real world.</a:t>
            </a:r>
            <a:endParaRPr lang="en-US" sz="2400" dirty="0"/>
          </a:p>
          <a:p>
            <a:pPr marL="685800" lvl="1" indent="-342900">
              <a:spcAft>
                <a:spcPts val="600"/>
              </a:spcAft>
              <a:buSzPct val="100000"/>
              <a:buChar char="◦"/>
            </a:pPr>
            <a:r>
              <a:rPr lang="en-US" sz="2400" dirty="0">
                <a:solidFill>
                  <a:srgbClr val="222222"/>
                </a:solidFill>
              </a:rPr>
              <a:t>Explicitly describing the real-world system in terms of objects helps you to understand it and program with it precisely.</a:t>
            </a:r>
            <a:endParaRPr lang="en-US" sz="2400" dirty="0"/>
          </a:p>
          <a:p>
            <a:pPr marL="685800" lvl="1" indent="-342900">
              <a:spcAft>
                <a:spcPts val="600"/>
              </a:spcAft>
              <a:buSzPct val="100000"/>
              <a:buChar char="◦"/>
            </a:pPr>
            <a:r>
              <a:rPr lang="en-US" sz="2400" dirty="0">
                <a:solidFill>
                  <a:srgbClr val="222222"/>
                </a:solidFill>
              </a:rPr>
              <a:t>The model can then be implemented as actual software using a programming language.</a:t>
            </a:r>
            <a:endParaRPr lang="en-US" sz="2400" dirty="0"/>
          </a:p>
          <a:p>
            <a:pPr marL="342900" indent="-342900">
              <a:spcAft>
                <a:spcPts val="600"/>
              </a:spcAft>
              <a:buSzPct val="100000"/>
              <a:buChar char="•"/>
            </a:pPr>
            <a:r>
              <a:rPr lang="en-US" sz="2400" b="1" dirty="0">
                <a:solidFill>
                  <a:srgbClr val="222222"/>
                </a:solidFill>
              </a:rPr>
              <a:t>There are formal languages for describing object models.</a:t>
            </a:r>
            <a:endParaRPr lang="en-US" sz="2400" b="1" dirty="0"/>
          </a:p>
          <a:p>
            <a:pPr marL="685800" lvl="1" indent="-342900">
              <a:spcAft>
                <a:spcPts val="600"/>
              </a:spcAft>
              <a:buSzPct val="100000"/>
              <a:buChar char="◦"/>
            </a:pPr>
            <a:r>
              <a:rPr lang="en-US" sz="2400" dirty="0">
                <a:solidFill>
                  <a:srgbClr val="222222"/>
                </a:solidFill>
              </a:rPr>
              <a:t>The most popular language is UML (Unified Modeling Language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731520"/>
          </a:xfrm>
          <a:prstGeom prst="rect">
            <a:avLst/>
          </a:prstGeom>
          <a:noFill/>
          <a:ln/>
        </p:spPr>
        <p:txBody>
          <a:bodyPr wrap="square" rtlCol="0" anchor="ctr"/>
          <a:lstStyle/>
          <a:p>
            <a:pPr marL="0" indent="0">
              <a:buNone/>
            </a:pPr>
            <a:r>
              <a:rPr lang="en-US" sz="3600" b="1" dirty="0">
                <a:solidFill>
                  <a:srgbClr val="1F3A5F"/>
                </a:solidFill>
                <a:latin typeface="Calibri" pitchFamily="34" charset="0"/>
              </a:rPr>
              <a:t>Reusable Software Components</a:t>
            </a:r>
            <a:endParaRPr lang="en-US" sz="3600" dirty="0"/>
          </a:p>
        </p:txBody>
      </p:sp>
      <p:sp>
        <p:nvSpPr>
          <p:cNvPr id="3" name="Text 1"/>
          <p:cNvSpPr/>
          <p:nvPr/>
        </p:nvSpPr>
        <p:spPr>
          <a:xfrm>
            <a:off x="548640" y="1188720"/>
            <a:ext cx="11091672" cy="5394960"/>
          </a:xfrm>
          <a:prstGeom prst="rect">
            <a:avLst/>
          </a:prstGeom>
          <a:noFill/>
          <a:ln/>
        </p:spPr>
        <p:txBody>
          <a:bodyPr wrap="square" rtlCol="0" anchor="t"/>
          <a:lstStyle/>
          <a:p>
            <a:pPr marL="342900" indent="-342900">
              <a:spcAft>
                <a:spcPts val="600"/>
              </a:spcAft>
              <a:buSzPct val="100000"/>
              <a:buChar char="•"/>
            </a:pPr>
            <a:r>
              <a:rPr lang="en-US" sz="2400" b="1" dirty="0">
                <a:solidFill>
                  <a:srgbClr val="222222"/>
                </a:solidFill>
              </a:rPr>
              <a:t>Another advantage of objects in software is that they can facilitate reusable software components.</a:t>
            </a:r>
            <a:endParaRPr lang="en-US" sz="2400" b="1" dirty="0"/>
          </a:p>
          <a:p>
            <a:pPr marL="342900" indent="-342900">
              <a:spcAft>
                <a:spcPts val="600"/>
              </a:spcAft>
              <a:buSzPct val="100000"/>
              <a:buChar char="•"/>
            </a:pPr>
            <a:r>
              <a:rPr lang="en-US" sz="2400" b="1" dirty="0">
                <a:solidFill>
                  <a:srgbClr val="222222"/>
                </a:solidFill>
              </a:rPr>
              <a:t>Hardware has long enjoyed significant benefits from reusable hardware components.</a:t>
            </a:r>
            <a:endParaRPr lang="en-US" sz="2400" b="1" dirty="0"/>
          </a:p>
          <a:p>
            <a:pPr marL="342900" indent="-342900">
              <a:spcAft>
                <a:spcPts val="600"/>
              </a:spcAft>
              <a:buSzPct val="100000"/>
              <a:buChar char="•"/>
            </a:pPr>
            <a:r>
              <a:rPr lang="en-US" sz="2400" b="1" dirty="0">
                <a:solidFill>
                  <a:srgbClr val="222222"/>
                </a:solidFill>
              </a:rPr>
              <a:t>With appropriate software technology, similar reuse is feasible in software systems.</a:t>
            </a:r>
            <a:endParaRPr lang="en-US" sz="2400" b="1" dirty="0"/>
          </a:p>
          <a:p>
            <a:pPr marL="342900" indent="-342900">
              <a:spcAft>
                <a:spcPts val="600"/>
              </a:spcAft>
              <a:buSzPct val="100000"/>
              <a:buChar char="•"/>
            </a:pPr>
            <a:r>
              <a:rPr lang="en-US" sz="2400" b="1" dirty="0">
                <a:solidFill>
                  <a:srgbClr val="222222"/>
                </a:solidFill>
              </a:rPr>
              <a:t>Objects provide the foundation for software reuse.</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Objects in Software</a:t>
            </a:r>
          </a:p>
        </p:txBody>
      </p:sp>
      <p:sp>
        <p:nvSpPr>
          <p:cNvPr id="3" name="Content Placeholder 2"/>
          <p:cNvSpPr>
            <a:spLocks noGrp="1"/>
          </p:cNvSpPr>
          <p:nvPr>
            <p:ph idx="1"/>
          </p:nvPr>
        </p:nvSpPr>
        <p:spPr>
          <a:xfrm>
            <a:off x="457199" y="1265125"/>
            <a:ext cx="10941627" cy="5227750"/>
          </a:xfrm>
        </p:spPr>
        <p:txBody>
          <a:bodyPr/>
          <a:lstStyle/>
          <a:p>
            <a:pPr lvl="0"/>
            <a:r>
              <a:rPr lang="en-US" sz="2800" dirty="0"/>
              <a:t>An </a:t>
            </a:r>
            <a:r>
              <a:rPr lang="en-US" sz="2800" b="1" dirty="0"/>
              <a:t>object</a:t>
            </a:r>
            <a:r>
              <a:rPr lang="en-US" sz="2800" dirty="0"/>
              <a:t> is a software entity containing data and related functions in a self-contained module.</a:t>
            </a:r>
          </a:p>
          <a:p>
            <a:pPr marL="1371600" lvl="3" indent="0">
              <a:buNone/>
            </a:pPr>
            <a:r>
              <a:rPr lang="en-US" i="1" dirty="0"/>
              <a:t>			</a:t>
            </a:r>
          </a:p>
          <a:p>
            <a:pPr marL="1371600" lvl="3" indent="0">
              <a:buNone/>
            </a:pPr>
            <a:r>
              <a:rPr lang="en-US" i="1" dirty="0"/>
              <a:t>				</a:t>
            </a:r>
          </a:p>
          <a:p>
            <a:pPr marL="1371600" lvl="3" indent="0">
              <a:buNone/>
            </a:pPr>
            <a:r>
              <a:rPr lang="en-US" i="1" dirty="0"/>
              <a:t>		</a:t>
            </a:r>
            <a:r>
              <a:rPr lang="en-US" sz="2800" b="1" i="1" dirty="0"/>
              <a:t>Bank Account Object</a:t>
            </a:r>
            <a:endParaRPr lang="en-US" b="1" i="1" dirty="0"/>
          </a:p>
          <a:p>
            <a:pPr lvl="1"/>
            <a:endParaRPr lang="en-US" i="1" dirty="0"/>
          </a:p>
          <a:p>
            <a:pPr lvl="1"/>
            <a:endParaRPr lang="en-US" i="1" dirty="0"/>
          </a:p>
          <a:p>
            <a:pPr lvl="0"/>
            <a:endParaRPr lang="en-US" sz="2800" dirty="0"/>
          </a:p>
          <a:p>
            <a:pPr lvl="0"/>
            <a:r>
              <a:rPr lang="en-US" sz="2800" dirty="0"/>
              <a:t>Objects hold </a:t>
            </a:r>
            <a:r>
              <a:rPr lang="en-US" sz="2800" b="1" i="1" dirty="0"/>
              <a:t>state</a:t>
            </a:r>
            <a:r>
              <a:rPr lang="en-US" sz="2800" dirty="0"/>
              <a:t> and specify </a:t>
            </a:r>
            <a:r>
              <a:rPr lang="en-US" sz="2800" b="1" i="1" dirty="0"/>
              <a:t>behavior</a:t>
            </a:r>
            <a:r>
              <a:rPr lang="en-US" sz="2800" dirty="0"/>
              <a:t>.</a:t>
            </a:r>
          </a:p>
          <a:p>
            <a:pPr lvl="0"/>
            <a:r>
              <a:rPr lang="en-US" sz="2800" dirty="0"/>
              <a:t>Objects provide the means for </a:t>
            </a:r>
            <a:r>
              <a:rPr lang="en-US" sz="2800" b="1" i="1" dirty="0"/>
              <a:t>abstraction</a:t>
            </a:r>
            <a:r>
              <a:rPr lang="en-US" sz="2800" dirty="0"/>
              <a:t>, </a:t>
            </a:r>
            <a:r>
              <a:rPr lang="en-US" sz="2800" b="1" i="1" dirty="0"/>
              <a:t>encapsulation</a:t>
            </a:r>
            <a:r>
              <a:rPr lang="en-US" sz="2800" dirty="0"/>
              <a:t>, and </a:t>
            </a:r>
            <a:r>
              <a:rPr lang="en-US" sz="2800" b="1" i="1" dirty="0"/>
              <a:t>instantiation</a:t>
            </a:r>
            <a:r>
              <a:rPr lang="en-US" sz="2800" dirty="0"/>
              <a:t>.</a:t>
            </a:r>
          </a:p>
        </p:txBody>
      </p:sp>
      <p:sp>
        <p:nvSpPr>
          <p:cNvPr id="7" name="Oval 6">
            <a:extLst>
              <a:ext uri="{FF2B5EF4-FFF2-40B4-BE49-F238E27FC236}">
                <a16:creationId xmlns:a16="http://schemas.microsoft.com/office/drawing/2014/main" id="{15EFC8FD-E9C9-D817-DC59-2406A4844F65}"/>
              </a:ext>
            </a:extLst>
          </p:cNvPr>
          <p:cNvSpPr/>
          <p:nvPr/>
        </p:nvSpPr>
        <p:spPr>
          <a:xfrm>
            <a:off x="7105651" y="1989100"/>
            <a:ext cx="3829050" cy="288107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70EF4A1-7DA0-9B50-1E2F-89FD8C617898}"/>
              </a:ext>
            </a:extLst>
          </p:cNvPr>
          <p:cNvSpPr/>
          <p:nvPr/>
        </p:nvSpPr>
        <p:spPr>
          <a:xfrm>
            <a:off x="8359315" y="2785879"/>
            <a:ext cx="1444194" cy="111312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352951-A10F-65DA-4199-DC496113582B}"/>
              </a:ext>
            </a:extLst>
          </p:cNvPr>
          <p:cNvSpPr txBox="1"/>
          <p:nvPr/>
        </p:nvSpPr>
        <p:spPr>
          <a:xfrm>
            <a:off x="8516390" y="2861393"/>
            <a:ext cx="1287118" cy="923330"/>
          </a:xfrm>
          <a:prstGeom prst="rect">
            <a:avLst/>
          </a:prstGeom>
          <a:noFill/>
        </p:spPr>
        <p:txBody>
          <a:bodyPr wrap="square" rtlCol="0">
            <a:spAutoFit/>
          </a:bodyPr>
          <a:lstStyle/>
          <a:p>
            <a:pPr algn="ctr"/>
            <a:r>
              <a:rPr lang="en-US" dirty="0"/>
              <a:t>Owner</a:t>
            </a:r>
          </a:p>
          <a:p>
            <a:pPr algn="ctr"/>
            <a:r>
              <a:rPr lang="en-US" dirty="0"/>
              <a:t>ID</a:t>
            </a:r>
          </a:p>
          <a:p>
            <a:pPr algn="ctr"/>
            <a:r>
              <a:rPr lang="en-US" dirty="0"/>
              <a:t>Balance</a:t>
            </a:r>
          </a:p>
        </p:txBody>
      </p:sp>
      <p:cxnSp>
        <p:nvCxnSpPr>
          <p:cNvPr id="11" name="Straight Connector 10">
            <a:extLst>
              <a:ext uri="{FF2B5EF4-FFF2-40B4-BE49-F238E27FC236}">
                <a16:creationId xmlns:a16="http://schemas.microsoft.com/office/drawing/2014/main" id="{59357A70-F2E5-E5D8-27D9-61E4191D737D}"/>
              </a:ext>
            </a:extLst>
          </p:cNvPr>
          <p:cNvCxnSpPr>
            <a:cxnSpLocks/>
          </p:cNvCxnSpPr>
          <p:nvPr/>
        </p:nvCxnSpPr>
        <p:spPr>
          <a:xfrm>
            <a:off x="7803834" y="2374793"/>
            <a:ext cx="721542" cy="624207"/>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786DF70-CAB2-0118-F663-78B55BDB841E}"/>
              </a:ext>
            </a:extLst>
          </p:cNvPr>
          <p:cNvCxnSpPr>
            <a:cxnSpLocks/>
          </p:cNvCxnSpPr>
          <p:nvPr/>
        </p:nvCxnSpPr>
        <p:spPr>
          <a:xfrm>
            <a:off x="9679211" y="3684350"/>
            <a:ext cx="808704" cy="66803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26D8734-E374-F7DC-9F0C-C801A56B55C9}"/>
              </a:ext>
            </a:extLst>
          </p:cNvPr>
          <p:cNvCxnSpPr>
            <a:cxnSpLocks/>
            <a:endCxn id="7" idx="3"/>
          </p:cNvCxnSpPr>
          <p:nvPr/>
        </p:nvCxnSpPr>
        <p:spPr>
          <a:xfrm flipH="1">
            <a:off x="7666402" y="3744052"/>
            <a:ext cx="858974" cy="704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77B6164-0AD2-48FA-BA00-8A0370618843}"/>
              </a:ext>
            </a:extLst>
          </p:cNvPr>
          <p:cNvCxnSpPr>
            <a:cxnSpLocks/>
          </p:cNvCxnSpPr>
          <p:nvPr/>
        </p:nvCxnSpPr>
        <p:spPr>
          <a:xfrm flipH="1">
            <a:off x="9656542" y="2392594"/>
            <a:ext cx="629906" cy="565735"/>
          </a:xfrm>
          <a:prstGeom prst="line">
            <a:avLst/>
          </a:prstGeom>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E42E49C-1D8A-72C3-7C9D-43FBE10141D0}"/>
              </a:ext>
            </a:extLst>
          </p:cNvPr>
          <p:cNvSpPr txBox="1"/>
          <p:nvPr/>
        </p:nvSpPr>
        <p:spPr>
          <a:xfrm>
            <a:off x="8516390" y="2262449"/>
            <a:ext cx="1287118" cy="369332"/>
          </a:xfrm>
          <a:prstGeom prst="rect">
            <a:avLst/>
          </a:prstGeom>
          <a:noFill/>
        </p:spPr>
        <p:txBody>
          <a:bodyPr wrap="square" rtlCol="0">
            <a:spAutoFit/>
          </a:bodyPr>
          <a:lstStyle/>
          <a:p>
            <a:r>
              <a:rPr lang="en-US" dirty="0"/>
              <a:t>Withdraw</a:t>
            </a:r>
          </a:p>
        </p:txBody>
      </p:sp>
      <p:sp>
        <p:nvSpPr>
          <p:cNvPr id="22" name="TextBox 21">
            <a:extLst>
              <a:ext uri="{FF2B5EF4-FFF2-40B4-BE49-F238E27FC236}">
                <a16:creationId xmlns:a16="http://schemas.microsoft.com/office/drawing/2014/main" id="{7DAFCECD-D737-9D59-B695-C6AF47284C3F}"/>
              </a:ext>
            </a:extLst>
          </p:cNvPr>
          <p:cNvSpPr txBox="1"/>
          <p:nvPr/>
        </p:nvSpPr>
        <p:spPr>
          <a:xfrm>
            <a:off x="8338886" y="4059313"/>
            <a:ext cx="1642125" cy="369332"/>
          </a:xfrm>
          <a:prstGeom prst="rect">
            <a:avLst/>
          </a:prstGeom>
          <a:noFill/>
        </p:spPr>
        <p:txBody>
          <a:bodyPr wrap="square" rtlCol="0">
            <a:spAutoFit/>
          </a:bodyPr>
          <a:lstStyle/>
          <a:p>
            <a:r>
              <a:rPr lang="en-US" dirty="0" err="1"/>
              <a:t>ChangeOwner</a:t>
            </a:r>
            <a:endParaRPr lang="en-US" dirty="0"/>
          </a:p>
        </p:txBody>
      </p:sp>
      <p:sp>
        <p:nvSpPr>
          <p:cNvPr id="25" name="TextBox 24">
            <a:extLst>
              <a:ext uri="{FF2B5EF4-FFF2-40B4-BE49-F238E27FC236}">
                <a16:creationId xmlns:a16="http://schemas.microsoft.com/office/drawing/2014/main" id="{2E38FFA3-D70A-0747-C893-5DFE1D1D4D89}"/>
              </a:ext>
            </a:extLst>
          </p:cNvPr>
          <p:cNvSpPr txBox="1"/>
          <p:nvPr/>
        </p:nvSpPr>
        <p:spPr>
          <a:xfrm>
            <a:off x="9781748" y="3179516"/>
            <a:ext cx="1287118" cy="369332"/>
          </a:xfrm>
          <a:prstGeom prst="rect">
            <a:avLst/>
          </a:prstGeom>
          <a:noFill/>
        </p:spPr>
        <p:txBody>
          <a:bodyPr wrap="square" rtlCol="0">
            <a:spAutoFit/>
          </a:bodyPr>
          <a:lstStyle/>
          <a:p>
            <a:r>
              <a:rPr lang="en-US" dirty="0"/>
              <a:t>Statement</a:t>
            </a:r>
          </a:p>
        </p:txBody>
      </p:sp>
      <p:sp>
        <p:nvSpPr>
          <p:cNvPr id="26" name="TextBox 25">
            <a:extLst>
              <a:ext uri="{FF2B5EF4-FFF2-40B4-BE49-F238E27FC236}">
                <a16:creationId xmlns:a16="http://schemas.microsoft.com/office/drawing/2014/main" id="{66BF73FD-4F27-9D97-FF0B-F0451282A3EB}"/>
              </a:ext>
            </a:extLst>
          </p:cNvPr>
          <p:cNvSpPr txBox="1"/>
          <p:nvPr/>
        </p:nvSpPr>
        <p:spPr>
          <a:xfrm>
            <a:off x="7271558" y="3186860"/>
            <a:ext cx="1287118" cy="369332"/>
          </a:xfrm>
          <a:prstGeom prst="rect">
            <a:avLst/>
          </a:prstGeom>
          <a:noFill/>
        </p:spPr>
        <p:txBody>
          <a:bodyPr wrap="square" rtlCol="0">
            <a:spAutoFit/>
          </a:bodyPr>
          <a:lstStyle/>
          <a:p>
            <a:r>
              <a:rPr lang="en-US" dirty="0"/>
              <a:t>Deposit</a:t>
            </a:r>
          </a:p>
        </p:txBody>
      </p:sp>
    </p:spTree>
    <p:extLst>
      <p:ext uri="{BB962C8B-B14F-4D97-AF65-F5344CB8AC3E}">
        <p14:creationId xmlns:p14="http://schemas.microsoft.com/office/powerpoint/2010/main" val="1011093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State and Behavior</a:t>
            </a:r>
          </a:p>
        </p:txBody>
      </p:sp>
      <p:sp>
        <p:nvSpPr>
          <p:cNvPr id="3" name="Content Placeholder 2"/>
          <p:cNvSpPr>
            <a:spLocks noGrp="1"/>
          </p:cNvSpPr>
          <p:nvPr>
            <p:ph idx="1"/>
          </p:nvPr>
        </p:nvSpPr>
        <p:spPr>
          <a:xfrm>
            <a:off x="457199" y="1413164"/>
            <a:ext cx="10848109" cy="5086836"/>
          </a:xfrm>
        </p:spPr>
        <p:txBody>
          <a:bodyPr>
            <a:normAutofit fontScale="97500"/>
          </a:bodyPr>
          <a:lstStyle/>
          <a:p>
            <a:pPr lvl="0"/>
            <a:r>
              <a:rPr lang="en-US" b="1" dirty="0"/>
              <a:t>An object has data, i.e. a set of properties or attributes, which are its essential characteristics.</a:t>
            </a:r>
          </a:p>
          <a:p>
            <a:pPr lvl="1"/>
            <a:r>
              <a:rPr lang="en-US" dirty="0"/>
              <a:t>The </a:t>
            </a:r>
            <a:r>
              <a:rPr lang="en-US" i="1" dirty="0"/>
              <a:t>state</a:t>
            </a:r>
            <a:r>
              <a:rPr lang="en-US" dirty="0"/>
              <a:t> of an object is the value of these attributes at any point in time.</a:t>
            </a:r>
          </a:p>
          <a:p>
            <a:pPr lvl="0"/>
            <a:r>
              <a:rPr lang="en-US" b="1" dirty="0"/>
              <a:t>The </a:t>
            </a:r>
            <a:r>
              <a:rPr lang="en-US" b="1" i="1" dirty="0"/>
              <a:t>behavior</a:t>
            </a:r>
            <a:r>
              <a:rPr lang="en-US" b="1" dirty="0"/>
              <a:t> of an object is the set of operations or responsibilities it must fulfill for itself and for other objects.</a:t>
            </a:r>
          </a:p>
          <a:p>
            <a:pPr lvl="0"/>
            <a:r>
              <a:rPr lang="en-US" b="1" dirty="0"/>
              <a:t>The data and operations are packaged together.</a:t>
            </a:r>
          </a:p>
          <a:p>
            <a:pPr lvl="1"/>
            <a:r>
              <a:rPr lang="en-US" dirty="0"/>
              <a:t>As part of software design, this packaging aids conceptualization and abstraction.</a:t>
            </a:r>
          </a:p>
          <a:p>
            <a:pPr lvl="1"/>
            <a:r>
              <a:rPr lang="en-US" dirty="0"/>
              <a:t>Disparate items are turned into a conceptual unit.</a:t>
            </a:r>
          </a:p>
        </p:txBody>
      </p:sp>
    </p:spTree>
    <p:extLst>
      <p:ext uri="{BB962C8B-B14F-4D97-AF65-F5344CB8AC3E}">
        <p14:creationId xmlns:p14="http://schemas.microsoft.com/office/powerpoint/2010/main" val="2011093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Abstraction</a:t>
            </a:r>
            <a:endParaRPr lang="en-US" b="1" dirty="0">
              <a:solidFill>
                <a:srgbClr val="1F3A5F"/>
              </a:solidFill>
              <a:latin typeface="Calibri" pitchFamily="34" charset="0"/>
              <a:ea typeface="+mn-ea"/>
              <a:cs typeface="+mn-cs"/>
            </a:endParaRPr>
          </a:p>
        </p:txBody>
      </p:sp>
      <p:sp>
        <p:nvSpPr>
          <p:cNvPr id="3" name="Content Placeholder 2"/>
          <p:cNvSpPr>
            <a:spLocks noGrp="1"/>
          </p:cNvSpPr>
          <p:nvPr>
            <p:ph idx="1"/>
          </p:nvPr>
        </p:nvSpPr>
        <p:spPr>
          <a:xfrm>
            <a:off x="457200" y="1500000"/>
            <a:ext cx="11277600" cy="2500000"/>
          </a:xfrm>
        </p:spPr>
        <p:txBody>
          <a:bodyPr/>
          <a:lstStyle/>
          <a:p>
            <a:pPr lvl="0"/>
            <a:r>
              <a:rPr lang="en-US" dirty="0"/>
              <a:t>An </a:t>
            </a:r>
            <a:r>
              <a:rPr lang="en-US" b="1" dirty="0"/>
              <a:t>abstraction</a:t>
            </a:r>
            <a:r>
              <a:rPr lang="en-US" dirty="0"/>
              <a:t> captures the essential features of an entity, suppressing unnecessary details.</a:t>
            </a:r>
          </a:p>
          <a:p>
            <a:pPr lvl="0"/>
            <a:r>
              <a:rPr lang="en-US" dirty="0"/>
              <a:t>All instances of an </a:t>
            </a:r>
            <a:r>
              <a:rPr lang="en-US" b="1" dirty="0"/>
              <a:t>abstraction</a:t>
            </a:r>
            <a:r>
              <a:rPr lang="en-US" dirty="0"/>
              <a:t> share these common features.</a:t>
            </a:r>
          </a:p>
          <a:p>
            <a:pPr lvl="0"/>
            <a:r>
              <a:rPr lang="en-US" b="1" dirty="0"/>
              <a:t>Abstraction</a:t>
            </a:r>
            <a:r>
              <a:rPr lang="en-US" dirty="0"/>
              <a:t> helps us deal with complexity.</a:t>
            </a:r>
          </a:p>
        </p:txBody>
      </p:sp>
    </p:spTree>
    <p:extLst>
      <p:ext uri="{BB962C8B-B14F-4D97-AF65-F5344CB8AC3E}">
        <p14:creationId xmlns:p14="http://schemas.microsoft.com/office/powerpoint/2010/main" val="3011093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35DDD-462F-B922-BD9B-36D01B006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43BCE-CEF9-8DC1-8524-A00E7A9A1AD1}"/>
              </a:ext>
            </a:extLst>
          </p:cNvPr>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Encapsulation</a:t>
            </a:r>
            <a:endParaRPr lang="en-US" b="1" dirty="0">
              <a:solidFill>
                <a:srgbClr val="1F3A5F"/>
              </a:solidFill>
              <a:latin typeface="Calibri" pitchFamily="34" charset="0"/>
              <a:ea typeface="+mn-ea"/>
              <a:cs typeface="+mn-cs"/>
            </a:endParaRPr>
          </a:p>
        </p:txBody>
      </p:sp>
      <p:sp>
        <p:nvSpPr>
          <p:cNvPr id="5" name="Rectangle 2">
            <a:extLst>
              <a:ext uri="{FF2B5EF4-FFF2-40B4-BE49-F238E27FC236}">
                <a16:creationId xmlns:a16="http://schemas.microsoft.com/office/drawing/2014/main" id="{6B414C49-C968-74CD-42FC-AEB6EE467D68}"/>
              </a:ext>
            </a:extLst>
          </p:cNvPr>
          <p:cNvSpPr>
            <a:spLocks noGrp="1" noChangeArrowheads="1"/>
          </p:cNvSpPr>
          <p:nvPr>
            <p:ph idx="1"/>
          </p:nvPr>
        </p:nvSpPr>
        <p:spPr bwMode="auto">
          <a:xfrm>
            <a:off x="528145" y="1327654"/>
            <a:ext cx="10736317" cy="4327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fontAlgn="base">
              <a:lnSpc>
                <a:spcPct val="100000"/>
              </a:lnSpc>
              <a:spcAft>
                <a:spcPct val="0"/>
              </a:spcAft>
              <a:buClrTx/>
              <a:buSzTx/>
              <a:tabLst/>
            </a:pPr>
            <a:r>
              <a:rPr lang="en-US" altLang="en-US" sz="2400" dirty="0"/>
              <a:t>The implementation of an abstraction should be hidden from the rest of the system or </a:t>
            </a:r>
            <a:r>
              <a:rPr lang="en-US" altLang="en-US" sz="2400" b="1" dirty="0"/>
              <a:t>encapsulated</a:t>
            </a:r>
            <a:r>
              <a:rPr lang="en-US" altLang="en-US" sz="2400" dirty="0"/>
              <a:t>.</a:t>
            </a:r>
          </a:p>
          <a:p>
            <a:pPr marR="0" fontAlgn="base">
              <a:lnSpc>
                <a:spcPct val="100000"/>
              </a:lnSpc>
              <a:spcAft>
                <a:spcPct val="0"/>
              </a:spcAft>
              <a:buClrTx/>
              <a:buSzTx/>
              <a:tabLst/>
            </a:pPr>
            <a:r>
              <a:rPr lang="en-US" altLang="en-US" sz="2400" dirty="0"/>
              <a:t>Objects have a public and a private side.</a:t>
            </a:r>
          </a:p>
          <a:p>
            <a:pPr marR="0" fontAlgn="base">
              <a:lnSpc>
                <a:spcPct val="100000"/>
              </a:lnSpc>
              <a:spcAft>
                <a:spcPct val="0"/>
              </a:spcAft>
              <a:buClrTx/>
              <a:buSzTx/>
              <a:tabLst/>
            </a:pPr>
            <a:r>
              <a:rPr lang="en-US" altLang="en-US" sz="2400" dirty="0"/>
              <a:t>The public side is what the rest of the system knows, while the private side implements the public side</a:t>
            </a:r>
            <a:r>
              <a:rPr kumimoji="0" lang="en-US" altLang="en-US" sz="1400" b="0" i="0" u="none" strike="noStrike" cap="none" normalizeH="0" baseline="0" dirty="0">
                <a:ln>
                  <a:noFill/>
                </a:ln>
                <a:solidFill>
                  <a:schemeClr val="tx1"/>
                </a:solidFill>
                <a:effectLst/>
                <a:latin typeface="Arial" panose="020B0604020202020204" pitchFamily="34" charset="0"/>
              </a:rPr>
              <a:t>.</a:t>
            </a:r>
          </a:p>
          <a:p>
            <a:pPr lvl="0" fontAlgn="base">
              <a:spcAft>
                <a:spcPct val="0"/>
              </a:spcAft>
            </a:pPr>
            <a:endParaRPr lang="en-US" sz="2400" b="1" dirty="0"/>
          </a:p>
          <a:p>
            <a:pPr lvl="0" fontAlgn="base">
              <a:spcAft>
                <a:spcPct val="0"/>
              </a:spcAft>
            </a:pPr>
            <a:r>
              <a:rPr lang="en-US" sz="2400" b="1" dirty="0"/>
              <a:t>Encapsulation is the idea of hiding an object’s internal details so only its public interface is exposed.</a:t>
            </a:r>
            <a:r>
              <a:rPr lang="en-US" sz="2400" dirty="0"/>
              <a:t> </a:t>
            </a:r>
          </a:p>
          <a:p>
            <a:pPr lvl="1" fontAlgn="base">
              <a:spcAft>
                <a:spcPct val="0"/>
              </a:spcAft>
            </a:pPr>
            <a:r>
              <a:rPr lang="en-US" sz="2000" dirty="0"/>
              <a:t>The data inside an object is kept private and can only be accessed through public functions. This protects the internal data from being changed incorrectly and protects users of the object from being affected if the internal implementation changes.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49196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CC4A6-150A-D288-A2B9-6D14D4918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0449E-B86C-710C-181A-4DCCD97D3E93}"/>
              </a:ext>
            </a:extLst>
          </p:cNvPr>
          <p:cNvSpPr>
            <a:spLocks noGrp="1"/>
          </p:cNvSpPr>
          <p:nvPr>
            <p:ph type="title"/>
          </p:nvPr>
        </p:nvSpPr>
        <p:spPr>
          <a:xfrm>
            <a:off x="457200" y="365125"/>
            <a:ext cx="10405241" cy="900000"/>
          </a:xfrm>
        </p:spPr>
        <p:txBody>
          <a:bodyPr/>
          <a:lstStyle/>
          <a:p>
            <a:r>
              <a:rPr lang="en-US" sz="3600" b="1" dirty="0">
                <a:solidFill>
                  <a:srgbClr val="1F3A5F"/>
                </a:solidFill>
                <a:latin typeface="Calibri" pitchFamily="34" charset="0"/>
                <a:ea typeface="+mn-ea"/>
                <a:cs typeface="+mn-cs"/>
              </a:rPr>
              <a:t>Classes</a:t>
            </a:r>
            <a:endParaRPr lang="en-US" b="1" dirty="0">
              <a:solidFill>
                <a:srgbClr val="1F3A5F"/>
              </a:solidFill>
              <a:latin typeface="Calibri" pitchFamily="34" charset="0"/>
              <a:ea typeface="+mn-ea"/>
              <a:cs typeface="+mn-cs"/>
            </a:endParaRPr>
          </a:p>
        </p:txBody>
      </p:sp>
      <p:sp>
        <p:nvSpPr>
          <p:cNvPr id="3" name="Content Placeholder 2">
            <a:extLst>
              <a:ext uri="{FF2B5EF4-FFF2-40B4-BE49-F238E27FC236}">
                <a16:creationId xmlns:a16="http://schemas.microsoft.com/office/drawing/2014/main" id="{3352A32F-2ACF-33E2-6459-DE1827F3CBF0}"/>
              </a:ext>
            </a:extLst>
          </p:cNvPr>
          <p:cNvSpPr>
            <a:spLocks noGrp="1"/>
          </p:cNvSpPr>
          <p:nvPr>
            <p:ph idx="1"/>
          </p:nvPr>
        </p:nvSpPr>
        <p:spPr>
          <a:xfrm>
            <a:off x="457200" y="1499999"/>
            <a:ext cx="11277600" cy="4992876"/>
          </a:xfrm>
        </p:spPr>
        <p:txBody>
          <a:bodyPr/>
          <a:lstStyle/>
          <a:p>
            <a:pPr lvl="0"/>
            <a:r>
              <a:rPr lang="en-US" dirty="0"/>
              <a:t>A class groups all objects with common behavior and common structure.</a:t>
            </a:r>
          </a:p>
          <a:p>
            <a:pPr lvl="0"/>
            <a:r>
              <a:rPr lang="en-US" dirty="0"/>
              <a:t>A class allows production of new objects of the same type.</a:t>
            </a:r>
          </a:p>
          <a:p>
            <a:pPr lvl="1"/>
            <a:r>
              <a:rPr lang="en-US" dirty="0"/>
              <a:t> An object is an instance of some class.</a:t>
            </a:r>
          </a:p>
          <a:p>
            <a:pPr lvl="0"/>
            <a:r>
              <a:rPr lang="en-US" dirty="0"/>
              <a:t>We refer to the process of creating an individual object as </a:t>
            </a:r>
            <a:r>
              <a:rPr lang="en-US" b="1" dirty="0"/>
              <a:t>instantiation</a:t>
            </a:r>
            <a:r>
              <a:rPr lang="en-US" dirty="0"/>
              <a:t>.</a:t>
            </a:r>
          </a:p>
        </p:txBody>
      </p:sp>
      <p:sp>
        <p:nvSpPr>
          <p:cNvPr id="6" name="TextBox 5">
            <a:extLst>
              <a:ext uri="{FF2B5EF4-FFF2-40B4-BE49-F238E27FC236}">
                <a16:creationId xmlns:a16="http://schemas.microsoft.com/office/drawing/2014/main" id="{DCFD79FE-2EFF-9D6E-9C0B-40A3BB622674}"/>
              </a:ext>
            </a:extLst>
          </p:cNvPr>
          <p:cNvSpPr txBox="1"/>
          <p:nvPr/>
        </p:nvSpPr>
        <p:spPr>
          <a:xfrm>
            <a:off x="6478506" y="4505575"/>
            <a:ext cx="498855" cy="369332"/>
          </a:xfrm>
          <a:prstGeom prst="rect">
            <a:avLst/>
          </a:prstGeom>
          <a:noFill/>
        </p:spPr>
        <p:txBody>
          <a:bodyPr wrap="none" rtlCol="0">
            <a:spAutoFit/>
          </a:bodyPr>
          <a:lstStyle/>
          <a:p>
            <a:r>
              <a:rPr lang="en-US" dirty="0"/>
              <a:t>Car</a:t>
            </a:r>
          </a:p>
        </p:txBody>
      </p:sp>
      <p:sp>
        <p:nvSpPr>
          <p:cNvPr id="7" name="Rectangle 6">
            <a:extLst>
              <a:ext uri="{FF2B5EF4-FFF2-40B4-BE49-F238E27FC236}">
                <a16:creationId xmlns:a16="http://schemas.microsoft.com/office/drawing/2014/main" id="{EF66485B-F488-625B-7CDA-A8D9DCBB3588}"/>
              </a:ext>
            </a:extLst>
          </p:cNvPr>
          <p:cNvSpPr/>
          <p:nvPr/>
        </p:nvSpPr>
        <p:spPr>
          <a:xfrm>
            <a:off x="6030310" y="4374931"/>
            <a:ext cx="1395248" cy="6306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2FEA6D-33AE-D618-147E-0E5CD06D05FF}"/>
              </a:ext>
            </a:extLst>
          </p:cNvPr>
          <p:cNvSpPr/>
          <p:nvPr/>
        </p:nvSpPr>
        <p:spPr>
          <a:xfrm>
            <a:off x="4196255" y="5410204"/>
            <a:ext cx="1395248" cy="6306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B973CAD-5DEE-E0FC-BE52-4930052044A8}"/>
              </a:ext>
            </a:extLst>
          </p:cNvPr>
          <p:cNvSpPr/>
          <p:nvPr/>
        </p:nvSpPr>
        <p:spPr>
          <a:xfrm>
            <a:off x="6030309" y="5410204"/>
            <a:ext cx="1395248" cy="6306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8931308-2DCF-45A7-C4AB-93EE609275A6}"/>
              </a:ext>
            </a:extLst>
          </p:cNvPr>
          <p:cNvSpPr/>
          <p:nvPr/>
        </p:nvSpPr>
        <p:spPr>
          <a:xfrm>
            <a:off x="8027275" y="5410203"/>
            <a:ext cx="1395248" cy="6306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2B2D2F0-A973-721C-29DF-443D09E29D5D}"/>
              </a:ext>
            </a:extLst>
          </p:cNvPr>
          <p:cNvSpPr txBox="1"/>
          <p:nvPr/>
        </p:nvSpPr>
        <p:spPr>
          <a:xfrm>
            <a:off x="4440820" y="5532965"/>
            <a:ext cx="987771" cy="369332"/>
          </a:xfrm>
          <a:prstGeom prst="rect">
            <a:avLst/>
          </a:prstGeom>
          <a:noFill/>
        </p:spPr>
        <p:txBody>
          <a:bodyPr wrap="none" rtlCol="0">
            <a:spAutoFit/>
          </a:bodyPr>
          <a:lstStyle/>
          <a:p>
            <a:r>
              <a:rPr lang="en-US" dirty="0"/>
              <a:t>123-ABC</a:t>
            </a:r>
          </a:p>
        </p:txBody>
      </p:sp>
      <p:sp>
        <p:nvSpPr>
          <p:cNvPr id="12" name="TextBox 11">
            <a:extLst>
              <a:ext uri="{FF2B5EF4-FFF2-40B4-BE49-F238E27FC236}">
                <a16:creationId xmlns:a16="http://schemas.microsoft.com/office/drawing/2014/main" id="{242DF1D7-4FD6-BF5D-06BB-78FB27E9D333}"/>
              </a:ext>
            </a:extLst>
          </p:cNvPr>
          <p:cNvSpPr txBox="1"/>
          <p:nvPr/>
        </p:nvSpPr>
        <p:spPr>
          <a:xfrm>
            <a:off x="6305662" y="5532965"/>
            <a:ext cx="1007455" cy="369332"/>
          </a:xfrm>
          <a:prstGeom prst="rect">
            <a:avLst/>
          </a:prstGeom>
          <a:noFill/>
        </p:spPr>
        <p:txBody>
          <a:bodyPr wrap="none" rtlCol="0">
            <a:spAutoFit/>
          </a:bodyPr>
          <a:lstStyle/>
          <a:p>
            <a:r>
              <a:rPr lang="en-US" dirty="0"/>
              <a:t>456-GTH</a:t>
            </a:r>
          </a:p>
        </p:txBody>
      </p:sp>
      <p:sp>
        <p:nvSpPr>
          <p:cNvPr id="13" name="TextBox 12">
            <a:extLst>
              <a:ext uri="{FF2B5EF4-FFF2-40B4-BE49-F238E27FC236}">
                <a16:creationId xmlns:a16="http://schemas.microsoft.com/office/drawing/2014/main" id="{4987948F-46FD-1C21-D66F-8CF0BAE258C6}"/>
              </a:ext>
            </a:extLst>
          </p:cNvPr>
          <p:cNvSpPr txBox="1"/>
          <p:nvPr/>
        </p:nvSpPr>
        <p:spPr>
          <a:xfrm>
            <a:off x="8283540" y="5532965"/>
            <a:ext cx="1047018" cy="369332"/>
          </a:xfrm>
          <a:prstGeom prst="rect">
            <a:avLst/>
          </a:prstGeom>
          <a:noFill/>
        </p:spPr>
        <p:txBody>
          <a:bodyPr wrap="none" rtlCol="0">
            <a:spAutoFit/>
          </a:bodyPr>
          <a:lstStyle/>
          <a:p>
            <a:r>
              <a:rPr lang="en-US" dirty="0"/>
              <a:t>897-SWV</a:t>
            </a:r>
          </a:p>
        </p:txBody>
      </p:sp>
      <p:cxnSp>
        <p:nvCxnSpPr>
          <p:cNvPr id="15" name="Straight Connector 14">
            <a:extLst>
              <a:ext uri="{FF2B5EF4-FFF2-40B4-BE49-F238E27FC236}">
                <a16:creationId xmlns:a16="http://schemas.microsoft.com/office/drawing/2014/main" id="{B4BB8908-B566-D75E-9A7F-5C2B2810566A}"/>
              </a:ext>
            </a:extLst>
          </p:cNvPr>
          <p:cNvCxnSpPr>
            <a:cxnSpLocks/>
          </p:cNvCxnSpPr>
          <p:nvPr/>
        </p:nvCxnSpPr>
        <p:spPr>
          <a:xfrm>
            <a:off x="7014340" y="5005552"/>
            <a:ext cx="1012935" cy="404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9932B23-5CEE-66D3-6FA4-AA90E49517BF}"/>
              </a:ext>
            </a:extLst>
          </p:cNvPr>
          <p:cNvCxnSpPr>
            <a:cxnSpLocks/>
          </p:cNvCxnSpPr>
          <p:nvPr/>
        </p:nvCxnSpPr>
        <p:spPr>
          <a:xfrm flipH="1">
            <a:off x="5177661" y="5005552"/>
            <a:ext cx="1049060" cy="4046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BD44D5D-D0CA-F02F-0263-F385566F4865}"/>
              </a:ext>
            </a:extLst>
          </p:cNvPr>
          <p:cNvCxnSpPr>
            <a:cxnSpLocks/>
            <a:endCxn id="9" idx="0"/>
          </p:cNvCxnSpPr>
          <p:nvPr/>
        </p:nvCxnSpPr>
        <p:spPr>
          <a:xfrm>
            <a:off x="6699030" y="5005551"/>
            <a:ext cx="28903" cy="40465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C9C8B13-EA0D-4E86-7B0D-0CB2D501C396}"/>
              </a:ext>
            </a:extLst>
          </p:cNvPr>
          <p:cNvSpPr txBox="1"/>
          <p:nvPr/>
        </p:nvSpPr>
        <p:spPr>
          <a:xfrm>
            <a:off x="5057620" y="4458278"/>
            <a:ext cx="659155" cy="369332"/>
          </a:xfrm>
          <a:prstGeom prst="rect">
            <a:avLst/>
          </a:prstGeom>
          <a:noFill/>
        </p:spPr>
        <p:txBody>
          <a:bodyPr wrap="none" rtlCol="0">
            <a:spAutoFit/>
          </a:bodyPr>
          <a:lstStyle/>
          <a:p>
            <a:r>
              <a:rPr lang="en-US" b="1" dirty="0"/>
              <a:t>Class</a:t>
            </a:r>
          </a:p>
        </p:txBody>
      </p:sp>
      <p:sp>
        <p:nvSpPr>
          <p:cNvPr id="26" name="TextBox 25">
            <a:extLst>
              <a:ext uri="{FF2B5EF4-FFF2-40B4-BE49-F238E27FC236}">
                <a16:creationId xmlns:a16="http://schemas.microsoft.com/office/drawing/2014/main" id="{FE1ECA23-FF51-D9BC-CD7B-65B3EA5CE74C}"/>
              </a:ext>
            </a:extLst>
          </p:cNvPr>
          <p:cNvSpPr txBox="1"/>
          <p:nvPr/>
        </p:nvSpPr>
        <p:spPr>
          <a:xfrm>
            <a:off x="5702191" y="6192807"/>
            <a:ext cx="1962397" cy="369332"/>
          </a:xfrm>
          <a:prstGeom prst="rect">
            <a:avLst/>
          </a:prstGeom>
          <a:noFill/>
        </p:spPr>
        <p:txBody>
          <a:bodyPr wrap="none" rtlCol="0">
            <a:spAutoFit/>
          </a:bodyPr>
          <a:lstStyle/>
          <a:p>
            <a:r>
              <a:rPr lang="en-US" b="1" dirty="0"/>
              <a:t>Instances (objects)</a:t>
            </a:r>
          </a:p>
        </p:txBody>
      </p:sp>
    </p:spTree>
    <p:extLst>
      <p:ext uri="{BB962C8B-B14F-4D97-AF65-F5344CB8AC3E}">
        <p14:creationId xmlns:p14="http://schemas.microsoft.com/office/powerpoint/2010/main" val="1718196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3CA07-5B0A-AA36-6CDC-1B2367DCD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ECC1C-AFE9-2AEF-A198-0F147F4ACBD4}"/>
              </a:ext>
            </a:extLst>
          </p:cNvPr>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Inheritance Concept</a:t>
            </a:r>
            <a:endParaRPr lang="en-US" b="1" dirty="0">
              <a:solidFill>
                <a:srgbClr val="1F3A5F"/>
              </a:solidFill>
              <a:latin typeface="Calibri" pitchFamily="34" charset="0"/>
              <a:ea typeface="+mn-ea"/>
              <a:cs typeface="+mn-cs"/>
            </a:endParaRPr>
          </a:p>
        </p:txBody>
      </p:sp>
      <p:sp>
        <p:nvSpPr>
          <p:cNvPr id="5" name="Rectangle 2">
            <a:extLst>
              <a:ext uri="{FF2B5EF4-FFF2-40B4-BE49-F238E27FC236}">
                <a16:creationId xmlns:a16="http://schemas.microsoft.com/office/drawing/2014/main" id="{91679AC9-5CEE-CF35-5C58-EC1C78240551}"/>
              </a:ext>
            </a:extLst>
          </p:cNvPr>
          <p:cNvSpPr>
            <a:spLocks noGrp="1" noChangeArrowheads="1"/>
          </p:cNvSpPr>
          <p:nvPr>
            <p:ph idx="1"/>
          </p:nvPr>
        </p:nvSpPr>
        <p:spPr bwMode="auto">
          <a:xfrm>
            <a:off x="528145" y="1493853"/>
            <a:ext cx="10736317" cy="399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Inheritance is a key feature of the object‑oriented programming paradigm.</a:t>
            </a:r>
          </a:p>
          <a:p>
            <a:pPr lvl="1"/>
            <a:r>
              <a:rPr lang="en-US" sz="2000" dirty="0"/>
              <a:t>You abstract out common features of your classes and put them in a high‑level base class.</a:t>
            </a:r>
          </a:p>
          <a:p>
            <a:pPr lvl="1"/>
            <a:r>
              <a:rPr lang="en-US" sz="2000" dirty="0"/>
              <a:t>You can add or change features in more specialized, derived classes, which “inherit” the standard behavior from the base class.</a:t>
            </a:r>
          </a:p>
          <a:p>
            <a:pPr lvl="1"/>
            <a:r>
              <a:rPr lang="en-US" sz="2000" dirty="0"/>
              <a:t>Inheritance facilitates code reuse and extensibility</a:t>
            </a:r>
          </a:p>
          <a:p>
            <a:pPr marL="0" marR="0" indent="0" fontAlgn="base">
              <a:lnSpc>
                <a:spcPct val="100000"/>
              </a:lnSpc>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r>
              <a:rPr lang="en-US" sz="2400" dirty="0"/>
              <a:t>Consider </a:t>
            </a:r>
            <a:r>
              <a:rPr lang="en-US" sz="2400" b="1" dirty="0"/>
              <a:t>Account</a:t>
            </a:r>
            <a:r>
              <a:rPr lang="en-US" sz="2400" dirty="0"/>
              <a:t> as a base class, with derived classes </a:t>
            </a:r>
            <a:r>
              <a:rPr lang="en-US" sz="2400" b="1" dirty="0" err="1"/>
              <a:t>CheckingAccount</a:t>
            </a:r>
            <a:r>
              <a:rPr lang="en-US" sz="2400" dirty="0"/>
              <a:t> and </a:t>
            </a:r>
            <a:r>
              <a:rPr lang="en-US" sz="2400" b="1" dirty="0" err="1"/>
              <a:t>SavingsAccount</a:t>
            </a:r>
            <a:r>
              <a:rPr lang="en-US" sz="2400" dirty="0"/>
              <a:t>.</a:t>
            </a:r>
          </a:p>
          <a:p>
            <a:pPr lvl="1"/>
            <a:r>
              <a:rPr lang="en-US" sz="2000" dirty="0"/>
              <a:t>All accounts share some characteristics, such as a balance.</a:t>
            </a:r>
          </a:p>
          <a:p>
            <a:pPr lvl="1"/>
            <a:r>
              <a:rPr lang="en-US" sz="2000" dirty="0"/>
              <a:t>Different kinds of accounts differ in other respects. For example, a checking account has a monthly fee, while a savings account pays interest at a certain rate.</a:t>
            </a:r>
          </a:p>
        </p:txBody>
      </p:sp>
    </p:spTree>
    <p:extLst>
      <p:ext uri="{BB962C8B-B14F-4D97-AF65-F5344CB8AC3E}">
        <p14:creationId xmlns:p14="http://schemas.microsoft.com/office/powerpoint/2010/main" val="3163204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0E40B-B3BA-DFDC-DBDA-4B65B5B9E0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50DDE-0942-838A-21DE-8BA38FBB62EF}"/>
              </a:ext>
            </a:extLst>
          </p:cNvPr>
          <p:cNvSpPr>
            <a:spLocks noGrp="1"/>
          </p:cNvSpPr>
          <p:nvPr>
            <p:ph type="title"/>
          </p:nvPr>
        </p:nvSpPr>
        <p:spPr>
          <a:xfrm>
            <a:off x="457200" y="365125"/>
            <a:ext cx="11277600" cy="900000"/>
          </a:xfrm>
        </p:spPr>
        <p:txBody>
          <a:bodyPr/>
          <a:lstStyle/>
          <a:p>
            <a:r>
              <a:rPr lang="en-US" sz="3600" b="1">
                <a:solidFill>
                  <a:srgbClr val="1F3A5F"/>
                </a:solidFill>
                <a:latin typeface="Calibri" pitchFamily="34" charset="0"/>
                <a:ea typeface="+mn-ea"/>
                <a:cs typeface="+mn-cs"/>
              </a:rPr>
              <a:t>Inheritance Example</a:t>
            </a:r>
            <a:endParaRPr lang="en-US" b="1" dirty="0">
              <a:solidFill>
                <a:srgbClr val="1F3A5F"/>
              </a:solidFill>
              <a:latin typeface="Calibri" pitchFamily="34" charset="0"/>
              <a:ea typeface="+mn-ea"/>
              <a:cs typeface="+mn-cs"/>
            </a:endParaRPr>
          </a:p>
        </p:txBody>
      </p:sp>
      <p:sp>
        <p:nvSpPr>
          <p:cNvPr id="5" name="Rectangle 2">
            <a:extLst>
              <a:ext uri="{FF2B5EF4-FFF2-40B4-BE49-F238E27FC236}">
                <a16:creationId xmlns:a16="http://schemas.microsoft.com/office/drawing/2014/main" id="{2A1D7BE0-5FF4-C67C-CFF9-BB0F5FB75982}"/>
              </a:ext>
            </a:extLst>
          </p:cNvPr>
          <p:cNvSpPr>
            <a:spLocks noGrp="1" noChangeArrowheads="1"/>
          </p:cNvSpPr>
          <p:nvPr>
            <p:ph idx="1"/>
          </p:nvPr>
        </p:nvSpPr>
        <p:spPr bwMode="auto">
          <a:xfrm>
            <a:off x="727841" y="865015"/>
            <a:ext cx="107363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a:t>.</a:t>
            </a:r>
            <a:endParaRPr lang="en-US" sz="2000" dirty="0"/>
          </a:p>
        </p:txBody>
      </p:sp>
      <p:pic>
        <p:nvPicPr>
          <p:cNvPr id="10" name="Picture 9">
            <a:extLst>
              <a:ext uri="{FF2B5EF4-FFF2-40B4-BE49-F238E27FC236}">
                <a16:creationId xmlns:a16="http://schemas.microsoft.com/office/drawing/2014/main" id="{A6292233-DDD1-CAAB-3862-4FC8D2C8CE32}"/>
              </a:ext>
            </a:extLst>
          </p:cNvPr>
          <p:cNvPicPr>
            <a:picLocks noChangeAspect="1"/>
          </p:cNvPicPr>
          <p:nvPr/>
        </p:nvPicPr>
        <p:blipFill>
          <a:blip r:embed="rId2"/>
          <a:stretch>
            <a:fillRect/>
          </a:stretch>
        </p:blipFill>
        <p:spPr>
          <a:xfrm>
            <a:off x="2432710" y="1065070"/>
            <a:ext cx="7002691" cy="4914302"/>
          </a:xfrm>
          <a:prstGeom prst="rect">
            <a:avLst/>
          </a:prstGeom>
        </p:spPr>
      </p:pic>
    </p:spTree>
    <p:extLst>
      <p:ext uri="{BB962C8B-B14F-4D97-AF65-F5344CB8AC3E}">
        <p14:creationId xmlns:p14="http://schemas.microsoft.com/office/powerpoint/2010/main" val="2668983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34DED-ABF6-1D6A-9F03-C4B2E1E98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F761C-BADC-4511-7368-A98B6A8FCB7C}"/>
              </a:ext>
            </a:extLst>
          </p:cNvPr>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Relationships Among Classes</a:t>
            </a:r>
            <a:endParaRPr lang="en-US" b="1" dirty="0">
              <a:solidFill>
                <a:srgbClr val="1F3A5F"/>
              </a:solidFill>
              <a:latin typeface="Calibri" pitchFamily="34" charset="0"/>
              <a:ea typeface="+mn-ea"/>
              <a:cs typeface="+mn-cs"/>
            </a:endParaRPr>
          </a:p>
        </p:txBody>
      </p:sp>
      <p:sp>
        <p:nvSpPr>
          <p:cNvPr id="4" name="Rectangle 2">
            <a:extLst>
              <a:ext uri="{FF2B5EF4-FFF2-40B4-BE49-F238E27FC236}">
                <a16:creationId xmlns:a16="http://schemas.microsoft.com/office/drawing/2014/main" id="{3D6B0939-A0D6-C7AC-2C1F-1D81E4531733}"/>
              </a:ext>
            </a:extLst>
          </p:cNvPr>
          <p:cNvSpPr>
            <a:spLocks noGrp="1" noChangeArrowheads="1"/>
          </p:cNvSpPr>
          <p:nvPr>
            <p:ph idx="1"/>
          </p:nvPr>
        </p:nvSpPr>
        <p:spPr bwMode="auto">
          <a:xfrm>
            <a:off x="582257" y="1555676"/>
            <a:ext cx="11027485" cy="2971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Aft>
                <a:spcPct val="0"/>
              </a:spcAft>
            </a:pPr>
            <a:r>
              <a:rPr lang="en-US" altLang="en-US" sz="2400" dirty="0"/>
              <a:t>Classes may be related to each other in various ways.</a:t>
            </a:r>
          </a:p>
          <a:p>
            <a:pPr lvl="0" fontAlgn="base">
              <a:spcAft>
                <a:spcPct val="0"/>
              </a:spcAft>
            </a:pPr>
            <a:r>
              <a:rPr lang="en-US" altLang="en-US" sz="2400" dirty="0"/>
              <a:t>The inheritance </a:t>
            </a:r>
            <a:r>
              <a:rPr lang="en-US" altLang="en-US" sz="2400" b="1" dirty="0"/>
              <a:t>(IS‑A) </a:t>
            </a:r>
            <a:r>
              <a:rPr lang="en-US" altLang="en-US" sz="2400" dirty="0"/>
              <a:t>relationship specifies how one class is a special case of another class. </a:t>
            </a:r>
          </a:p>
          <a:p>
            <a:pPr lvl="1" fontAlgn="base">
              <a:spcAft>
                <a:spcPct val="0"/>
              </a:spcAft>
            </a:pPr>
            <a:r>
              <a:rPr lang="en-US" altLang="en-US" sz="2000" u="sng" dirty="0"/>
              <a:t>Example</a:t>
            </a:r>
            <a:r>
              <a:rPr lang="en-US" altLang="en-US" sz="2000" dirty="0"/>
              <a:t>: A </a:t>
            </a:r>
            <a:r>
              <a:rPr lang="en-US" altLang="en-US" sz="2000" dirty="0" err="1"/>
              <a:t>CheckingAccount</a:t>
            </a:r>
            <a:r>
              <a:rPr lang="en-US" altLang="en-US" sz="2000" dirty="0"/>
              <a:t> (subclass or derived class) is a special kind of Account (superclass or base class).</a:t>
            </a:r>
          </a:p>
          <a:p>
            <a:pPr lvl="0" fontAlgn="base">
              <a:spcAft>
                <a:spcPct val="0"/>
              </a:spcAft>
            </a:pPr>
            <a:r>
              <a:rPr lang="en-US" altLang="en-US" sz="2400" dirty="0"/>
              <a:t>The composition </a:t>
            </a:r>
            <a:r>
              <a:rPr lang="en-US" altLang="en-US" sz="2400" b="1" dirty="0"/>
              <a:t>(HAS‑A) </a:t>
            </a:r>
            <a:r>
              <a:rPr lang="en-US" altLang="en-US" sz="2400" dirty="0"/>
              <a:t>relationship specifies how one class (the whole) is made up of other classes (the parts).</a:t>
            </a:r>
          </a:p>
          <a:p>
            <a:pPr lvl="1" fontAlgn="base">
              <a:spcAft>
                <a:spcPct val="0"/>
              </a:spcAft>
            </a:pPr>
            <a:r>
              <a:rPr lang="en-US" altLang="en-US" sz="2000" dirty="0"/>
              <a:t> </a:t>
            </a:r>
            <a:r>
              <a:rPr lang="en-US" altLang="en-US" sz="2000" u="sng" dirty="0"/>
              <a:t>Example</a:t>
            </a:r>
            <a:r>
              <a:rPr lang="en-US" altLang="en-US" sz="2000" dirty="0"/>
              <a:t>: A Bank (whole) has a list of Account objects.</a:t>
            </a:r>
          </a:p>
        </p:txBody>
      </p:sp>
    </p:spTree>
    <p:extLst>
      <p:ext uri="{BB962C8B-B14F-4D97-AF65-F5344CB8AC3E}">
        <p14:creationId xmlns:p14="http://schemas.microsoft.com/office/powerpoint/2010/main" val="386083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CD8A-A4A3-2098-9157-AC11A892B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D2F97-6646-001D-E2ED-490168F3B4DA}"/>
              </a:ext>
            </a:extLst>
          </p:cNvPr>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Polymorphism</a:t>
            </a:r>
            <a:endParaRPr lang="en-US" b="1" dirty="0">
              <a:solidFill>
                <a:srgbClr val="1F3A5F"/>
              </a:solidFill>
              <a:latin typeface="Calibri" pitchFamily="34" charset="0"/>
              <a:ea typeface="+mn-ea"/>
              <a:cs typeface="+mn-cs"/>
            </a:endParaRPr>
          </a:p>
        </p:txBody>
      </p:sp>
      <p:sp>
        <p:nvSpPr>
          <p:cNvPr id="4" name="Rectangle 2">
            <a:extLst>
              <a:ext uri="{FF2B5EF4-FFF2-40B4-BE49-F238E27FC236}">
                <a16:creationId xmlns:a16="http://schemas.microsoft.com/office/drawing/2014/main" id="{F57806C2-AEB3-EDAA-1622-F542A420330F}"/>
              </a:ext>
            </a:extLst>
          </p:cNvPr>
          <p:cNvSpPr>
            <a:spLocks noGrp="1" noChangeArrowheads="1"/>
          </p:cNvSpPr>
          <p:nvPr>
            <p:ph idx="1"/>
          </p:nvPr>
        </p:nvSpPr>
        <p:spPr bwMode="auto">
          <a:xfrm>
            <a:off x="582257" y="996886"/>
            <a:ext cx="11027485" cy="5287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Aft>
                <a:spcPct val="0"/>
              </a:spcAft>
            </a:pPr>
            <a:r>
              <a:rPr lang="en-US" sz="2400" dirty="0"/>
              <a:t>Consider the problem of generating monthly statements for different kinds of accounts</a:t>
            </a:r>
            <a:r>
              <a:rPr lang="en-US" altLang="en-US" sz="2400" dirty="0"/>
              <a:t>.</a:t>
            </a:r>
          </a:p>
          <a:p>
            <a:pPr lvl="1" fontAlgn="base">
              <a:spcAft>
                <a:spcPct val="0"/>
              </a:spcAft>
            </a:pPr>
            <a:r>
              <a:rPr lang="en-US" sz="2000" dirty="0"/>
              <a:t>Clearly, the wording and format of the statement will differ for each account type</a:t>
            </a:r>
            <a:r>
              <a:rPr lang="en-US" altLang="en-US" sz="2000" dirty="0"/>
              <a:t>. </a:t>
            </a:r>
          </a:p>
          <a:p>
            <a:pPr lvl="0" fontAlgn="base">
              <a:spcAft>
                <a:spcPct val="0"/>
              </a:spcAft>
            </a:pPr>
            <a:r>
              <a:rPr lang="en-US" sz="2400" dirty="0"/>
              <a:t>A traditional approach is to maintain a type field in an account structure and use a case statement to select the appropriate statement format based on the account type</a:t>
            </a:r>
            <a:r>
              <a:rPr lang="en-US" altLang="en-US" sz="2400" dirty="0"/>
              <a:t>.</a:t>
            </a:r>
          </a:p>
          <a:p>
            <a:pPr lvl="1" fontAlgn="base">
              <a:spcAft>
                <a:spcPct val="0"/>
              </a:spcAft>
            </a:pPr>
            <a:r>
              <a:rPr lang="en-US" sz="2000" dirty="0"/>
              <a:t>This approach is awkward since any time a new type of account is added, the case statement must be modified</a:t>
            </a:r>
            <a:r>
              <a:rPr lang="en-US" altLang="en-US" sz="2000" dirty="0"/>
              <a:t>.</a:t>
            </a:r>
          </a:p>
          <a:p>
            <a:pPr lvl="0" fontAlgn="base">
              <a:spcAft>
                <a:spcPct val="0"/>
              </a:spcAft>
            </a:pPr>
            <a:r>
              <a:rPr lang="en-US" sz="2400" dirty="0"/>
              <a:t>An alternative is to localize the intelligence to generate a statement in each account class, which will support its own </a:t>
            </a:r>
            <a:r>
              <a:rPr lang="en-US" sz="2000" b="1" dirty="0" err="1"/>
              <a:t>GetStatement</a:t>
            </a:r>
            <a:r>
              <a:rPr lang="en-US" sz="2400" dirty="0"/>
              <a:t> method.</a:t>
            </a:r>
          </a:p>
          <a:p>
            <a:pPr lvl="1" fontAlgn="base">
              <a:spcAft>
                <a:spcPct val="0"/>
              </a:spcAft>
            </a:pPr>
            <a:r>
              <a:rPr lang="en-US" sz="2000" dirty="0"/>
              <a:t>Provide a </a:t>
            </a:r>
            <a:r>
              <a:rPr lang="en-US" sz="1600" b="1" dirty="0" err="1"/>
              <a:t>GetStatement</a:t>
            </a:r>
            <a:r>
              <a:rPr lang="en-US" sz="2000" dirty="0"/>
              <a:t> method in the base class and override this method in each derived class.</a:t>
            </a:r>
          </a:p>
          <a:p>
            <a:pPr lvl="1" fontAlgn="base">
              <a:spcAft>
                <a:spcPct val="0"/>
              </a:spcAft>
            </a:pPr>
            <a:r>
              <a:rPr lang="en-US" sz="2000" dirty="0"/>
              <a:t>Call </a:t>
            </a:r>
            <a:r>
              <a:rPr lang="en-US" sz="1600" b="1" dirty="0" err="1"/>
              <a:t>GetStatement</a:t>
            </a:r>
            <a:r>
              <a:rPr lang="en-US" sz="2000" dirty="0"/>
              <a:t> through an object reference to a general Account object.</a:t>
            </a:r>
          </a:p>
          <a:p>
            <a:pPr lvl="1" fontAlgn="base">
              <a:spcAft>
                <a:spcPct val="0"/>
              </a:spcAft>
            </a:pPr>
            <a:r>
              <a:rPr lang="en-US" sz="2000" dirty="0"/>
              <a:t>Depending on the actual account class referred to, the appropriate </a:t>
            </a:r>
            <a:r>
              <a:rPr lang="en-US" sz="1600" b="1" dirty="0" err="1"/>
              <a:t>GetStatement</a:t>
            </a:r>
            <a:r>
              <a:rPr lang="en-US" sz="2000" dirty="0"/>
              <a:t> method will be called</a:t>
            </a:r>
            <a:endParaRPr lang="en-US" altLang="en-US" sz="2000" dirty="0"/>
          </a:p>
        </p:txBody>
      </p:sp>
    </p:spTree>
    <p:extLst>
      <p:ext uri="{BB962C8B-B14F-4D97-AF65-F5344CB8AC3E}">
        <p14:creationId xmlns:p14="http://schemas.microsoft.com/office/powerpoint/2010/main" val="2033691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2DEBD-133F-C050-7FF6-45BDEE38C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2C4E5-CC4D-12C0-BA54-CE0C51DBC804}"/>
              </a:ext>
            </a:extLst>
          </p:cNvPr>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Polymorphism Definition</a:t>
            </a:r>
            <a:endParaRPr lang="en-US" b="1" dirty="0">
              <a:solidFill>
                <a:srgbClr val="1F3A5F"/>
              </a:solidFill>
              <a:latin typeface="Calibri" pitchFamily="34" charset="0"/>
              <a:ea typeface="+mn-ea"/>
              <a:cs typeface="+mn-cs"/>
            </a:endParaRPr>
          </a:p>
        </p:txBody>
      </p:sp>
      <p:sp>
        <p:nvSpPr>
          <p:cNvPr id="4" name="Rectangle 2">
            <a:extLst>
              <a:ext uri="{FF2B5EF4-FFF2-40B4-BE49-F238E27FC236}">
                <a16:creationId xmlns:a16="http://schemas.microsoft.com/office/drawing/2014/main" id="{6B2097D3-9EE0-92BD-65D7-5C547255F3AD}"/>
              </a:ext>
            </a:extLst>
          </p:cNvPr>
          <p:cNvSpPr>
            <a:spLocks noGrp="1" noChangeArrowheads="1"/>
          </p:cNvSpPr>
          <p:nvPr>
            <p:ph idx="1"/>
          </p:nvPr>
        </p:nvSpPr>
        <p:spPr bwMode="auto">
          <a:xfrm>
            <a:off x="457200" y="1375497"/>
            <a:ext cx="11027485" cy="208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Aft>
                <a:spcPct val="0"/>
              </a:spcAft>
            </a:pPr>
            <a:r>
              <a:rPr lang="en-US" sz="2400" dirty="0"/>
              <a:t>The ability for the same method call to result in different behavior, depending on the object through which the method is invoked, is referred to as </a:t>
            </a:r>
            <a:r>
              <a:rPr lang="en-US" sz="2400" b="1" i="1" dirty="0"/>
              <a:t>polymorphism.</a:t>
            </a:r>
          </a:p>
          <a:p>
            <a:pPr lvl="0" fontAlgn="base">
              <a:spcAft>
                <a:spcPct val="0"/>
              </a:spcAft>
            </a:pPr>
            <a:r>
              <a:rPr lang="en-US" altLang="en-US" sz="2400" b="1" i="1" dirty="0"/>
              <a:t>Polymorphism</a:t>
            </a:r>
            <a:r>
              <a:rPr lang="en-US" altLang="en-US" sz="2400" dirty="0"/>
              <a:t> can greatly simplify complex systems and is an important part of the object orients paradigm.</a:t>
            </a:r>
          </a:p>
          <a:p>
            <a:pPr lvl="0" fontAlgn="base">
              <a:spcAft>
                <a:spcPct val="0"/>
              </a:spcAft>
            </a:pPr>
            <a:r>
              <a:rPr lang="en-US" altLang="en-US" sz="2400" b="1" i="1" dirty="0"/>
              <a:t>Poly</a:t>
            </a:r>
            <a:r>
              <a:rPr lang="en-US" altLang="en-US" sz="2400" dirty="0"/>
              <a:t> = many,  </a:t>
            </a:r>
            <a:r>
              <a:rPr lang="en-US" altLang="en-US" sz="2400" b="1" i="1" dirty="0"/>
              <a:t>morphism</a:t>
            </a:r>
            <a:r>
              <a:rPr lang="en-US" altLang="en-US" sz="2400" dirty="0"/>
              <a:t> = form</a:t>
            </a:r>
          </a:p>
        </p:txBody>
      </p:sp>
    </p:spTree>
    <p:extLst>
      <p:ext uri="{BB962C8B-B14F-4D97-AF65-F5344CB8AC3E}">
        <p14:creationId xmlns:p14="http://schemas.microsoft.com/office/powerpoint/2010/main" val="2131041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0B0BA-D85D-859C-BBC6-15272F692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7EFB4-F6A5-9E30-502A-4A128C4342F0}"/>
              </a:ext>
            </a:extLst>
          </p:cNvPr>
          <p:cNvSpPr>
            <a:spLocks noGrp="1"/>
          </p:cNvSpPr>
          <p:nvPr>
            <p:ph type="title"/>
          </p:nvPr>
        </p:nvSpPr>
        <p:spPr>
          <a:xfrm>
            <a:off x="457200" y="365125"/>
            <a:ext cx="11277600" cy="900000"/>
          </a:xfrm>
        </p:spPr>
        <p:txBody>
          <a:bodyPr/>
          <a:lstStyle/>
          <a:p>
            <a:r>
              <a:rPr lang="en-US" sz="3600" b="1" dirty="0">
                <a:solidFill>
                  <a:srgbClr val="1F3A5F"/>
                </a:solidFill>
                <a:latin typeface="Calibri" pitchFamily="34" charset="0"/>
                <a:ea typeface="+mn-ea"/>
                <a:cs typeface="+mn-cs"/>
              </a:rPr>
              <a:t>Object Oriented Analysis and Design</a:t>
            </a:r>
            <a:endParaRPr lang="en-US" b="1" dirty="0">
              <a:solidFill>
                <a:srgbClr val="1F3A5F"/>
              </a:solidFill>
              <a:latin typeface="Calibri" pitchFamily="34" charset="0"/>
              <a:ea typeface="+mn-ea"/>
              <a:cs typeface="+mn-cs"/>
            </a:endParaRPr>
          </a:p>
        </p:txBody>
      </p:sp>
      <p:sp>
        <p:nvSpPr>
          <p:cNvPr id="4" name="Rectangle 2">
            <a:extLst>
              <a:ext uri="{FF2B5EF4-FFF2-40B4-BE49-F238E27FC236}">
                <a16:creationId xmlns:a16="http://schemas.microsoft.com/office/drawing/2014/main" id="{2CC0EA3A-EF7C-A278-2F63-44F772A6F440}"/>
              </a:ext>
            </a:extLst>
          </p:cNvPr>
          <p:cNvSpPr>
            <a:spLocks noGrp="1" noChangeArrowheads="1"/>
          </p:cNvSpPr>
          <p:nvPr>
            <p:ph idx="1"/>
          </p:nvPr>
        </p:nvSpPr>
        <p:spPr bwMode="auto">
          <a:xfrm>
            <a:off x="457200" y="1336488"/>
            <a:ext cx="11027485" cy="4844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Aft>
                <a:spcPct val="0"/>
              </a:spcAft>
            </a:pPr>
            <a:r>
              <a:rPr lang="en-US" sz="2400" dirty="0"/>
              <a:t>The process of creating an object model of a system that can be used as the foundation of implementing a corresponding software system is referred to as </a:t>
            </a:r>
            <a:r>
              <a:rPr lang="en-US" sz="2400" b="1" i="1" dirty="0"/>
              <a:t>object‑oriented analysis and design (OOAD).</a:t>
            </a:r>
          </a:p>
          <a:p>
            <a:pPr lvl="1" fontAlgn="base">
              <a:spcAft>
                <a:spcPct val="0"/>
              </a:spcAft>
            </a:pPr>
            <a:r>
              <a:rPr lang="en-US" sz="2000" dirty="0"/>
              <a:t>Analysis refers to the first part of the process in which the essential features of the system to be created are captured without regard to details of implementation.</a:t>
            </a:r>
          </a:p>
          <a:p>
            <a:pPr lvl="1" fontAlgn="base">
              <a:spcAft>
                <a:spcPct val="0"/>
              </a:spcAft>
            </a:pPr>
            <a:r>
              <a:rPr lang="en-US" sz="2000" dirty="0"/>
              <a:t>Design refers to the process of defining the architecture, components, interfaces, and other characteristics of a system or component.</a:t>
            </a:r>
          </a:p>
          <a:p>
            <a:pPr lvl="0" fontAlgn="base">
              <a:spcAft>
                <a:spcPct val="0"/>
              </a:spcAft>
            </a:pPr>
            <a:r>
              <a:rPr lang="en-US" sz="2400" dirty="0"/>
              <a:t>Key parts of OOAD include:</a:t>
            </a:r>
          </a:p>
          <a:p>
            <a:pPr lvl="1" fontAlgn="base">
              <a:spcAft>
                <a:spcPct val="0"/>
              </a:spcAft>
            </a:pPr>
            <a:r>
              <a:rPr lang="en-US" sz="2000" dirty="0"/>
              <a:t>Identify </a:t>
            </a:r>
            <a:r>
              <a:rPr lang="en-US" sz="2000" b="1" i="1" dirty="0"/>
              <a:t>use cases</a:t>
            </a:r>
            <a:r>
              <a:rPr lang="en-US" sz="2000" b="1" dirty="0"/>
              <a:t> </a:t>
            </a:r>
            <a:r>
              <a:rPr lang="en-US" sz="2000" dirty="0"/>
              <a:t>capturing the different ways in which the system will be used.</a:t>
            </a:r>
          </a:p>
          <a:p>
            <a:pPr lvl="1" fontAlgn="base">
              <a:spcAft>
                <a:spcPct val="0"/>
              </a:spcAft>
            </a:pPr>
            <a:r>
              <a:rPr lang="en-US" sz="2000" dirty="0"/>
              <a:t>Identify the most important classes in the system.</a:t>
            </a:r>
          </a:p>
          <a:p>
            <a:pPr lvl="1" fontAlgn="base">
              <a:spcAft>
                <a:spcPct val="0"/>
              </a:spcAft>
            </a:pPr>
            <a:r>
              <a:rPr lang="en-US" sz="2000" dirty="0"/>
              <a:t>Identify </a:t>
            </a:r>
            <a:r>
              <a:rPr lang="en-US" sz="2000" b="1" i="1" dirty="0"/>
              <a:t>responsibilities</a:t>
            </a:r>
            <a:r>
              <a:rPr lang="en-US" sz="2000" dirty="0"/>
              <a:t> of the classes.</a:t>
            </a:r>
          </a:p>
          <a:p>
            <a:pPr lvl="1" fontAlgn="base">
              <a:spcAft>
                <a:spcPct val="0"/>
              </a:spcAft>
            </a:pPr>
            <a:r>
              <a:rPr lang="en-US" sz="2000" dirty="0"/>
              <a:t>Identify classes that </a:t>
            </a:r>
            <a:r>
              <a:rPr lang="en-US" sz="2000" b="1" i="1" dirty="0"/>
              <a:t>collaborate</a:t>
            </a:r>
            <a:r>
              <a:rPr lang="en-US" sz="2000" dirty="0"/>
              <a:t> in carrying out the responsibilities of each class.</a:t>
            </a:r>
          </a:p>
          <a:p>
            <a:pPr lvl="1" fontAlgn="base">
              <a:spcAft>
                <a:spcPct val="0"/>
              </a:spcAft>
            </a:pPr>
            <a:r>
              <a:rPr lang="en-US" sz="2000" dirty="0"/>
              <a:t>Identify </a:t>
            </a:r>
            <a:r>
              <a:rPr lang="en-US" sz="2000" b="1" i="1" dirty="0"/>
              <a:t>relationships</a:t>
            </a:r>
            <a:r>
              <a:rPr lang="en-US" sz="2000" dirty="0"/>
              <a:t> among the classes in the system.</a:t>
            </a:r>
            <a:endParaRPr lang="en-US" altLang="en-US" sz="2000" dirty="0"/>
          </a:p>
        </p:txBody>
      </p:sp>
    </p:spTree>
    <p:extLst>
      <p:ext uri="{BB962C8B-B14F-4D97-AF65-F5344CB8AC3E}">
        <p14:creationId xmlns:p14="http://schemas.microsoft.com/office/powerpoint/2010/main" val="1450817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TotalTime>
  <Words>1238</Words>
  <Application>Microsoft Office PowerPoint</Application>
  <PresentationFormat>Widescreen</PresentationFormat>
  <Paragraphs>111</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PowerPoint Presentation</vt:lpstr>
      <vt:lpstr>PowerPoint Presentation</vt:lpstr>
      <vt:lpstr>PowerPoint Presentation</vt:lpstr>
      <vt:lpstr>Objects in Software</vt:lpstr>
      <vt:lpstr>State and Behavior</vt:lpstr>
      <vt:lpstr>Abstraction</vt:lpstr>
      <vt:lpstr>Encapsulation</vt:lpstr>
      <vt:lpstr>Classes</vt:lpstr>
      <vt:lpstr>Inheritance Concept</vt:lpstr>
      <vt:lpstr>Inheritance Example</vt:lpstr>
      <vt:lpstr>Relationships Among Classes</vt:lpstr>
      <vt:lpstr>Polymorphism</vt:lpstr>
      <vt:lpstr>Polymorphism Definition</vt:lpstr>
      <vt:lpstr>Object Oriented Analysis and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Daniela Trapani</dc:creator>
  <cp:lastModifiedBy>Daniela Trapani</cp:lastModifiedBy>
  <cp:revision>1</cp:revision>
  <dcterms:created xsi:type="dcterms:W3CDTF">2026-06-14T18:29:06Z</dcterms:created>
  <dcterms:modified xsi:type="dcterms:W3CDTF">2026-06-18T00:16:25Z</dcterms:modified>
</cp:coreProperties>
</file>