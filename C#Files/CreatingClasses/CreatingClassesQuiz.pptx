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84" r:id="rId5"/>
    <p:sldId id="285" r:id="rId6"/>
    <p:sldId id="286" r:id="rId7"/>
    <p:sldId id="283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4D7D1A-F41A-4A4B-83DE-3DD53E1FB6F0}" v="18" dt="2026-06-19T00:58:59.3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1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Trapani" userId="30b41bef89cfceee" providerId="LiveId" clId="{ADEB5723-9D39-45AE-898F-3FDA33EC1B39}"/>
    <pc:docChg chg="undo redo custSel addSld modSld">
      <pc:chgData name="Daniela Trapani" userId="30b41bef89cfceee" providerId="LiveId" clId="{ADEB5723-9D39-45AE-898F-3FDA33EC1B39}" dt="2026-06-19T01:15:19.047" v="477" actId="20577"/>
      <pc:docMkLst>
        <pc:docMk/>
      </pc:docMkLst>
      <pc:sldChg chg="delSp modSp mod">
        <pc:chgData name="Daniela Trapani" userId="30b41bef89cfceee" providerId="LiveId" clId="{ADEB5723-9D39-45AE-898F-3FDA33EC1B39}" dt="2026-06-19T01:05:37.629" v="435" actId="478"/>
        <pc:sldMkLst>
          <pc:docMk/>
          <pc:sldMk cId="0" sldId="258"/>
        </pc:sldMkLst>
        <pc:spChg chg="del mod">
          <ac:chgData name="Daniela Trapani" userId="30b41bef89cfceee" providerId="LiveId" clId="{ADEB5723-9D39-45AE-898F-3FDA33EC1B39}" dt="2026-06-19T01:05:37.629" v="435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0:45:44.849" v="61" actId="6549"/>
          <ac:spMkLst>
            <pc:docMk/>
            <pc:sldMk cId="0" sldId="258"/>
            <ac:spMk id="7" creationId="{00000000-0000-0000-0000-000000000000}"/>
          </ac:spMkLst>
        </pc:spChg>
        <pc:spChg chg="del">
          <ac:chgData name="Daniela Trapani" userId="30b41bef89cfceee" providerId="LiveId" clId="{ADEB5723-9D39-45AE-898F-3FDA33EC1B39}" dt="2026-06-19T00:59:32.471" v="335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Daniela Trapani" userId="30b41bef89cfceee" providerId="LiveId" clId="{ADEB5723-9D39-45AE-898F-3FDA33EC1B39}" dt="2026-06-19T00:59:32.471" v="335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Daniela Trapani" userId="30b41bef89cfceee" providerId="LiveId" clId="{ADEB5723-9D39-45AE-898F-3FDA33EC1B39}" dt="2026-06-19T00:59:32.471" v="335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Daniela Trapani" userId="30b41bef89cfceee" providerId="LiveId" clId="{ADEB5723-9D39-45AE-898F-3FDA33EC1B39}" dt="2026-06-19T00:59:32.471" v="335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Daniela Trapani" userId="30b41bef89cfceee" providerId="LiveId" clId="{ADEB5723-9D39-45AE-898F-3FDA33EC1B39}" dt="2026-06-19T00:59:32.471" v="335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Daniela Trapani" userId="30b41bef89cfceee" providerId="LiveId" clId="{ADEB5723-9D39-45AE-898F-3FDA33EC1B39}" dt="2026-06-19T00:59:32.471" v="335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Daniela Trapani" userId="30b41bef89cfceee" providerId="LiveId" clId="{ADEB5723-9D39-45AE-898F-3FDA33EC1B39}" dt="2026-06-19T00:59:32.471" v="335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Daniela Trapani" userId="30b41bef89cfceee" providerId="LiveId" clId="{ADEB5723-9D39-45AE-898F-3FDA33EC1B39}" dt="2026-06-19T00:59:32.471" v="335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Daniela Trapani" userId="30b41bef89cfceee" providerId="LiveId" clId="{ADEB5723-9D39-45AE-898F-3FDA33EC1B39}" dt="2026-06-19T00:59:32.471" v="335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Daniela Trapani" userId="30b41bef89cfceee" providerId="LiveId" clId="{ADEB5723-9D39-45AE-898F-3FDA33EC1B39}" dt="2026-06-19T00:59:32.471" v="335" actId="478"/>
          <ac:spMkLst>
            <pc:docMk/>
            <pc:sldMk cId="0" sldId="258"/>
            <ac:spMk id="21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02:05.758" v="380" actId="478"/>
        <pc:sldMkLst>
          <pc:docMk/>
          <pc:sldMk cId="0" sldId="259"/>
        </pc:sldMkLst>
        <pc:spChg chg="del mod">
          <ac:chgData name="Daniela Trapani" userId="30b41bef89cfceee" providerId="LiveId" clId="{ADEB5723-9D39-45AE-898F-3FDA33EC1B39}" dt="2026-06-19T01:02:05.758" v="380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2:01.134" v="378" actId="20577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19T01:00:15.959" v="344" actId="20577"/>
        <pc:sldMkLst>
          <pc:docMk/>
          <pc:sldMk cId="0" sldId="260"/>
        </pc:sldMkLst>
        <pc:spChg chg="mod">
          <ac:chgData name="Daniela Trapani" userId="30b41bef89cfceee" providerId="LiveId" clId="{ADEB5723-9D39-45AE-898F-3FDA33EC1B39}" dt="2026-06-19T01:00:15.959" v="344" actId="20577"/>
          <ac:spMkLst>
            <pc:docMk/>
            <pc:sldMk cId="0" sldId="260"/>
            <ac:spMk id="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02:15.277" v="383" actId="478"/>
        <pc:sldMkLst>
          <pc:docMk/>
          <pc:sldMk cId="0" sldId="261"/>
        </pc:sldMkLst>
        <pc:spChg chg="del">
          <ac:chgData name="Daniela Trapani" userId="30b41bef89cfceee" providerId="LiveId" clId="{ADEB5723-9D39-45AE-898F-3FDA33EC1B39}" dt="2026-06-19T01:02:15.277" v="383" actId="478"/>
          <ac:spMkLst>
            <pc:docMk/>
            <pc:sldMk cId="0" sldId="261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2:11.947" v="382" actId="20577"/>
          <ac:spMkLst>
            <pc:docMk/>
            <pc:sldMk cId="0" sldId="261"/>
            <ac:spMk id="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02:24.288" v="384" actId="478"/>
        <pc:sldMkLst>
          <pc:docMk/>
          <pc:sldMk cId="0" sldId="262"/>
        </pc:sldMkLst>
        <pc:spChg chg="del">
          <ac:chgData name="Daniela Trapani" userId="30b41bef89cfceee" providerId="LiveId" clId="{ADEB5723-9D39-45AE-898F-3FDA33EC1B39}" dt="2026-06-19T01:02:24.288" v="384" actId="478"/>
          <ac:spMkLst>
            <pc:docMk/>
            <pc:sldMk cId="0" sldId="262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0:21.227" v="346" actId="20577"/>
          <ac:spMkLst>
            <pc:docMk/>
            <pc:sldMk cId="0" sldId="262"/>
            <ac:spMk id="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02:31.309" v="387" actId="478"/>
        <pc:sldMkLst>
          <pc:docMk/>
          <pc:sldMk cId="0" sldId="263"/>
        </pc:sldMkLst>
        <pc:spChg chg="del">
          <ac:chgData name="Daniela Trapani" userId="30b41bef89cfceee" providerId="LiveId" clId="{ADEB5723-9D39-45AE-898F-3FDA33EC1B39}" dt="2026-06-19T01:02:31.309" v="387" actId="478"/>
          <ac:spMkLst>
            <pc:docMk/>
            <pc:sldMk cId="0" sldId="263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2:28.828" v="386" actId="20577"/>
          <ac:spMkLst>
            <pc:docMk/>
            <pc:sldMk cId="0" sldId="263"/>
            <ac:spMk id="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02:38.838" v="388" actId="478"/>
        <pc:sldMkLst>
          <pc:docMk/>
          <pc:sldMk cId="0" sldId="264"/>
        </pc:sldMkLst>
        <pc:spChg chg="del">
          <ac:chgData name="Daniela Trapani" userId="30b41bef89cfceee" providerId="LiveId" clId="{ADEB5723-9D39-45AE-898F-3FDA33EC1B39}" dt="2026-06-19T01:02:38.838" v="388" actId="478"/>
          <ac:spMkLst>
            <pc:docMk/>
            <pc:sldMk cId="0" sldId="264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0:25.388" v="348" actId="20577"/>
          <ac:spMkLst>
            <pc:docMk/>
            <pc:sldMk cId="0" sldId="264"/>
            <ac:spMk id="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04:33.586" v="433" actId="478"/>
        <pc:sldMkLst>
          <pc:docMk/>
          <pc:sldMk cId="0" sldId="265"/>
        </pc:sldMkLst>
        <pc:spChg chg="del">
          <ac:chgData name="Daniela Trapani" userId="30b41bef89cfceee" providerId="LiveId" clId="{ADEB5723-9D39-45AE-898F-3FDA33EC1B39}" dt="2026-06-19T01:04:33.586" v="433" actId="478"/>
          <ac:spMkLst>
            <pc:docMk/>
            <pc:sldMk cId="0" sldId="265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2:43.766" v="390" actId="20577"/>
          <ac:spMkLst>
            <pc:docMk/>
            <pc:sldMk cId="0" sldId="265"/>
            <ac:spMk id="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04:30.717" v="432" actId="478"/>
        <pc:sldMkLst>
          <pc:docMk/>
          <pc:sldMk cId="0" sldId="266"/>
        </pc:sldMkLst>
        <pc:spChg chg="del">
          <ac:chgData name="Daniela Trapani" userId="30b41bef89cfceee" providerId="LiveId" clId="{ADEB5723-9D39-45AE-898F-3FDA33EC1B39}" dt="2026-06-19T01:04:30.717" v="432" actId="478"/>
          <ac:spMkLst>
            <pc:docMk/>
            <pc:sldMk cId="0" sldId="266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0:29.955" v="350" actId="20577"/>
          <ac:spMkLst>
            <pc:docMk/>
            <pc:sldMk cId="0" sldId="266"/>
            <ac:spMk id="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04:27.255" v="431" actId="478"/>
        <pc:sldMkLst>
          <pc:docMk/>
          <pc:sldMk cId="0" sldId="267"/>
        </pc:sldMkLst>
        <pc:spChg chg="del">
          <ac:chgData name="Daniela Trapani" userId="30b41bef89cfceee" providerId="LiveId" clId="{ADEB5723-9D39-45AE-898F-3FDA33EC1B39}" dt="2026-06-19T01:04:27.255" v="431" actId="478"/>
          <ac:spMkLst>
            <pc:docMk/>
            <pc:sldMk cId="0" sldId="267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2:47.870" v="392" actId="20577"/>
          <ac:spMkLst>
            <pc:docMk/>
            <pc:sldMk cId="0" sldId="267"/>
            <ac:spMk id="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04:23.851" v="430" actId="478"/>
        <pc:sldMkLst>
          <pc:docMk/>
          <pc:sldMk cId="0" sldId="268"/>
        </pc:sldMkLst>
        <pc:spChg chg="del">
          <ac:chgData name="Daniela Trapani" userId="30b41bef89cfceee" providerId="LiveId" clId="{ADEB5723-9D39-45AE-898F-3FDA33EC1B39}" dt="2026-06-19T01:04:23.851" v="430" actId="478"/>
          <ac:spMkLst>
            <pc:docMk/>
            <pc:sldMk cId="0" sldId="268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0:34.399" v="352" actId="20577"/>
          <ac:spMkLst>
            <pc:docMk/>
            <pc:sldMk cId="0" sldId="268"/>
            <ac:spMk id="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04:21.017" v="429" actId="478"/>
        <pc:sldMkLst>
          <pc:docMk/>
          <pc:sldMk cId="0" sldId="269"/>
        </pc:sldMkLst>
        <pc:spChg chg="del">
          <ac:chgData name="Daniela Trapani" userId="30b41bef89cfceee" providerId="LiveId" clId="{ADEB5723-9D39-45AE-898F-3FDA33EC1B39}" dt="2026-06-19T01:04:21.017" v="429" actId="478"/>
          <ac:spMkLst>
            <pc:docMk/>
            <pc:sldMk cId="0" sldId="269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2:52.483" v="394" actId="20577"/>
          <ac:spMkLst>
            <pc:docMk/>
            <pc:sldMk cId="0" sldId="269"/>
            <ac:spMk id="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12:13.056" v="459" actId="1038"/>
        <pc:sldMkLst>
          <pc:docMk/>
          <pc:sldMk cId="0" sldId="270"/>
        </pc:sldMkLst>
        <pc:spChg chg="del">
          <ac:chgData name="Daniela Trapani" userId="30b41bef89cfceee" providerId="LiveId" clId="{ADEB5723-9D39-45AE-898F-3FDA33EC1B39}" dt="2026-06-19T01:04:17.995" v="428" actId="478"/>
          <ac:spMkLst>
            <pc:docMk/>
            <pc:sldMk cId="0" sldId="270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0:39.477" v="354" actId="20577"/>
          <ac:spMkLst>
            <pc:docMk/>
            <pc:sldMk cId="0" sldId="270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0:45.515" v="444" actId="107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2:13.056" v="459" actId="1038"/>
          <ac:spMkLst>
            <pc:docMk/>
            <pc:sldMk cId="0" sldId="270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2:13.056" v="459" actId="1038"/>
          <ac:spMkLst>
            <pc:docMk/>
            <pc:sldMk cId="0" sldId="270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1:06.299" v="445" actId="107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0:34.879" v="443" actId="1076"/>
          <ac:spMkLst>
            <pc:docMk/>
            <pc:sldMk cId="0" sldId="270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0:34.879" v="443" actId="1076"/>
          <ac:spMkLst>
            <pc:docMk/>
            <pc:sldMk cId="0" sldId="270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1:46.429" v="457" actId="20577"/>
          <ac:spMkLst>
            <pc:docMk/>
            <pc:sldMk cId="0" sldId="270"/>
            <ac:spMk id="22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0:34.879" v="443" actId="1076"/>
          <ac:spMkLst>
            <pc:docMk/>
            <pc:sldMk cId="0" sldId="270"/>
            <ac:spMk id="23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15:19.047" v="477" actId="20577"/>
        <pc:sldMkLst>
          <pc:docMk/>
          <pc:sldMk cId="0" sldId="271"/>
        </pc:sldMkLst>
        <pc:spChg chg="del">
          <ac:chgData name="Daniela Trapani" userId="30b41bef89cfceee" providerId="LiveId" clId="{ADEB5723-9D39-45AE-898F-3FDA33EC1B39}" dt="2026-06-19T01:04:15.482" v="427" actId="478"/>
          <ac:spMkLst>
            <pc:docMk/>
            <pc:sldMk cId="0" sldId="271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3:07.808" v="396" actId="20577"/>
          <ac:spMkLst>
            <pc:docMk/>
            <pc:sldMk cId="0" sldId="271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8:53.083" v="439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8:53.083" v="439" actId="107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8:53.083" v="439" actId="107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8:53.083" v="439" actId="107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8:42.075" v="438" actId="1076"/>
          <ac:spMkLst>
            <pc:docMk/>
            <pc:sldMk cId="0" sldId="271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8:42.075" v="438" actId="1076"/>
          <ac:spMkLst>
            <pc:docMk/>
            <pc:sldMk cId="0" sldId="271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8:57.292" v="441" actId="20577"/>
          <ac:spMkLst>
            <pc:docMk/>
            <pc:sldMk cId="0" sldId="271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8:42.075" v="438" actId="1076"/>
          <ac:spMkLst>
            <pc:docMk/>
            <pc:sldMk cId="0" sldId="271"/>
            <ac:spMk id="22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5:19.047" v="477" actId="20577"/>
          <ac:spMkLst>
            <pc:docMk/>
            <pc:sldMk cId="0" sldId="271"/>
            <ac:spMk id="24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04:12.324" v="426" actId="478"/>
        <pc:sldMkLst>
          <pc:docMk/>
          <pc:sldMk cId="0" sldId="272"/>
        </pc:sldMkLst>
        <pc:spChg chg="del">
          <ac:chgData name="Daniela Trapani" userId="30b41bef89cfceee" providerId="LiveId" clId="{ADEB5723-9D39-45AE-898F-3FDA33EC1B39}" dt="2026-06-19T01:04:12.324" v="426" actId="478"/>
          <ac:spMkLst>
            <pc:docMk/>
            <pc:sldMk cId="0" sldId="272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0:47.100" v="357" actId="20577"/>
          <ac:spMkLst>
            <pc:docMk/>
            <pc:sldMk cId="0" sldId="272"/>
            <ac:spMk id="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04:09.470" v="425" actId="478"/>
        <pc:sldMkLst>
          <pc:docMk/>
          <pc:sldMk cId="0" sldId="273"/>
        </pc:sldMkLst>
        <pc:spChg chg="del">
          <ac:chgData name="Daniela Trapani" userId="30b41bef89cfceee" providerId="LiveId" clId="{ADEB5723-9D39-45AE-898F-3FDA33EC1B39}" dt="2026-06-19T01:04:09.470" v="425" actId="478"/>
          <ac:spMkLst>
            <pc:docMk/>
            <pc:sldMk cId="0" sldId="273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3:20.445" v="407" actId="20577"/>
          <ac:spMkLst>
            <pc:docMk/>
            <pc:sldMk cId="0" sldId="273"/>
            <ac:spMk id="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04:06.480" v="424" actId="478"/>
        <pc:sldMkLst>
          <pc:docMk/>
          <pc:sldMk cId="0" sldId="274"/>
        </pc:sldMkLst>
        <pc:spChg chg="del">
          <ac:chgData name="Daniela Trapani" userId="30b41bef89cfceee" providerId="LiveId" clId="{ADEB5723-9D39-45AE-898F-3FDA33EC1B39}" dt="2026-06-19T01:04:06.480" v="424" actId="478"/>
          <ac:spMkLst>
            <pc:docMk/>
            <pc:sldMk cId="0" sldId="274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0:53.079" v="360" actId="20577"/>
          <ac:spMkLst>
            <pc:docMk/>
            <pc:sldMk cId="0" sldId="274"/>
            <ac:spMk id="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04:03.733" v="423" actId="478"/>
        <pc:sldMkLst>
          <pc:docMk/>
          <pc:sldMk cId="0" sldId="275"/>
        </pc:sldMkLst>
        <pc:spChg chg="del">
          <ac:chgData name="Daniela Trapani" userId="30b41bef89cfceee" providerId="LiveId" clId="{ADEB5723-9D39-45AE-898F-3FDA33EC1B39}" dt="2026-06-19T01:04:03.733" v="423" actId="478"/>
          <ac:spMkLst>
            <pc:docMk/>
            <pc:sldMk cId="0" sldId="275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3:25.657" v="410" actId="20577"/>
          <ac:spMkLst>
            <pc:docMk/>
            <pc:sldMk cId="0" sldId="275"/>
            <ac:spMk id="6" creationId="{00000000-0000-0000-0000-000000000000}"/>
          </ac:spMkLst>
        </pc:spChg>
      </pc:sldChg>
      <pc:sldChg chg="addSp delSp modSp mod">
        <pc:chgData name="Daniela Trapani" userId="30b41bef89cfceee" providerId="LiveId" clId="{ADEB5723-9D39-45AE-898F-3FDA33EC1B39}" dt="2026-06-19T01:14:56.286" v="473" actId="1076"/>
        <pc:sldMkLst>
          <pc:docMk/>
          <pc:sldMk cId="0" sldId="276"/>
        </pc:sldMkLst>
        <pc:spChg chg="del">
          <ac:chgData name="Daniela Trapani" userId="30b41bef89cfceee" providerId="LiveId" clId="{ADEB5723-9D39-45AE-898F-3FDA33EC1B39}" dt="2026-06-19T01:04:00.724" v="422" actId="478"/>
          <ac:spMkLst>
            <pc:docMk/>
            <pc:sldMk cId="0" sldId="276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0:58.112" v="362" actId="20577"/>
          <ac:spMkLst>
            <pc:docMk/>
            <pc:sldMk cId="0" sldId="276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2:42.401" v="460" actId="21"/>
          <ac:spMkLst>
            <pc:docMk/>
            <pc:sldMk cId="0" sldId="276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2:56.720" v="463" actId="1076"/>
          <ac:spMkLst>
            <pc:docMk/>
            <pc:sldMk cId="0" sldId="276"/>
            <ac:spMk id="23" creationId="{00000000-0000-0000-0000-000000000000}"/>
          </ac:spMkLst>
        </pc:spChg>
        <pc:spChg chg="add mod">
          <ac:chgData name="Daniela Trapani" userId="30b41bef89cfceee" providerId="LiveId" clId="{ADEB5723-9D39-45AE-898F-3FDA33EC1B39}" dt="2026-06-19T01:14:56.286" v="473" actId="1076"/>
          <ac:spMkLst>
            <pc:docMk/>
            <pc:sldMk cId="0" sldId="276"/>
            <ac:spMk id="25" creationId="{7FF27097-B458-2456-96AA-84FD55A7D322}"/>
          </ac:spMkLst>
        </pc:spChg>
      </pc:sldChg>
      <pc:sldChg chg="delSp modSp mod">
        <pc:chgData name="Daniela Trapani" userId="30b41bef89cfceee" providerId="LiveId" clId="{ADEB5723-9D39-45AE-898F-3FDA33EC1B39}" dt="2026-06-19T01:15:05.013" v="475" actId="20577"/>
        <pc:sldMkLst>
          <pc:docMk/>
          <pc:sldMk cId="0" sldId="277"/>
        </pc:sldMkLst>
        <pc:spChg chg="del">
          <ac:chgData name="Daniela Trapani" userId="30b41bef89cfceee" providerId="LiveId" clId="{ADEB5723-9D39-45AE-898F-3FDA33EC1B39}" dt="2026-06-19T01:03:57.885" v="421" actId="478"/>
          <ac:spMkLst>
            <pc:docMk/>
            <pc:sldMk cId="0" sldId="277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3:30.501" v="412" actId="20577"/>
          <ac:spMkLst>
            <pc:docMk/>
            <pc:sldMk cId="0" sldId="277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4:33.373" v="470" actId="107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4:33.373" v="470" actId="1076"/>
          <ac:spMkLst>
            <pc:docMk/>
            <pc:sldMk cId="0" sldId="277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4:33.373" v="470" actId="1076"/>
          <ac:spMkLst>
            <pc:docMk/>
            <pc:sldMk cId="0" sldId="277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4:33.373" v="470" actId="1076"/>
          <ac:spMkLst>
            <pc:docMk/>
            <pc:sldMk cId="0" sldId="277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4:09.739" v="467" actId="1076"/>
          <ac:spMkLst>
            <pc:docMk/>
            <pc:sldMk cId="0" sldId="277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4:09.739" v="467" actId="1076"/>
          <ac:spMkLst>
            <pc:docMk/>
            <pc:sldMk cId="0" sldId="277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4:36.393" v="472" actId="20577"/>
          <ac:spMkLst>
            <pc:docMk/>
            <pc:sldMk cId="0" sldId="277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4:09.739" v="467" actId="1076"/>
          <ac:spMkLst>
            <pc:docMk/>
            <pc:sldMk cId="0" sldId="277"/>
            <ac:spMk id="22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15:05.013" v="475" actId="20577"/>
          <ac:spMkLst>
            <pc:docMk/>
            <pc:sldMk cId="0" sldId="277"/>
            <ac:spMk id="24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03:53.822" v="420" actId="478"/>
        <pc:sldMkLst>
          <pc:docMk/>
          <pc:sldMk cId="0" sldId="278"/>
        </pc:sldMkLst>
        <pc:spChg chg="del">
          <ac:chgData name="Daniela Trapani" userId="30b41bef89cfceee" providerId="LiveId" clId="{ADEB5723-9D39-45AE-898F-3FDA33EC1B39}" dt="2026-06-19T01:03:53.822" v="420" actId="478"/>
          <ac:spMkLst>
            <pc:docMk/>
            <pc:sldMk cId="0" sldId="278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1:01.355" v="364" actId="20577"/>
          <ac:spMkLst>
            <pc:docMk/>
            <pc:sldMk cId="0" sldId="278"/>
            <ac:spMk id="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03:51.051" v="419" actId="478"/>
        <pc:sldMkLst>
          <pc:docMk/>
          <pc:sldMk cId="0" sldId="279"/>
        </pc:sldMkLst>
        <pc:spChg chg="del">
          <ac:chgData name="Daniela Trapani" userId="30b41bef89cfceee" providerId="LiveId" clId="{ADEB5723-9D39-45AE-898F-3FDA33EC1B39}" dt="2026-06-19T01:03:51.051" v="419" actId="478"/>
          <ac:spMkLst>
            <pc:docMk/>
            <pc:sldMk cId="0" sldId="279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3:35.675" v="414" actId="20577"/>
          <ac:spMkLst>
            <pc:docMk/>
            <pc:sldMk cId="0" sldId="279"/>
            <ac:spMk id="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03:48.611" v="418" actId="478"/>
        <pc:sldMkLst>
          <pc:docMk/>
          <pc:sldMk cId="0" sldId="280"/>
        </pc:sldMkLst>
        <pc:spChg chg="del">
          <ac:chgData name="Daniela Trapani" userId="30b41bef89cfceee" providerId="LiveId" clId="{ADEB5723-9D39-45AE-898F-3FDA33EC1B39}" dt="2026-06-19T01:03:48.611" v="418" actId="478"/>
          <ac:spMkLst>
            <pc:docMk/>
            <pc:sldMk cId="0" sldId="280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1:05.724" v="366" actId="20577"/>
          <ac:spMkLst>
            <pc:docMk/>
            <pc:sldMk cId="0" sldId="280"/>
            <ac:spMk id="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9T01:03:45.498" v="417" actId="478"/>
        <pc:sldMkLst>
          <pc:docMk/>
          <pc:sldMk cId="0" sldId="281"/>
        </pc:sldMkLst>
        <pc:spChg chg="del">
          <ac:chgData name="Daniela Trapani" userId="30b41bef89cfceee" providerId="LiveId" clId="{ADEB5723-9D39-45AE-898F-3FDA33EC1B39}" dt="2026-06-19T01:03:45.498" v="417" actId="478"/>
          <ac:spMkLst>
            <pc:docMk/>
            <pc:sldMk cId="0" sldId="281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9T01:03:43.024" v="416" actId="20577"/>
          <ac:spMkLst>
            <pc:docMk/>
            <pc:sldMk cId="0" sldId="281"/>
            <ac:spMk id="6" creationId="{00000000-0000-0000-0000-000000000000}"/>
          </ac:spMkLst>
        </pc:spChg>
      </pc:sldChg>
      <pc:sldChg chg="modSp add mod setBg">
        <pc:chgData name="Daniela Trapani" userId="30b41bef89cfceee" providerId="LiveId" clId="{ADEB5723-9D39-45AE-898F-3FDA33EC1B39}" dt="2026-06-19T01:00:10.297" v="342" actId="20577"/>
        <pc:sldMkLst>
          <pc:docMk/>
          <pc:sldMk cId="75120388" sldId="283"/>
        </pc:sldMkLst>
        <pc:spChg chg="mod">
          <ac:chgData name="Daniela Trapani" userId="30b41bef89cfceee" providerId="LiveId" clId="{ADEB5723-9D39-45AE-898F-3FDA33EC1B39}" dt="2026-06-19T01:00:10.297" v="342" actId="20577"/>
          <ac:spMkLst>
            <pc:docMk/>
            <pc:sldMk cId="75120388" sldId="283"/>
            <ac:spMk id="6" creationId="{345AB366-0E7E-22BB-F9A4-E5FDE126BE3A}"/>
          </ac:spMkLst>
        </pc:spChg>
      </pc:sldChg>
      <pc:sldChg chg="addSp delSp modSp add mod setBg">
        <pc:chgData name="Daniela Trapani" userId="30b41bef89cfceee" providerId="LiveId" clId="{ADEB5723-9D39-45AE-898F-3FDA33EC1B39}" dt="2026-06-19T01:05:40.934" v="436" actId="478"/>
        <pc:sldMkLst>
          <pc:docMk/>
          <pc:sldMk cId="1103317592" sldId="284"/>
        </pc:sldMkLst>
        <pc:spChg chg="del">
          <ac:chgData name="Daniela Trapani" userId="30b41bef89cfceee" providerId="LiveId" clId="{ADEB5723-9D39-45AE-898F-3FDA33EC1B39}" dt="2026-06-19T00:58:59.058" v="333" actId="478"/>
          <ac:spMkLst>
            <pc:docMk/>
            <pc:sldMk cId="1103317592" sldId="284"/>
            <ac:spMk id="4" creationId="{3FA42640-83A0-740B-9F19-95974F66D06C}"/>
          </ac:spMkLst>
        </pc:spChg>
        <pc:spChg chg="mod">
          <ac:chgData name="Daniela Trapani" userId="30b41bef89cfceee" providerId="LiveId" clId="{ADEB5723-9D39-45AE-898F-3FDA33EC1B39}" dt="2026-06-19T00:46:35.318" v="117" actId="6549"/>
          <ac:spMkLst>
            <pc:docMk/>
            <pc:sldMk cId="1103317592" sldId="284"/>
            <ac:spMk id="6" creationId="{392DA7B5-7AB4-B7A4-CF4B-58DECE44331B}"/>
          </ac:spMkLst>
        </pc:spChg>
        <pc:spChg chg="del">
          <ac:chgData name="Daniela Trapani" userId="30b41bef89cfceee" providerId="LiveId" clId="{ADEB5723-9D39-45AE-898F-3FDA33EC1B39}" dt="2026-06-19T00:48:22.541" v="150" actId="478"/>
          <ac:spMkLst>
            <pc:docMk/>
            <pc:sldMk cId="1103317592" sldId="284"/>
            <ac:spMk id="7" creationId="{6C0FAF61-130B-4515-3866-692B2ED98102}"/>
          </ac:spMkLst>
        </pc:spChg>
        <pc:spChg chg="del">
          <ac:chgData name="Daniela Trapani" userId="30b41bef89cfceee" providerId="LiveId" clId="{ADEB5723-9D39-45AE-898F-3FDA33EC1B39}" dt="2026-06-19T00:48:28.428" v="154" actId="478"/>
          <ac:spMkLst>
            <pc:docMk/>
            <pc:sldMk cId="1103317592" sldId="284"/>
            <ac:spMk id="8" creationId="{419E6A58-6F4E-E776-92A9-7F4D29117628}"/>
          </ac:spMkLst>
        </pc:spChg>
        <pc:spChg chg="mod">
          <ac:chgData name="Daniela Trapani" userId="30b41bef89cfceee" providerId="LiveId" clId="{ADEB5723-9D39-45AE-898F-3FDA33EC1B39}" dt="2026-06-19T00:48:30.311" v="155" actId="6549"/>
          <ac:spMkLst>
            <pc:docMk/>
            <pc:sldMk cId="1103317592" sldId="284"/>
            <ac:spMk id="9" creationId="{2F0C5939-C6CA-D93F-0146-16935FBB1682}"/>
          </ac:spMkLst>
        </pc:spChg>
        <pc:spChg chg="del">
          <ac:chgData name="Daniela Trapani" userId="30b41bef89cfceee" providerId="LiveId" clId="{ADEB5723-9D39-45AE-898F-3FDA33EC1B39}" dt="2026-06-19T00:48:36.611" v="156" actId="478"/>
          <ac:spMkLst>
            <pc:docMk/>
            <pc:sldMk cId="1103317592" sldId="284"/>
            <ac:spMk id="10" creationId="{7315F10C-BF0A-DB64-050C-F39E97591D3A}"/>
          </ac:spMkLst>
        </pc:spChg>
        <pc:spChg chg="del">
          <ac:chgData name="Daniela Trapani" userId="30b41bef89cfceee" providerId="LiveId" clId="{ADEB5723-9D39-45AE-898F-3FDA33EC1B39}" dt="2026-06-19T00:48:24.147" v="151" actId="478"/>
          <ac:spMkLst>
            <pc:docMk/>
            <pc:sldMk cId="1103317592" sldId="284"/>
            <ac:spMk id="11" creationId="{5EBE041D-8F1D-28FA-804E-3EEA3AD2F610}"/>
          </ac:spMkLst>
        </pc:spChg>
        <pc:spChg chg="del">
          <ac:chgData name="Daniela Trapani" userId="30b41bef89cfceee" providerId="LiveId" clId="{ADEB5723-9D39-45AE-898F-3FDA33EC1B39}" dt="2026-06-19T00:48:41.794" v="157" actId="478"/>
          <ac:spMkLst>
            <pc:docMk/>
            <pc:sldMk cId="1103317592" sldId="284"/>
            <ac:spMk id="12" creationId="{B6E158AD-0338-C8C6-5382-23CB334E2E65}"/>
          </ac:spMkLst>
        </pc:spChg>
        <pc:spChg chg="add del mod">
          <ac:chgData name="Daniela Trapani" userId="30b41bef89cfceee" providerId="LiveId" clId="{ADEB5723-9D39-45AE-898F-3FDA33EC1B39}" dt="2026-06-19T00:49:24.662" v="174" actId="478"/>
          <ac:spMkLst>
            <pc:docMk/>
            <pc:sldMk cId="1103317592" sldId="284"/>
            <ac:spMk id="13" creationId="{72022C5A-F415-AD31-5CD6-0FC36E657FEF}"/>
          </ac:spMkLst>
        </pc:spChg>
        <pc:spChg chg="del">
          <ac:chgData name="Daniela Trapani" userId="30b41bef89cfceee" providerId="LiveId" clId="{ADEB5723-9D39-45AE-898F-3FDA33EC1B39}" dt="2026-06-19T00:48:44.139" v="158" actId="478"/>
          <ac:spMkLst>
            <pc:docMk/>
            <pc:sldMk cId="1103317592" sldId="284"/>
            <ac:spMk id="14" creationId="{73BCF220-9F37-3A96-DDFE-AD949401041D}"/>
          </ac:spMkLst>
        </pc:spChg>
        <pc:spChg chg="del">
          <ac:chgData name="Daniela Trapani" userId="30b41bef89cfceee" providerId="LiveId" clId="{ADEB5723-9D39-45AE-898F-3FDA33EC1B39}" dt="2026-06-19T00:48:26.079" v="152" actId="478"/>
          <ac:spMkLst>
            <pc:docMk/>
            <pc:sldMk cId="1103317592" sldId="284"/>
            <ac:spMk id="15" creationId="{23AB7755-D987-8C08-7946-A6CD13ECE0DC}"/>
          </ac:spMkLst>
        </pc:spChg>
        <pc:spChg chg="del">
          <ac:chgData name="Daniela Trapani" userId="30b41bef89cfceee" providerId="LiveId" clId="{ADEB5723-9D39-45AE-898F-3FDA33EC1B39}" dt="2026-06-19T00:48:50.198" v="161" actId="478"/>
          <ac:spMkLst>
            <pc:docMk/>
            <pc:sldMk cId="1103317592" sldId="284"/>
            <ac:spMk id="16" creationId="{A54CE72A-1FD0-1C72-54A2-72C6F323BD2B}"/>
          </ac:spMkLst>
        </pc:spChg>
        <pc:spChg chg="del">
          <ac:chgData name="Daniela Trapani" userId="30b41bef89cfceee" providerId="LiveId" clId="{ADEB5723-9D39-45AE-898F-3FDA33EC1B39}" dt="2026-06-19T00:48:55.170" v="162" actId="478"/>
          <ac:spMkLst>
            <pc:docMk/>
            <pc:sldMk cId="1103317592" sldId="284"/>
            <ac:spMk id="17" creationId="{CF21E9E7-23A5-400C-6D14-AD412367FAA5}"/>
          </ac:spMkLst>
        </pc:spChg>
        <pc:spChg chg="del">
          <ac:chgData name="Daniela Trapani" userId="30b41bef89cfceee" providerId="LiveId" clId="{ADEB5723-9D39-45AE-898F-3FDA33EC1B39}" dt="2026-06-19T00:48:46.807" v="159" actId="478"/>
          <ac:spMkLst>
            <pc:docMk/>
            <pc:sldMk cId="1103317592" sldId="284"/>
            <ac:spMk id="18" creationId="{962DE2E7-E52F-B4C4-ECC7-D8C28E7BF174}"/>
          </ac:spMkLst>
        </pc:spChg>
        <pc:spChg chg="del">
          <ac:chgData name="Daniela Trapani" userId="30b41bef89cfceee" providerId="LiveId" clId="{ADEB5723-9D39-45AE-898F-3FDA33EC1B39}" dt="2026-06-19T00:48:26.975" v="153" actId="478"/>
          <ac:spMkLst>
            <pc:docMk/>
            <pc:sldMk cId="1103317592" sldId="284"/>
            <ac:spMk id="19" creationId="{D33EA5A0-E778-3AD8-D194-B4C78E291371}"/>
          </ac:spMkLst>
        </pc:spChg>
        <pc:spChg chg="del">
          <ac:chgData name="Daniela Trapani" userId="30b41bef89cfceee" providerId="LiveId" clId="{ADEB5723-9D39-45AE-898F-3FDA33EC1B39}" dt="2026-06-19T00:48:56.302" v="163" actId="478"/>
          <ac:spMkLst>
            <pc:docMk/>
            <pc:sldMk cId="1103317592" sldId="284"/>
            <ac:spMk id="20" creationId="{188D392D-C443-7AF7-C376-60B158AEC3C2}"/>
          </ac:spMkLst>
        </pc:spChg>
        <pc:spChg chg="del">
          <ac:chgData name="Daniela Trapani" userId="30b41bef89cfceee" providerId="LiveId" clId="{ADEB5723-9D39-45AE-898F-3FDA33EC1B39}" dt="2026-06-19T00:48:59.547" v="164" actId="478"/>
          <ac:spMkLst>
            <pc:docMk/>
            <pc:sldMk cId="1103317592" sldId="284"/>
            <ac:spMk id="21" creationId="{15E2A4AD-9BD1-B4D3-7426-5DD3F7F319C6}"/>
          </ac:spMkLst>
        </pc:spChg>
        <pc:spChg chg="del">
          <ac:chgData name="Daniela Trapani" userId="30b41bef89cfceee" providerId="LiveId" clId="{ADEB5723-9D39-45AE-898F-3FDA33EC1B39}" dt="2026-06-19T00:48:48.987" v="160" actId="478"/>
          <ac:spMkLst>
            <pc:docMk/>
            <pc:sldMk cId="1103317592" sldId="284"/>
            <ac:spMk id="22" creationId="{C709296F-6EA8-372E-D1CA-09794A8CA262}"/>
          </ac:spMkLst>
        </pc:spChg>
        <pc:spChg chg="add del mod">
          <ac:chgData name="Daniela Trapani" userId="30b41bef89cfceee" providerId="LiveId" clId="{ADEB5723-9D39-45AE-898F-3FDA33EC1B39}" dt="2026-06-19T00:50:25.186" v="184" actId="14100"/>
          <ac:spMkLst>
            <pc:docMk/>
            <pc:sldMk cId="1103317592" sldId="284"/>
            <ac:spMk id="23" creationId="{57928C08-F1AB-0F8C-0642-4321E5186CFC}"/>
          </ac:spMkLst>
        </pc:spChg>
        <pc:spChg chg="mod">
          <ac:chgData name="Daniela Trapani" userId="30b41bef89cfceee" providerId="LiveId" clId="{ADEB5723-9D39-45AE-898F-3FDA33EC1B39}" dt="2026-06-19T00:50:17.856" v="182" actId="1076"/>
          <ac:spMkLst>
            <pc:docMk/>
            <pc:sldMk cId="1103317592" sldId="284"/>
            <ac:spMk id="24" creationId="{F6361AE2-4BE1-3734-655D-4AACC630DC04}"/>
          </ac:spMkLst>
        </pc:spChg>
        <pc:spChg chg="add mod">
          <ac:chgData name="Daniela Trapani" userId="30b41bef89cfceee" providerId="LiveId" clId="{ADEB5723-9D39-45AE-898F-3FDA33EC1B39}" dt="2026-06-19T00:49:41.111" v="175" actId="1076"/>
          <ac:spMkLst>
            <pc:docMk/>
            <pc:sldMk cId="1103317592" sldId="284"/>
            <ac:spMk id="25" creationId="{FA37FC7A-B7A4-FEA1-1E8A-1884EDB63483}"/>
          </ac:spMkLst>
        </pc:spChg>
        <pc:spChg chg="add mod">
          <ac:chgData name="Daniela Trapani" userId="30b41bef89cfceee" providerId="LiveId" clId="{ADEB5723-9D39-45AE-898F-3FDA33EC1B39}" dt="2026-06-19T00:49:41.111" v="175" actId="1076"/>
          <ac:spMkLst>
            <pc:docMk/>
            <pc:sldMk cId="1103317592" sldId="284"/>
            <ac:spMk id="26" creationId="{B0FFCE79-36F4-2042-11F0-296756A2FFA8}"/>
          </ac:spMkLst>
        </pc:spChg>
        <pc:spChg chg="add del mod">
          <ac:chgData name="Daniela Trapani" userId="30b41bef89cfceee" providerId="LiveId" clId="{ADEB5723-9D39-45AE-898F-3FDA33EC1B39}" dt="2026-06-19T01:05:40.934" v="436" actId="478"/>
          <ac:spMkLst>
            <pc:docMk/>
            <pc:sldMk cId="1103317592" sldId="284"/>
            <ac:spMk id="27" creationId="{52C0FBDD-3083-414F-D314-7C2AAE05DE5A}"/>
          </ac:spMkLst>
        </pc:spChg>
      </pc:sldChg>
      <pc:sldChg chg="delSp modSp add mod">
        <pc:chgData name="Daniela Trapani" userId="30b41bef89cfceee" providerId="LiveId" clId="{ADEB5723-9D39-45AE-898F-3FDA33EC1B39}" dt="2026-06-19T01:01:54.076" v="376" actId="478"/>
        <pc:sldMkLst>
          <pc:docMk/>
          <pc:sldMk cId="3033867591" sldId="285"/>
        </pc:sldMkLst>
        <pc:spChg chg="del mod">
          <ac:chgData name="Daniela Trapani" userId="30b41bef89cfceee" providerId="LiveId" clId="{ADEB5723-9D39-45AE-898F-3FDA33EC1B39}" dt="2026-06-19T01:01:54.076" v="376" actId="478"/>
          <ac:spMkLst>
            <pc:docMk/>
            <pc:sldMk cId="3033867591" sldId="285"/>
            <ac:spMk id="4" creationId="{B88CF9D0-1961-F65B-D895-A6EBBC998815}"/>
          </ac:spMkLst>
        </pc:spChg>
        <pc:spChg chg="mod">
          <ac:chgData name="Daniela Trapani" userId="30b41bef89cfceee" providerId="LiveId" clId="{ADEB5723-9D39-45AE-898F-3FDA33EC1B39}" dt="2026-06-19T00:59:59.972" v="340" actId="207"/>
          <ac:spMkLst>
            <pc:docMk/>
            <pc:sldMk cId="3033867591" sldId="285"/>
            <ac:spMk id="6" creationId="{C39D31FF-4183-3572-924D-0E0075CE4D30}"/>
          </ac:spMkLst>
        </pc:spChg>
        <pc:spChg chg="mod">
          <ac:chgData name="Daniela Trapani" userId="30b41bef89cfceee" providerId="LiveId" clId="{ADEB5723-9D39-45AE-898F-3FDA33EC1B39}" dt="2026-06-19T00:51:18.856" v="189" actId="20577"/>
          <ac:spMkLst>
            <pc:docMk/>
            <pc:sldMk cId="3033867591" sldId="285"/>
            <ac:spMk id="7" creationId="{C224E9AD-C2AD-7032-EE52-B9A9FC705E42}"/>
          </ac:spMkLst>
        </pc:spChg>
        <pc:spChg chg="mod">
          <ac:chgData name="Daniela Trapani" userId="30b41bef89cfceee" providerId="LiveId" clId="{ADEB5723-9D39-45AE-898F-3FDA33EC1B39}" dt="2026-06-19T00:51:52.359" v="193" actId="20577"/>
          <ac:spMkLst>
            <pc:docMk/>
            <pc:sldMk cId="3033867591" sldId="285"/>
            <ac:spMk id="11" creationId="{C4505590-569C-FA8A-0FFD-884EAB3CB406}"/>
          </ac:spMkLst>
        </pc:spChg>
        <pc:spChg chg="mod">
          <ac:chgData name="Daniela Trapani" userId="30b41bef89cfceee" providerId="LiveId" clId="{ADEB5723-9D39-45AE-898F-3FDA33EC1B39}" dt="2026-06-19T00:52:07.114" v="195" actId="20577"/>
          <ac:spMkLst>
            <pc:docMk/>
            <pc:sldMk cId="3033867591" sldId="285"/>
            <ac:spMk id="15" creationId="{7DFF0662-6DC5-3EFC-BF86-9149BA7C9000}"/>
          </ac:spMkLst>
        </pc:spChg>
        <pc:spChg chg="mod">
          <ac:chgData name="Daniela Trapani" userId="30b41bef89cfceee" providerId="LiveId" clId="{ADEB5723-9D39-45AE-898F-3FDA33EC1B39}" dt="2026-06-19T00:52:18.712" v="197" actId="20577"/>
          <ac:spMkLst>
            <pc:docMk/>
            <pc:sldMk cId="3033867591" sldId="285"/>
            <ac:spMk id="19" creationId="{6E8CD16F-E22F-F995-10B3-B7655E1AC7F3}"/>
          </ac:spMkLst>
        </pc:spChg>
        <pc:spChg chg="mod">
          <ac:chgData name="Daniela Trapani" userId="30b41bef89cfceee" providerId="LiveId" clId="{ADEB5723-9D39-45AE-898F-3FDA33EC1B39}" dt="2026-06-19T00:52:29.247" v="199" actId="20577"/>
          <ac:spMkLst>
            <pc:docMk/>
            <pc:sldMk cId="3033867591" sldId="285"/>
            <ac:spMk id="23" creationId="{265A780D-256F-78C0-DCB9-611F7082403F}"/>
          </ac:spMkLst>
        </pc:spChg>
      </pc:sldChg>
      <pc:sldChg chg="delSp modSp add mod setBg">
        <pc:chgData name="Daniela Trapani" userId="30b41bef89cfceee" providerId="LiveId" clId="{ADEB5723-9D39-45AE-898F-3FDA33EC1B39}" dt="2026-06-19T01:01:50.350" v="375" actId="478"/>
        <pc:sldMkLst>
          <pc:docMk/>
          <pc:sldMk cId="2431488458" sldId="286"/>
        </pc:sldMkLst>
        <pc:spChg chg="del">
          <ac:chgData name="Daniela Trapani" userId="30b41bef89cfceee" providerId="LiveId" clId="{ADEB5723-9D39-45AE-898F-3FDA33EC1B39}" dt="2026-06-19T01:01:50.350" v="375" actId="478"/>
          <ac:spMkLst>
            <pc:docMk/>
            <pc:sldMk cId="2431488458" sldId="286"/>
            <ac:spMk id="4" creationId="{063F86B1-F025-3AD8-F599-C9F08408D7D7}"/>
          </ac:spMkLst>
        </pc:spChg>
        <pc:spChg chg="mod">
          <ac:chgData name="Daniela Trapani" userId="30b41bef89cfceee" providerId="LiveId" clId="{ADEB5723-9D39-45AE-898F-3FDA33EC1B39}" dt="2026-06-19T01:01:43.671" v="374" actId="20577"/>
          <ac:spMkLst>
            <pc:docMk/>
            <pc:sldMk cId="2431488458" sldId="286"/>
            <ac:spMk id="6" creationId="{4F47E23E-38D6-4187-AF04-FF91DED0ACDF}"/>
          </ac:spMkLst>
        </pc:spChg>
        <pc:spChg chg="mod">
          <ac:chgData name="Daniela Trapani" userId="30b41bef89cfceee" providerId="LiveId" clId="{ADEB5723-9D39-45AE-898F-3FDA33EC1B39}" dt="2026-06-19T00:53:56.231" v="218" actId="1076"/>
          <ac:spMkLst>
            <pc:docMk/>
            <pc:sldMk cId="2431488458" sldId="286"/>
            <ac:spMk id="7" creationId="{62526490-E8BB-2D40-690C-F4D03B49B3CE}"/>
          </ac:spMkLst>
        </pc:spChg>
        <pc:spChg chg="mod">
          <ac:chgData name="Daniela Trapani" userId="30b41bef89cfceee" providerId="LiveId" clId="{ADEB5723-9D39-45AE-898F-3FDA33EC1B39}" dt="2026-06-19T00:54:04.413" v="219" actId="108"/>
          <ac:spMkLst>
            <pc:docMk/>
            <pc:sldMk cId="2431488458" sldId="286"/>
            <ac:spMk id="10" creationId="{94564CD9-8DC7-FC30-3F9A-3C20976DF399}"/>
          </ac:spMkLst>
        </pc:spChg>
        <pc:spChg chg="mod">
          <ac:chgData name="Daniela Trapani" userId="30b41bef89cfceee" providerId="LiveId" clId="{ADEB5723-9D39-45AE-898F-3FDA33EC1B39}" dt="2026-06-19T00:54:46.857" v="285" actId="20577"/>
          <ac:spMkLst>
            <pc:docMk/>
            <pc:sldMk cId="2431488458" sldId="286"/>
            <ac:spMk id="14" creationId="{1C007C49-1DDC-B1E5-50C5-B9E815AA63AA}"/>
          </ac:spMkLst>
        </pc:spChg>
        <pc:spChg chg="mod">
          <ac:chgData name="Daniela Trapani" userId="30b41bef89cfceee" providerId="LiveId" clId="{ADEB5723-9D39-45AE-898F-3FDA33EC1B39}" dt="2026-06-19T00:58:10.869" v="329" actId="108"/>
          <ac:spMkLst>
            <pc:docMk/>
            <pc:sldMk cId="2431488458" sldId="286"/>
            <ac:spMk id="18" creationId="{56CA37EE-C8F7-651E-C66C-5316CEEFEB1B}"/>
          </ac:spMkLst>
        </pc:spChg>
        <pc:spChg chg="mod">
          <ac:chgData name="Daniela Trapani" userId="30b41bef89cfceee" providerId="LiveId" clId="{ADEB5723-9D39-45AE-898F-3FDA33EC1B39}" dt="2026-06-19T00:58:15.842" v="330" actId="108"/>
          <ac:spMkLst>
            <pc:docMk/>
            <pc:sldMk cId="2431488458" sldId="286"/>
            <ac:spMk id="22" creationId="{09078C8D-A36B-AF85-4F50-6A415E561992}"/>
          </ac:spMkLst>
        </pc:spChg>
        <pc:spChg chg="mod">
          <ac:chgData name="Daniela Trapani" userId="30b41bef89cfceee" providerId="LiveId" clId="{ADEB5723-9D39-45AE-898F-3FDA33EC1B39}" dt="2026-06-19T00:57:24.142" v="324" actId="20577"/>
          <ac:spMkLst>
            <pc:docMk/>
            <pc:sldMk cId="2431488458" sldId="286"/>
            <ac:spMk id="24" creationId="{61957C02-7588-1D8D-B518-A5D94C2CEDD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768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E46FC-D763-D6E8-C2E3-6C96864BA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A61BC-B1EB-CFFD-CD17-0219E6DEE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5169A3-941C-7195-BFA0-28EEDEC53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B55CE-2088-D470-CF82-0FFB7FF19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915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F9A83-BB4B-1634-FF20-97A626309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FDB0B-4073-A77A-2E02-E58C5E7DF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7C85F-2A34-44BE-CA8A-A3782344E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5532D-9E80-6B2C-0F34-24581AE0B8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62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E275E-DE6D-3143-42C2-C5170C56E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05EF0-4979-7306-E175-596F01943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03E0C-C67E-AC40-F065-64618A1F3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035C8-78EC-9B7C-6C45-A56749D2E4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81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DF82F-242E-A5F5-8B29-81AAD8B0D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72FF4-4FAE-276F-6070-FB13C376B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135482-A5A8-FCDB-427C-544E1B3E9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8353F-8993-1943-1A2F-6161666D28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692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127248"/>
            <a:ext cx="1280160" cy="822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DB6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C# FUNDAMENTALS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Classes &amp; Object-Oriented Basics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12-question multiple-choice quiz for beginners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classes • methods • constructors • static members • fields • encapsulation • abstraction • reference types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0" y="6400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1E35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C#</a:t>
            </a:r>
            <a:endParaRPr lang="en-US" sz="9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quiz covers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258568"/>
            <a:ext cx="64008" cy="87782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2240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Defining classes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6243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a class and what an object is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05740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2258568"/>
            <a:ext cx="64008" cy="87782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45152" y="2240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Instantiation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5152" y="26243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new to create objects from a class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205740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38160" y="2258568"/>
            <a:ext cx="64008" cy="87782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94192" y="2240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26243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behavior with return types &amp; parameters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" y="3813048"/>
            <a:ext cx="64008" cy="87782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6112" y="3794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Constructors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6112" y="41788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and overloaded constructors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89120" y="36118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89120" y="3813048"/>
            <a:ext cx="64008" cy="87782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45152" y="3794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members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45152" y="41788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methods that belong to the class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38160" y="36118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38160" y="3813048"/>
            <a:ext cx="64008" cy="87782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94192" y="3794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Fields &amp; access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94192" y="41788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vs public and why it matters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1663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0080" y="5367528"/>
            <a:ext cx="64008" cy="87782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96112" y="5349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6112" y="57332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and controlling internal state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389120" y="51663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389120" y="5367528"/>
            <a:ext cx="64008" cy="87782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45152" y="5349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45152" y="57332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complexity behind a simple surface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138160" y="51663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138160" y="5367528"/>
            <a:ext cx="64008" cy="87782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394192" y="5349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types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94192" y="57332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objects are shared in memory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CLASSES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868680" cy="86868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0515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difference between a class and an object?</a:t>
            </a:r>
            <a:endParaRPr lang="en-US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F1CCB-61FB-B786-C78D-13DCED77A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E194D4E-45F7-3249-A934-30263D52C3DE}"/>
              </a:ext>
            </a:extLst>
          </p:cNvPr>
          <p:cNvSpPr/>
          <p:nvPr/>
        </p:nvSpPr>
        <p:spPr>
          <a:xfrm>
            <a:off x="640080" y="457200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FF6E04E-BD4A-94EA-4CFE-047D4A549B66}"/>
              </a:ext>
            </a:extLst>
          </p:cNvPr>
          <p:cNvSpPr/>
          <p:nvPr/>
        </p:nvSpPr>
        <p:spPr>
          <a:xfrm>
            <a:off x="640080" y="45720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CLASSES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BCD87C-E19F-3CE2-7636-D8FF9C4336D4}"/>
              </a:ext>
            </a:extLst>
          </p:cNvPr>
          <p:cNvSpPr/>
          <p:nvPr/>
        </p:nvSpPr>
        <p:spPr>
          <a:xfrm>
            <a:off x="64008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87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92DA7B5-7AB4-B7A4-CF4B-58DECE44331B}"/>
              </a:ext>
            </a:extLst>
          </p:cNvPr>
          <p:cNvSpPr/>
          <p:nvPr/>
        </p:nvSpPr>
        <p:spPr>
          <a:xfrm>
            <a:off x="640080" y="1417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Q1.  What is the difference between a class and an object?</a:t>
            </a:r>
            <a:endParaRPr lang="en-US" sz="1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F0C5939-C6CA-D93F-0146-16935FBB1682}"/>
              </a:ext>
            </a:extLst>
          </p:cNvPr>
          <p:cNvSpPr/>
          <p:nvPr/>
        </p:nvSpPr>
        <p:spPr>
          <a:xfrm>
            <a:off x="10058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7928C08-F1AB-0F8C-0642-4321E5186CFC}"/>
              </a:ext>
            </a:extLst>
          </p:cNvPr>
          <p:cNvSpPr/>
          <p:nvPr/>
        </p:nvSpPr>
        <p:spPr>
          <a:xfrm>
            <a:off x="752016" y="5218387"/>
            <a:ext cx="10515600" cy="843454"/>
          </a:xfrm>
          <a:prstGeom prst="roundRect">
            <a:avLst>
              <a:gd name="adj" fmla="val 11268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6361AE2-4BE1-3734-655D-4AACC630DC04}"/>
              </a:ext>
            </a:extLst>
          </p:cNvPr>
          <p:cNvSpPr/>
          <p:nvPr/>
        </p:nvSpPr>
        <p:spPr>
          <a:xfrm>
            <a:off x="1026336" y="5413248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b="1" dirty="0">
                <a:solidFill>
                  <a:srgbClr val="16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defines the structure and behavior — its fields, properties, and methods — but holds no data on its own. An object is created from a class at runtime using new, gets its own memory, and carries its own state. You can have many objects from one class, each independent.</a:t>
            </a:r>
            <a:endParaRPr lang="en-US" sz="145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FA37FC7A-B7A4-FEA1-1E8A-1884EDB63483}"/>
              </a:ext>
            </a:extLst>
          </p:cNvPr>
          <p:cNvSpPr/>
          <p:nvPr/>
        </p:nvSpPr>
        <p:spPr>
          <a:xfrm>
            <a:off x="621161" y="2414647"/>
            <a:ext cx="11064240" cy="640080"/>
          </a:xfrm>
          <a:prstGeom prst="rect">
            <a:avLst/>
          </a:prstGeom>
          <a:solidFill>
            <a:srgbClr val="E8F5EE"/>
          </a:solidFill>
          <a:ln w="1270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B0FFCE79-36F4-2042-11F0-296756A2FFA8}"/>
              </a:ext>
            </a:extLst>
          </p:cNvPr>
          <p:cNvSpPr/>
          <p:nvPr/>
        </p:nvSpPr>
        <p:spPr>
          <a:xfrm>
            <a:off x="819586" y="2368927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a blueprint; an object is a concrete instance of that blueprint.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03317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D4FA0-DF7E-3183-6758-96522326F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413D549-8C98-A55D-792F-AE570924E6F6}"/>
              </a:ext>
            </a:extLst>
          </p:cNvPr>
          <p:cNvSpPr/>
          <p:nvPr/>
        </p:nvSpPr>
        <p:spPr>
          <a:xfrm>
            <a:off x="640080" y="457200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98DB915-BF32-E37B-9846-A1E51FBEFD1D}"/>
              </a:ext>
            </a:extLst>
          </p:cNvPr>
          <p:cNvSpPr/>
          <p:nvPr/>
        </p:nvSpPr>
        <p:spPr>
          <a:xfrm>
            <a:off x="640080" y="45720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CLASSES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02F41F0-8403-E2A2-2EA5-3CF135BD334F}"/>
              </a:ext>
            </a:extLst>
          </p:cNvPr>
          <p:cNvSpPr/>
          <p:nvPr/>
        </p:nvSpPr>
        <p:spPr>
          <a:xfrm>
            <a:off x="640080" y="1143000"/>
            <a:ext cx="868680" cy="86868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39D31FF-4183-3572-924D-0E0075CE4D30}"/>
              </a:ext>
            </a:extLst>
          </p:cNvPr>
          <p:cNvSpPr/>
          <p:nvPr/>
        </p:nvSpPr>
        <p:spPr>
          <a:xfrm>
            <a:off x="64008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224E9AD-C2AD-7032-EE52-B9A9FC705E42}"/>
              </a:ext>
            </a:extLst>
          </p:cNvPr>
          <p:cNvSpPr/>
          <p:nvPr/>
        </p:nvSpPr>
        <p:spPr>
          <a:xfrm>
            <a:off x="1737360" y="10515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to add a </a:t>
            </a:r>
            <a:r>
              <a:rPr lang="en-US" sz="24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parameterless</a:t>
            </a: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constructor when adding a constructor that takes parameters</a:t>
            </a:r>
            <a:r>
              <a:rPr lang="en-US" sz="25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25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81A7B1E-C826-1C1D-143B-987B1AFC31CE}"/>
              </a:ext>
            </a:extLst>
          </p:cNvPr>
          <p:cNvSpPr/>
          <p:nvPr/>
        </p:nvSpPr>
        <p:spPr>
          <a:xfrm>
            <a:off x="822960" y="269748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66C7905-DEC5-5C6A-68D1-43B17D8F88CE}"/>
              </a:ext>
            </a:extLst>
          </p:cNvPr>
          <p:cNvSpPr/>
          <p:nvPr/>
        </p:nvSpPr>
        <p:spPr>
          <a:xfrm>
            <a:off x="1024128" y="286207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85107FC-7B64-AD66-6B0E-82D8AC20488A}"/>
              </a:ext>
            </a:extLst>
          </p:cNvPr>
          <p:cNvSpPr/>
          <p:nvPr/>
        </p:nvSpPr>
        <p:spPr>
          <a:xfrm>
            <a:off x="1024128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4505590-569C-FA8A-0FFD-884EAB3CB406}"/>
              </a:ext>
            </a:extLst>
          </p:cNvPr>
          <p:cNvSpPr/>
          <p:nvPr/>
        </p:nvSpPr>
        <p:spPr>
          <a:xfrm>
            <a:off x="1691640" y="2697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avoid runtime errors</a:t>
            </a:r>
            <a:endParaRPr lang="en-US" dirty="0"/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51BAFD3-B58E-70CF-37A8-EDD71BFE4065}"/>
              </a:ext>
            </a:extLst>
          </p:cNvPr>
          <p:cNvSpPr/>
          <p:nvPr/>
        </p:nvSpPr>
        <p:spPr>
          <a:xfrm>
            <a:off x="822960" y="365760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05474F0-C805-FC79-41BA-CFCC506AAA94}"/>
              </a:ext>
            </a:extLst>
          </p:cNvPr>
          <p:cNvSpPr/>
          <p:nvPr/>
        </p:nvSpPr>
        <p:spPr>
          <a:xfrm>
            <a:off x="1024128" y="382219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5369E50-592B-E89F-AA86-8B3A98D24409}"/>
              </a:ext>
            </a:extLst>
          </p:cNvPr>
          <p:cNvSpPr/>
          <p:nvPr/>
        </p:nvSpPr>
        <p:spPr>
          <a:xfrm>
            <a:off x="102412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DFF0662-6DC5-3EFC-BF86-9149BA7C9000}"/>
              </a:ext>
            </a:extLst>
          </p:cNvPr>
          <p:cNvSpPr/>
          <p:nvPr/>
        </p:nvSpPr>
        <p:spPr>
          <a:xfrm>
            <a:off x="1691640" y="3657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allow the class to compile when multiple constructors exist</a:t>
            </a:r>
            <a:endParaRPr lang="en-US" dirty="0"/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D24A61D-B55C-0CF4-D954-7844B0A17658}"/>
              </a:ext>
            </a:extLst>
          </p:cNvPr>
          <p:cNvSpPr/>
          <p:nvPr/>
        </p:nvSpPr>
        <p:spPr>
          <a:xfrm>
            <a:off x="822960" y="461772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AFD74FA-46E5-68EB-1797-057E09E0A656}"/>
              </a:ext>
            </a:extLst>
          </p:cNvPr>
          <p:cNvSpPr/>
          <p:nvPr/>
        </p:nvSpPr>
        <p:spPr>
          <a:xfrm>
            <a:off x="1024128" y="478231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7A4C990-DA7D-D692-112A-93904C339F9C}"/>
              </a:ext>
            </a:extLst>
          </p:cNvPr>
          <p:cNvSpPr/>
          <p:nvPr/>
        </p:nvSpPr>
        <p:spPr>
          <a:xfrm>
            <a:off x="1024128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E8CD16F-E22F-F995-10B3-B7655E1AC7F3}"/>
              </a:ext>
            </a:extLst>
          </p:cNvPr>
          <p:cNvSpPr/>
          <p:nvPr/>
        </p:nvSpPr>
        <p:spPr>
          <a:xfrm>
            <a:off x="1691640" y="46177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C# requires all classes to have a default constructor</a:t>
            </a:r>
            <a:endParaRPr lang="en-US" dirty="0"/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4571E07-FB91-F085-C140-F05EA9D20E18}"/>
              </a:ext>
            </a:extLst>
          </p:cNvPr>
          <p:cNvSpPr/>
          <p:nvPr/>
        </p:nvSpPr>
        <p:spPr>
          <a:xfrm>
            <a:off x="822960" y="557784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148B515-7D55-EB33-8A62-D60CC46B7A49}"/>
              </a:ext>
            </a:extLst>
          </p:cNvPr>
          <p:cNvSpPr/>
          <p:nvPr/>
        </p:nvSpPr>
        <p:spPr>
          <a:xfrm>
            <a:off x="1024128" y="574243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2AB4BD7-04AF-A2E1-3C71-CF8423117F26}"/>
              </a:ext>
            </a:extLst>
          </p:cNvPr>
          <p:cNvSpPr/>
          <p:nvPr/>
        </p:nvSpPr>
        <p:spPr>
          <a:xfrm>
            <a:off x="1024128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65A780D-256F-78C0-DCB9-611F7082403F}"/>
              </a:ext>
            </a:extLst>
          </p:cNvPr>
          <p:cNvSpPr/>
          <p:nvPr/>
        </p:nvSpPr>
        <p:spPr>
          <a:xfrm>
            <a:off x="1691640" y="55778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Visual Studio automatically generates it</a:t>
            </a:r>
            <a:endParaRPr lang="en-US" dirty="0"/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033867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59D77-4FE7-DE61-4A09-6D3EF6897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0F8AE22-3B84-2523-0BFA-590D5BBBBB7F}"/>
              </a:ext>
            </a:extLst>
          </p:cNvPr>
          <p:cNvSpPr/>
          <p:nvPr/>
        </p:nvSpPr>
        <p:spPr>
          <a:xfrm>
            <a:off x="640080" y="457200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92B2CC-B7CB-1CA8-3E61-C0566196A8ED}"/>
              </a:ext>
            </a:extLst>
          </p:cNvPr>
          <p:cNvSpPr/>
          <p:nvPr/>
        </p:nvSpPr>
        <p:spPr>
          <a:xfrm>
            <a:off x="640080" y="45720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CLASSES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1F1FCF7-958C-C2D4-0969-6EBD60D0EA17}"/>
              </a:ext>
            </a:extLst>
          </p:cNvPr>
          <p:cNvSpPr/>
          <p:nvPr/>
        </p:nvSpPr>
        <p:spPr>
          <a:xfrm>
            <a:off x="64008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87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47E23E-38D6-4187-AF04-FF91DED0ACDF}"/>
              </a:ext>
            </a:extLst>
          </p:cNvPr>
          <p:cNvSpPr/>
          <p:nvPr/>
        </p:nvSpPr>
        <p:spPr>
          <a:xfrm>
            <a:off x="640080" y="1417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Q2. </a:t>
            </a:r>
            <a:r>
              <a:rPr lang="en-US" sz="1900" b="1" dirty="0">
                <a:solidFill>
                  <a:srgbClr val="16264D"/>
                </a:solidFill>
                <a:latin typeface="Trebuchet MS" pitchFamily="34" charset="0"/>
              </a:rPr>
              <a:t>Why would we need to add a </a:t>
            </a:r>
            <a:r>
              <a:rPr lang="en-US" sz="1900" b="1" dirty="0" err="1">
                <a:solidFill>
                  <a:srgbClr val="16264D"/>
                </a:solidFill>
                <a:latin typeface="Trebuchet MS" pitchFamily="34" charset="0"/>
              </a:rPr>
              <a:t>parameterless</a:t>
            </a:r>
            <a:r>
              <a:rPr lang="en-US" sz="1900" b="1" dirty="0">
                <a:solidFill>
                  <a:srgbClr val="16264D"/>
                </a:solidFill>
                <a:latin typeface="Trebuchet MS" pitchFamily="34" charset="0"/>
              </a:rPr>
              <a:t> constructor when adding a constructor that     takes parameters?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2526490-E8BB-2D40-690C-F4D03B49B3CE}"/>
              </a:ext>
            </a:extLst>
          </p:cNvPr>
          <p:cNvSpPr/>
          <p:nvPr/>
        </p:nvSpPr>
        <p:spPr>
          <a:xfrm>
            <a:off x="822960" y="251460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4319B90-D29B-4BE1-100E-73C504EC79E0}"/>
              </a:ext>
            </a:extLst>
          </p:cNvPr>
          <p:cNvSpPr/>
          <p:nvPr/>
        </p:nvSpPr>
        <p:spPr>
          <a:xfrm>
            <a:off x="1005840" y="26426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DFF3582-D7A8-777F-6552-E62E1E4387C8}"/>
              </a:ext>
            </a:extLst>
          </p:cNvPr>
          <p:cNvSpPr/>
          <p:nvPr/>
        </p:nvSpPr>
        <p:spPr>
          <a:xfrm>
            <a:off x="10058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4564CD9-8DC7-FC30-3F9A-3C20976DF399}"/>
              </a:ext>
            </a:extLst>
          </p:cNvPr>
          <p:cNvSpPr/>
          <p:nvPr/>
        </p:nvSpPr>
        <p:spPr>
          <a:xfrm>
            <a:off x="1600200" y="251460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avoid runtime errors</a:t>
            </a:r>
          </a:p>
          <a:p>
            <a:pPr marL="0" indent="0">
              <a:buNone/>
            </a:pPr>
            <a:endParaRPr lang="en-US" sz="15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D8E7BF4-663E-66E9-6B10-B344DAD8C606}"/>
              </a:ext>
            </a:extLst>
          </p:cNvPr>
          <p:cNvSpPr/>
          <p:nvPr/>
        </p:nvSpPr>
        <p:spPr>
          <a:xfrm>
            <a:off x="822960" y="3319272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E7F5EE"/>
          </a:solidFill>
          <a:ln w="2540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557D525-020D-0858-B7A5-1A6192C9A4AD}"/>
              </a:ext>
            </a:extLst>
          </p:cNvPr>
          <p:cNvSpPr/>
          <p:nvPr/>
        </p:nvSpPr>
        <p:spPr>
          <a:xfrm>
            <a:off x="1005840" y="3447288"/>
            <a:ext cx="402336" cy="402336"/>
          </a:xfrm>
          <a:prstGeom prst="ellipse">
            <a:avLst/>
          </a:prstGeom>
          <a:solidFill>
            <a:srgbClr val="12875A"/>
          </a:solidFill>
          <a:ln w="1905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8DCA419-2C00-35BA-4110-FAB69DB14631}"/>
              </a:ext>
            </a:extLst>
          </p:cNvPr>
          <p:cNvSpPr/>
          <p:nvPr/>
        </p:nvSpPr>
        <p:spPr>
          <a:xfrm>
            <a:off x="10058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C007C49-1DDC-B1E5-50C5-B9E815AA63AA}"/>
              </a:ext>
            </a:extLst>
          </p:cNvPr>
          <p:cNvSpPr/>
          <p:nvPr/>
        </p:nvSpPr>
        <p:spPr>
          <a:xfrm>
            <a:off x="1600200" y="33192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allow the class to compile when multiple constructors exist</a:t>
            </a:r>
            <a:endParaRPr lang="en-US" sz="15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ADC5499-622F-19C5-5A7E-5004A7CA3423}"/>
              </a:ext>
            </a:extLst>
          </p:cNvPr>
          <p:cNvSpPr/>
          <p:nvPr/>
        </p:nvSpPr>
        <p:spPr>
          <a:xfrm>
            <a:off x="822960" y="412394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E030898-3D22-843E-2C93-79475A058708}"/>
              </a:ext>
            </a:extLst>
          </p:cNvPr>
          <p:cNvSpPr/>
          <p:nvPr/>
        </p:nvSpPr>
        <p:spPr>
          <a:xfrm>
            <a:off x="1005840" y="42519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7B62779-C70F-6D0E-0F4E-37A076EDD1FD}"/>
              </a:ext>
            </a:extLst>
          </p:cNvPr>
          <p:cNvSpPr/>
          <p:nvPr/>
        </p:nvSpPr>
        <p:spPr>
          <a:xfrm>
            <a:off x="100584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6CA37EE-C8F7-651E-C66C-5316CEEFEB1B}"/>
              </a:ext>
            </a:extLst>
          </p:cNvPr>
          <p:cNvSpPr/>
          <p:nvPr/>
        </p:nvSpPr>
        <p:spPr>
          <a:xfrm>
            <a:off x="1600200" y="412394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C# requires all classes to have a default constructor</a:t>
            </a:r>
          </a:p>
          <a:p>
            <a:pPr marL="0" indent="0">
              <a:buNone/>
            </a:pPr>
            <a:endParaRPr lang="en-US" sz="15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187974B-BBBD-DED9-5914-C52473887EAD}"/>
              </a:ext>
            </a:extLst>
          </p:cNvPr>
          <p:cNvSpPr/>
          <p:nvPr/>
        </p:nvSpPr>
        <p:spPr>
          <a:xfrm>
            <a:off x="822960" y="4928616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73FB63E-90EC-5E30-EEC5-18A7097747AC}"/>
              </a:ext>
            </a:extLst>
          </p:cNvPr>
          <p:cNvSpPr/>
          <p:nvPr/>
        </p:nvSpPr>
        <p:spPr>
          <a:xfrm>
            <a:off x="1005840" y="50566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02069A5-BB8C-7626-CE59-E823918F8682}"/>
              </a:ext>
            </a:extLst>
          </p:cNvPr>
          <p:cNvSpPr/>
          <p:nvPr/>
        </p:nvSpPr>
        <p:spPr>
          <a:xfrm>
            <a:off x="1005840" y="5056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9078C8D-A36B-AF85-4F50-6A415E561992}"/>
              </a:ext>
            </a:extLst>
          </p:cNvPr>
          <p:cNvSpPr/>
          <p:nvPr/>
        </p:nvSpPr>
        <p:spPr>
          <a:xfrm>
            <a:off x="1600200" y="492861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Visual Studio automatically generates it</a:t>
            </a:r>
          </a:p>
          <a:p>
            <a:pPr marL="0" indent="0">
              <a:buNone/>
            </a:pPr>
            <a:endParaRPr lang="en-US" sz="15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907E733-E3B5-5931-45B1-7C922DD60683}"/>
              </a:ext>
            </a:extLst>
          </p:cNvPr>
          <p:cNvSpPr/>
          <p:nvPr/>
        </p:nvSpPr>
        <p:spPr>
          <a:xfrm>
            <a:off x="822960" y="5843016"/>
            <a:ext cx="10515600" cy="649224"/>
          </a:xfrm>
          <a:prstGeom prst="roundRect">
            <a:avLst>
              <a:gd name="adj" fmla="val 11268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1957C02-7588-1D8D-B518-A5D94C2CEDD7}"/>
              </a:ext>
            </a:extLst>
          </p:cNvPr>
          <p:cNvSpPr/>
          <p:nvPr/>
        </p:nvSpPr>
        <p:spPr>
          <a:xfrm>
            <a:off x="1097280" y="580644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b="1" dirty="0">
                <a:solidFill>
                  <a:srgbClr val="16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declare any constructor, C# stops generating the implicit default one. Any code that uses the  constructor without arguments will no longer compile. Adding the </a:t>
            </a:r>
            <a:r>
              <a:rPr lang="en-US" sz="14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parameterless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constructor explicitly restores that no-argument option so both forms exist side-by-side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431488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8B05-7595-AEBF-422D-AF535F47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0E8078-56EE-1AC3-27DC-B7D8D975A1AA}"/>
              </a:ext>
            </a:extLst>
          </p:cNvPr>
          <p:cNvSpPr/>
          <p:nvPr/>
        </p:nvSpPr>
        <p:spPr>
          <a:xfrm>
            <a:off x="640080" y="457200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0854E2-03B1-90DB-C4D3-56F6BE547156}"/>
              </a:ext>
            </a:extLst>
          </p:cNvPr>
          <p:cNvSpPr/>
          <p:nvPr/>
        </p:nvSpPr>
        <p:spPr>
          <a:xfrm>
            <a:off x="640080" y="45720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CLASSES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86ABDDF-C3F3-AF66-A59D-2ABDE0C59AB9}"/>
              </a:ext>
            </a:extLst>
          </p:cNvPr>
          <p:cNvSpPr/>
          <p:nvPr/>
        </p:nvSpPr>
        <p:spPr>
          <a:xfrm>
            <a:off x="8991295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1 OF 12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8A52E2D-A1F3-0E9E-2B0B-BAB6FCB04EE4}"/>
              </a:ext>
            </a:extLst>
          </p:cNvPr>
          <p:cNvSpPr/>
          <p:nvPr/>
        </p:nvSpPr>
        <p:spPr>
          <a:xfrm>
            <a:off x="640080" y="1143000"/>
            <a:ext cx="868680" cy="86868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45AB366-0E7E-22BB-F9A4-E5FDE126BE3A}"/>
              </a:ext>
            </a:extLst>
          </p:cNvPr>
          <p:cNvSpPr/>
          <p:nvPr/>
        </p:nvSpPr>
        <p:spPr>
          <a:xfrm>
            <a:off x="64008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</a:rPr>
              <a:t>3</a:t>
            </a:r>
            <a:endParaRPr lang="en-US" sz="3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B062DFD-F9EA-E734-FD08-13FCA112807B}"/>
              </a:ext>
            </a:extLst>
          </p:cNvPr>
          <p:cNvSpPr/>
          <p:nvPr/>
        </p:nvSpPr>
        <p:spPr>
          <a:xfrm>
            <a:off x="1737360" y="10515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keyword is used to define a class in C#?</a:t>
            </a:r>
            <a:endParaRPr lang="en-US" sz="25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8407EF7-194C-7D05-2445-437B358AC8D7}"/>
              </a:ext>
            </a:extLst>
          </p:cNvPr>
          <p:cNvSpPr/>
          <p:nvPr/>
        </p:nvSpPr>
        <p:spPr>
          <a:xfrm>
            <a:off x="822960" y="269748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93499A6-0E54-187D-5164-980196DA49BC}"/>
              </a:ext>
            </a:extLst>
          </p:cNvPr>
          <p:cNvSpPr/>
          <p:nvPr/>
        </p:nvSpPr>
        <p:spPr>
          <a:xfrm>
            <a:off x="1024128" y="286207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57CEDD5-B66C-7A1D-B75D-8F4281A9AEDB}"/>
              </a:ext>
            </a:extLst>
          </p:cNvPr>
          <p:cNvSpPr/>
          <p:nvPr/>
        </p:nvSpPr>
        <p:spPr>
          <a:xfrm>
            <a:off x="1024128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B206845-0766-1AAC-80B3-CF89AFEF428D}"/>
              </a:ext>
            </a:extLst>
          </p:cNvPr>
          <p:cNvSpPr/>
          <p:nvPr/>
        </p:nvSpPr>
        <p:spPr>
          <a:xfrm>
            <a:off x="1691640" y="2697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7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D5E370D-6EC6-7942-45BF-7EB09FE6B2E9}"/>
              </a:ext>
            </a:extLst>
          </p:cNvPr>
          <p:cNvSpPr/>
          <p:nvPr/>
        </p:nvSpPr>
        <p:spPr>
          <a:xfrm>
            <a:off x="822960" y="365760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280498A-1800-AA01-081A-3FEE0A1AB145}"/>
              </a:ext>
            </a:extLst>
          </p:cNvPr>
          <p:cNvSpPr/>
          <p:nvPr/>
        </p:nvSpPr>
        <p:spPr>
          <a:xfrm>
            <a:off x="1024128" y="382219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7129ED7-5859-2F85-10F4-CF08BD95BC1A}"/>
              </a:ext>
            </a:extLst>
          </p:cNvPr>
          <p:cNvSpPr/>
          <p:nvPr/>
        </p:nvSpPr>
        <p:spPr>
          <a:xfrm>
            <a:off x="102412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A26A4FE-5968-7491-E1D7-C35A5502526E}"/>
              </a:ext>
            </a:extLst>
          </p:cNvPr>
          <p:cNvSpPr/>
          <p:nvPr/>
        </p:nvSpPr>
        <p:spPr>
          <a:xfrm>
            <a:off x="1691640" y="3657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7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709B54D-8D81-1D7D-8C66-3E0FB818E31B}"/>
              </a:ext>
            </a:extLst>
          </p:cNvPr>
          <p:cNvSpPr/>
          <p:nvPr/>
        </p:nvSpPr>
        <p:spPr>
          <a:xfrm>
            <a:off x="822960" y="461772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D52E22B-2FD1-787A-8FD7-AA8B1E7156BE}"/>
              </a:ext>
            </a:extLst>
          </p:cNvPr>
          <p:cNvSpPr/>
          <p:nvPr/>
        </p:nvSpPr>
        <p:spPr>
          <a:xfrm>
            <a:off x="1024128" y="478231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FB3FCC3-315B-0C36-8D4D-A871AC25C72C}"/>
              </a:ext>
            </a:extLst>
          </p:cNvPr>
          <p:cNvSpPr/>
          <p:nvPr/>
        </p:nvSpPr>
        <p:spPr>
          <a:xfrm>
            <a:off x="1024128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CF4407E-3092-E167-20E3-2210BDC4C392}"/>
              </a:ext>
            </a:extLst>
          </p:cNvPr>
          <p:cNvSpPr/>
          <p:nvPr/>
        </p:nvSpPr>
        <p:spPr>
          <a:xfrm>
            <a:off x="1691640" y="46177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</a:t>
            </a:r>
            <a:endParaRPr lang="en-US" sz="17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18633D8-167F-3047-F040-602F4059311F}"/>
              </a:ext>
            </a:extLst>
          </p:cNvPr>
          <p:cNvSpPr/>
          <p:nvPr/>
        </p:nvSpPr>
        <p:spPr>
          <a:xfrm>
            <a:off x="822960" y="557784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F65EF0A-CCDD-6295-80E9-7FF72109E70C}"/>
              </a:ext>
            </a:extLst>
          </p:cNvPr>
          <p:cNvSpPr/>
          <p:nvPr/>
        </p:nvSpPr>
        <p:spPr>
          <a:xfrm>
            <a:off x="1024128" y="574243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BC3FE54-48DB-DCD0-3F7D-7CFCFFC631C3}"/>
              </a:ext>
            </a:extLst>
          </p:cNvPr>
          <p:cNvSpPr/>
          <p:nvPr/>
        </p:nvSpPr>
        <p:spPr>
          <a:xfrm>
            <a:off x="1024128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54A4ECB-02C5-C7C9-CB62-74EB412D5261}"/>
              </a:ext>
            </a:extLst>
          </p:cNvPr>
          <p:cNvSpPr/>
          <p:nvPr/>
        </p:nvSpPr>
        <p:spPr>
          <a:xfrm>
            <a:off x="1691640" y="55778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75120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CLASSES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87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Q3.  Which keyword is used to define a class in C#?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26426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51460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319272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E7F5EE"/>
          </a:solidFill>
          <a:ln w="2540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5840" y="3447288"/>
            <a:ext cx="402336" cy="402336"/>
          </a:xfrm>
          <a:prstGeom prst="ellipse">
            <a:avLst/>
          </a:prstGeom>
          <a:solidFill>
            <a:srgbClr val="12875A"/>
          </a:solidFill>
          <a:ln w="1905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3192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12394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05840" y="42519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12394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22960" y="4928616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50566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5056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492861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22960" y="5843016"/>
            <a:ext cx="10515600" cy="649224"/>
          </a:xfrm>
          <a:prstGeom prst="roundRect">
            <a:avLst>
              <a:gd name="adj" fmla="val 11268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" y="5952744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declared with the class keyword, e.g. class Dog { }. struct defines a value type, not a class.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659636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659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INSTANTIATION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91295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2 OF 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868680" cy="86868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</a:rPr>
              <a:t>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0515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line creates a new instance (object) of a class named Dog?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24128" y="286207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2697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d;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24128" y="382219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412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657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d = new Dog();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24128" y="478231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4128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6177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Dog = d();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557784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24128" y="574243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24128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55778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Dog() = new d;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659636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659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INSTANTIATION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87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Q4.  Which line creates a new instance (object) of a class named Dog?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26426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51460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d;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319272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E7F5EE"/>
          </a:solidFill>
          <a:ln w="2540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5840" y="3447288"/>
            <a:ext cx="402336" cy="402336"/>
          </a:xfrm>
          <a:prstGeom prst="ellipse">
            <a:avLst/>
          </a:prstGeom>
          <a:solidFill>
            <a:srgbClr val="12875A"/>
          </a:solidFill>
          <a:ln w="1905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3192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d = new Dog();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12394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05840" y="42519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12394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Dog = d();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22960" y="4928616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50566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5056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492861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Dog() = new d;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22960" y="5843016"/>
            <a:ext cx="10515600" cy="649224"/>
          </a:xfrm>
          <a:prstGeom prst="roundRect">
            <a:avLst>
              <a:gd name="adj" fmla="val 11268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" y="5952744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keyword allocates an object and calls its constructor. Dog d; only declares a variable without creating an object.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28700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28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868680" cy="86868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</a:rPr>
              <a:t>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0515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is a valid method that returns an int and takes no parameters?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24128" y="286207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2697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GetCount() { }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24128" y="382219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412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657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GetCount() int { }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24128" y="478231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4128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6177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GetCount() returns int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557784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24128" y="574243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24128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55778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GetCount[] { }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28700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28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87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Q5.  Which is a valid method that returns an int and takes no parameters?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E7F5EE"/>
          </a:solidFill>
          <a:ln w="2540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2642616"/>
            <a:ext cx="402336" cy="402336"/>
          </a:xfrm>
          <a:prstGeom prst="ellipse">
            <a:avLst/>
          </a:prstGeom>
          <a:solidFill>
            <a:srgbClr val="12875A"/>
          </a:solidFill>
          <a:ln w="1905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51460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GetCount() { }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319272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5840" y="344728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3192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GetCount() int { }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12394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05840" y="42519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12394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GetCount() returns int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22960" y="4928616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50566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5056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492861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GetCount[] { }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22960" y="5843016"/>
            <a:ext cx="10515600" cy="649224"/>
          </a:xfrm>
          <a:prstGeom prst="roundRect">
            <a:avLst>
              <a:gd name="adj" fmla="val 11268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" y="5952744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A.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method's return type comes first, then the name and parentheses for parameters: int GetCount() { ... }.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290572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2905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DEFAULT CONSTRUCTOR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868680" cy="86868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</a:rPr>
              <a:t>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0515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you write a class but define no constructor at all, what does C# give you?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24128" y="286207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2697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the class cannot be created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24128" y="382219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412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657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parameterless default constructor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24128" y="478231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4128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6177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constructor that requires every field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557784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24128" y="574243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24128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55778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static constructor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290572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2905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DEFAULT CONSTRUCTOR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87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Q6.  If you write a class but define no constructor at all, what does C# give you?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26426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51460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the class cannot be created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319272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E7F5EE"/>
          </a:solidFill>
          <a:ln w="2540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5840" y="3447288"/>
            <a:ext cx="402336" cy="402336"/>
          </a:xfrm>
          <a:prstGeom prst="ellipse">
            <a:avLst/>
          </a:prstGeom>
          <a:solidFill>
            <a:srgbClr val="12875A"/>
          </a:solidFill>
          <a:ln w="1905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3192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parameterless default constructor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12394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05840" y="42519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12394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constructor that requires every field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22960" y="4928616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50566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5056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492861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static constructor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22960" y="5843016"/>
            <a:ext cx="10515600" cy="649224"/>
          </a:xfrm>
          <a:prstGeom prst="roundRect">
            <a:avLst>
              <a:gd name="adj" fmla="val 11268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" y="5952744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 constructor is written, the compiler supplies an implicit public parameterless constructor so the class can still be instantiated.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711196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7111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OVERLOADED CONSTRUCTORS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868680" cy="86868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</a:rPr>
              <a:t>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0515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two constructors in the same class “overloaded”?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24128" y="286207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2697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different names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24128" y="382219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412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657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different return types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24128" y="478231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4128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6177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different parameter lists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557784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24128" y="574243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24128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55778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them is marked static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711196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7111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OVERLOADED CONSTRUCTORS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87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Q7.  What makes two constructors in the same class “overloaded”?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26426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51460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different names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319272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5840" y="344728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3192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different return types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12394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E7F5EE"/>
          </a:solidFill>
          <a:ln w="2540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05840" y="4251960"/>
            <a:ext cx="402336" cy="402336"/>
          </a:xfrm>
          <a:prstGeom prst="ellipse">
            <a:avLst/>
          </a:prstGeom>
          <a:solidFill>
            <a:srgbClr val="12875A"/>
          </a:solidFill>
          <a:ln w="1905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412394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different parameter lists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22960" y="4928616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50566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5056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492861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them is marked static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22960" y="5843016"/>
            <a:ext cx="10515600" cy="649224"/>
          </a:xfrm>
          <a:prstGeom prst="roundRect">
            <a:avLst>
              <a:gd name="adj" fmla="val 11268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" y="5952744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 share the class name, so overloading is distinguished by different parameters (count or types). Constructors have no return type.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764792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MEMBERS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868680" cy="86868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</a:rPr>
              <a:t>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0515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field marked static belongs to…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24128" y="286207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2697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individual object separately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24128" y="382219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412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657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itself, shared by all instances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24128" y="478231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4128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6177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constructor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557784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24128" y="574243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24128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55778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class only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764792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MEMBERS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87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Q8.  A field marked static belongs to…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26426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51460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individual object separately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319272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E7F5EE"/>
          </a:solidFill>
          <a:ln w="2540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5840" y="3447288"/>
            <a:ext cx="402336" cy="402336"/>
          </a:xfrm>
          <a:prstGeom prst="ellipse">
            <a:avLst/>
          </a:prstGeom>
          <a:solidFill>
            <a:srgbClr val="12875A"/>
          </a:solidFill>
          <a:ln w="1905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3192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itself, shared by all instances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12394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05840" y="42519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12394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constructor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22960" y="4928616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50566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5056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492861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class only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22960" y="5843016"/>
            <a:ext cx="10515600" cy="649224"/>
          </a:xfrm>
          <a:prstGeom prst="roundRect">
            <a:avLst>
              <a:gd name="adj" fmla="val 11268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" y="5952744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member is tied to the type, not to any one object, so a single shared copy exists for all instances.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764792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MEMBERS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868680" cy="86868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</a:rPr>
              <a:t>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0515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 you call a static method Print() on a class named Logger?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24128" y="286207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2697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Logger().Print()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5568696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32011" y="57150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0479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5495544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Logger.Print()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24128" y="478231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4128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6177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Logger-&gt;Print()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3639312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24128" y="380390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24128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563EB"/>
                </a:solidFill>
                <a:latin typeface="Trebuchet MS" pitchFamily="34" charset="0"/>
              </a:rPr>
              <a:t>B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3639312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Logger.Print()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764792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MEMBERS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87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Q9.  How do you call a static method Print() on a class named Logger?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26426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51460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Logger().Print()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489204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E7F5EE"/>
          </a:solidFill>
          <a:ln w="2540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5840" y="5020056"/>
            <a:ext cx="402336" cy="402336"/>
          </a:xfrm>
          <a:prstGeom prst="ellipse">
            <a:avLst/>
          </a:prstGeom>
          <a:solidFill>
            <a:srgbClr val="12875A"/>
          </a:solidFill>
          <a:ln w="1905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5020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4892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Logger.Print()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12394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05840" y="42519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12394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Logger-&gt;Print()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22960" y="3319272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344728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</a:rPr>
              <a:t>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33192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Logger.Print()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22960" y="5843016"/>
            <a:ext cx="10515600" cy="649224"/>
          </a:xfrm>
          <a:prstGeom prst="roundRect">
            <a:avLst>
              <a:gd name="adj" fmla="val 11268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" y="5952744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D.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methods are called on the class name itself: Logger.Print(). You do not create an instance to use them.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VS PUBLIC FIELDS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868680" cy="86868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</a:rPr>
              <a:t>10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0515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private access modifier do to a field?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24128" y="286207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2697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any class read and change it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24128" y="382219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412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657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access to within the same class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24128" y="478231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4128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6177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field a constant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557784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24128" y="574243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24128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55778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one copy across all instances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VS PUBLIC FIELDS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87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Q10.  What does the private access modifier do to a field?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26426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51460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any class read and change it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319272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E7F5EE"/>
          </a:solidFill>
          <a:ln w="2540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5840" y="3447288"/>
            <a:ext cx="402336" cy="402336"/>
          </a:xfrm>
          <a:prstGeom prst="ellipse">
            <a:avLst/>
          </a:prstGeom>
          <a:solidFill>
            <a:srgbClr val="12875A"/>
          </a:solidFill>
          <a:ln w="1905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3192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access to within the same class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12394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05840" y="42519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12394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field a constant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22960" y="4928616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50566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5056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492861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one copy across all instances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22960" y="5843016"/>
            <a:ext cx="10515600" cy="649224"/>
          </a:xfrm>
          <a:prstGeom prst="roundRect">
            <a:avLst>
              <a:gd name="adj" fmla="val 11268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" y="5952744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limits access to the declaring class. public would expose it everywhere; sharing across instances is what static does.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659636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659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868680" cy="86868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</a:rPr>
              <a:t>11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0515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Encapsulation is best described as…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24128" y="286207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2697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several constructors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24128" y="382219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412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657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data with methods and controlling access to internal state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24128" y="478231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4128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6177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Inheriting behavior from a base class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557784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24128" y="574243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24128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55778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one type into another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659636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659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87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Q11.  Encapsulation is best described as…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26426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51460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several constructors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319272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E7F5EE"/>
          </a:solidFill>
          <a:ln w="2540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5840" y="3447288"/>
            <a:ext cx="402336" cy="402336"/>
          </a:xfrm>
          <a:prstGeom prst="ellipse">
            <a:avLst/>
          </a:prstGeom>
          <a:solidFill>
            <a:srgbClr val="12875A"/>
          </a:solidFill>
          <a:ln w="1905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3192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data with methods and controlling access to internal state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12394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05840" y="42519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12394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Inheriting behavior from a base class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22960" y="4928616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50566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5056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492861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one type into another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22960" y="5843016"/>
            <a:ext cx="10515600" cy="649224"/>
          </a:xfrm>
          <a:prstGeom prst="roundRect">
            <a:avLst>
              <a:gd name="adj" fmla="val 11268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" y="5952744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keeps fields private and exposes controlled access (often through properties or methods), protecting an object's internal state.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49324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4493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868680" cy="86868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0515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main benefit of abstraction?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24128" y="286207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2697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exposes every internal detail to the caller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24128" y="382219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412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657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24128" y="478231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4128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6177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forces all fields to be public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557784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24128" y="574243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24128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3657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removes methods from a class</a:t>
            </a:r>
            <a:endParaRPr lang="en-US" sz="17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F27097-B458-2456-96AA-84FD55A7D322}"/>
              </a:ext>
            </a:extLst>
          </p:cNvPr>
          <p:cNvSpPr txBox="1"/>
          <p:nvPr/>
        </p:nvSpPr>
        <p:spPr>
          <a:xfrm>
            <a:off x="1578522" y="5781794"/>
            <a:ext cx="7321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hides complex implementation and shows only essential features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49324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4493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87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Q12.  What is the main benefit of abstraction?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26426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51460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exposes every internal detail to the caller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38200" y="498348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E7F5EE"/>
          </a:solidFill>
          <a:ln w="2540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21080" y="5111496"/>
            <a:ext cx="402336" cy="402336"/>
          </a:xfrm>
          <a:prstGeom prst="ellipse">
            <a:avLst/>
          </a:prstGeom>
          <a:solidFill>
            <a:srgbClr val="12875A"/>
          </a:solidFill>
          <a:ln w="1905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1080" y="5111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15440" y="498348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hides complex implementation and shows only essential features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12394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05840" y="42519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12394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forces all fields to be public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22960" y="330098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342900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</a:rPr>
              <a:t>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330098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removes methods from a class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22960" y="5843016"/>
            <a:ext cx="10515600" cy="649224"/>
          </a:xfrm>
          <a:prstGeom prst="roundRect">
            <a:avLst>
              <a:gd name="adj" fmla="val 11268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" y="5952744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D.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lets callers use a simple interface (like Car.Start()) without needing to know the complicated details behind it.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869948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869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TYPES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868680" cy="86868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0515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a and b are objects and you write b = a;, what happens?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24128" y="286207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2697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independent copy of the object is made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24128" y="382219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412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657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variables refer to the same object in memory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24128" y="478231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4128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6177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object is destroyed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557784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24128" y="574243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24128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55778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fails to compile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869948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869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TYPES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87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Q13.  If a and b are objects and you write b = a;, what happens?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26426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51460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independent copy of the object is made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319272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E7F5EE"/>
          </a:solidFill>
          <a:ln w="2540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5840" y="3447288"/>
            <a:ext cx="402336" cy="402336"/>
          </a:xfrm>
          <a:prstGeom prst="ellipse">
            <a:avLst/>
          </a:prstGeom>
          <a:solidFill>
            <a:srgbClr val="12875A"/>
          </a:solidFill>
          <a:ln w="1905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3192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variables refer to the same object in memory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12394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05840" y="42519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12394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object is destroyed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22960" y="4928616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50566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5056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492861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fails to compile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22960" y="5843016"/>
            <a:ext cx="10515600" cy="649224"/>
          </a:xfrm>
          <a:prstGeom prst="roundRect">
            <a:avLst>
              <a:gd name="adj" fmla="val 11268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" y="5952744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are reference types, so assigning copies the reference, not the object. Both names now point to the same instance.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869948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869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TYPES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868680" cy="86868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0515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of these is a reference type in C#?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24128" y="286207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2697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24128" y="382219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412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657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24128" y="478231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4128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6177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557784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24128" y="574243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24128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55778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869948" cy="384048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869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TYPES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87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6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Q14.  Which of these is a reference type in C#?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26426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51460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319272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5840" y="344728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3192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12394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E7F5EE"/>
          </a:solidFill>
          <a:ln w="2540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05840" y="4251960"/>
            <a:ext cx="402336" cy="402336"/>
          </a:xfrm>
          <a:prstGeom prst="ellipse">
            <a:avLst/>
          </a:prstGeom>
          <a:solidFill>
            <a:srgbClr val="12875A"/>
          </a:solidFill>
          <a:ln w="19050">
            <a:solidFill>
              <a:srgbClr val="1287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412394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22960" y="4928616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50566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5056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492861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22960" y="5843016"/>
            <a:ext cx="10515600" cy="649224"/>
          </a:xfrm>
          <a:prstGeom prst="roundRect">
            <a:avLst>
              <a:gd name="adj" fmla="val 11268"/>
            </a:avLst>
          </a:prstGeom>
          <a:solidFill>
            <a:srgbClr val="EEF3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" y="5952744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is a class, so it is a reference type. int, bool, and double are value types.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2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743200"/>
            <a:ext cx="1280160" cy="822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Nice work!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063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reviewed the building blocks of C# classes — from instantiation and constructors to encapsulation, abstraction, and reference types.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44805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try writing a small class of your own to put each concept into practice.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1742</Words>
  <Application>Microsoft Office PowerPoint</Application>
  <PresentationFormat>Widescreen</PresentationFormat>
  <Paragraphs>375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Trapani</dc:creator>
  <cp:lastModifiedBy>Daniela Trapani</cp:lastModifiedBy>
  <cp:revision>1</cp:revision>
  <dcterms:created xsi:type="dcterms:W3CDTF">2026-06-18T23:45:58Z</dcterms:created>
  <dcterms:modified xsi:type="dcterms:W3CDTF">2026-06-19T01:15:27Z</dcterms:modified>
</cp:coreProperties>
</file>